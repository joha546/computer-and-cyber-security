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00" r:id="rId5"/>
  </p:sldMasterIdLst>
  <p:notesMasterIdLst>
    <p:notesMasterId r:id="rId138"/>
  </p:notesMasterIdLst>
  <p:sldIdLst>
    <p:sldId id="262" r:id="rId6"/>
    <p:sldId id="263" r:id="rId7"/>
    <p:sldId id="264" r:id="rId8"/>
    <p:sldId id="265" r:id="rId9"/>
    <p:sldId id="267" r:id="rId10"/>
    <p:sldId id="1076" r:id="rId11"/>
    <p:sldId id="268" r:id="rId12"/>
    <p:sldId id="1077" r:id="rId13"/>
    <p:sldId id="271" r:id="rId14"/>
    <p:sldId id="1078" r:id="rId15"/>
    <p:sldId id="272" r:id="rId16"/>
    <p:sldId id="1080" r:id="rId17"/>
    <p:sldId id="273" r:id="rId18"/>
    <p:sldId id="1081" r:id="rId19"/>
    <p:sldId id="274" r:id="rId20"/>
    <p:sldId id="1083" r:id="rId21"/>
    <p:sldId id="275" r:id="rId22"/>
    <p:sldId id="277" r:id="rId23"/>
    <p:sldId id="278" r:id="rId24"/>
    <p:sldId id="279" r:id="rId25"/>
    <p:sldId id="280" r:id="rId26"/>
    <p:sldId id="284" r:id="rId27"/>
    <p:sldId id="1087" r:id="rId28"/>
    <p:sldId id="286" r:id="rId29"/>
    <p:sldId id="1088" r:id="rId30"/>
    <p:sldId id="287" r:id="rId31"/>
    <p:sldId id="1089" r:id="rId32"/>
    <p:sldId id="288" r:id="rId33"/>
    <p:sldId id="289" r:id="rId34"/>
    <p:sldId id="1090" r:id="rId35"/>
    <p:sldId id="1091" r:id="rId36"/>
    <p:sldId id="1092" r:id="rId37"/>
    <p:sldId id="1093" r:id="rId38"/>
    <p:sldId id="1094" r:id="rId39"/>
    <p:sldId id="1095" r:id="rId40"/>
    <p:sldId id="1096" r:id="rId41"/>
    <p:sldId id="1097" r:id="rId42"/>
    <p:sldId id="1098" r:id="rId43"/>
    <p:sldId id="1099" r:id="rId44"/>
    <p:sldId id="1100" r:id="rId45"/>
    <p:sldId id="1101" r:id="rId46"/>
    <p:sldId id="1102" r:id="rId47"/>
    <p:sldId id="1103" r:id="rId48"/>
    <p:sldId id="1104" r:id="rId49"/>
    <p:sldId id="1105" r:id="rId50"/>
    <p:sldId id="1106" r:id="rId51"/>
    <p:sldId id="1107" r:id="rId52"/>
    <p:sldId id="1108" r:id="rId53"/>
    <p:sldId id="1109" r:id="rId54"/>
    <p:sldId id="1110" r:id="rId55"/>
    <p:sldId id="1111" r:id="rId56"/>
    <p:sldId id="1112" r:id="rId57"/>
    <p:sldId id="1113" r:id="rId58"/>
    <p:sldId id="1114" r:id="rId59"/>
    <p:sldId id="1115" r:id="rId60"/>
    <p:sldId id="1116" r:id="rId61"/>
    <p:sldId id="1117" r:id="rId62"/>
    <p:sldId id="1118" r:id="rId63"/>
    <p:sldId id="1119" r:id="rId64"/>
    <p:sldId id="1120" r:id="rId65"/>
    <p:sldId id="1121" r:id="rId66"/>
    <p:sldId id="1122" r:id="rId67"/>
    <p:sldId id="1123" r:id="rId68"/>
    <p:sldId id="1124" r:id="rId69"/>
    <p:sldId id="1125" r:id="rId70"/>
    <p:sldId id="1126" r:id="rId71"/>
    <p:sldId id="1127" r:id="rId72"/>
    <p:sldId id="1128" r:id="rId73"/>
    <p:sldId id="1129" r:id="rId74"/>
    <p:sldId id="1130" r:id="rId75"/>
    <p:sldId id="1131" r:id="rId76"/>
    <p:sldId id="1132" r:id="rId77"/>
    <p:sldId id="1133" r:id="rId78"/>
    <p:sldId id="1134" r:id="rId79"/>
    <p:sldId id="1135" r:id="rId80"/>
    <p:sldId id="1136" r:id="rId81"/>
    <p:sldId id="1137" r:id="rId82"/>
    <p:sldId id="1138" r:id="rId83"/>
    <p:sldId id="1139" r:id="rId84"/>
    <p:sldId id="1140" r:id="rId85"/>
    <p:sldId id="1141" r:id="rId86"/>
    <p:sldId id="1142" r:id="rId87"/>
    <p:sldId id="1143" r:id="rId88"/>
    <p:sldId id="1144" r:id="rId89"/>
    <p:sldId id="1145" r:id="rId90"/>
    <p:sldId id="1146" r:id="rId91"/>
    <p:sldId id="1147" r:id="rId92"/>
    <p:sldId id="1148" r:id="rId93"/>
    <p:sldId id="1149" r:id="rId94"/>
    <p:sldId id="1150" r:id="rId95"/>
    <p:sldId id="1151" r:id="rId96"/>
    <p:sldId id="1152" r:id="rId97"/>
    <p:sldId id="1153" r:id="rId98"/>
    <p:sldId id="1154" r:id="rId99"/>
    <p:sldId id="1155" r:id="rId100"/>
    <p:sldId id="1156" r:id="rId101"/>
    <p:sldId id="1157" r:id="rId102"/>
    <p:sldId id="1158" r:id="rId103"/>
    <p:sldId id="1159" r:id="rId104"/>
    <p:sldId id="1160" r:id="rId105"/>
    <p:sldId id="1161" r:id="rId106"/>
    <p:sldId id="1162" r:id="rId107"/>
    <p:sldId id="1163" r:id="rId108"/>
    <p:sldId id="1164" r:id="rId109"/>
    <p:sldId id="1165" r:id="rId110"/>
    <p:sldId id="1166" r:id="rId111"/>
    <p:sldId id="1167" r:id="rId112"/>
    <p:sldId id="1168" r:id="rId113"/>
    <p:sldId id="1169" r:id="rId114"/>
    <p:sldId id="1170" r:id="rId115"/>
    <p:sldId id="1171" r:id="rId116"/>
    <p:sldId id="1172" r:id="rId117"/>
    <p:sldId id="1173" r:id="rId118"/>
    <p:sldId id="1174" r:id="rId119"/>
    <p:sldId id="1175" r:id="rId120"/>
    <p:sldId id="1176" r:id="rId121"/>
    <p:sldId id="1177" r:id="rId122"/>
    <p:sldId id="1178" r:id="rId123"/>
    <p:sldId id="1179" r:id="rId124"/>
    <p:sldId id="1180" r:id="rId125"/>
    <p:sldId id="1181" r:id="rId126"/>
    <p:sldId id="1182" r:id="rId127"/>
    <p:sldId id="1183" r:id="rId128"/>
    <p:sldId id="1184" r:id="rId129"/>
    <p:sldId id="1185" r:id="rId130"/>
    <p:sldId id="1186" r:id="rId131"/>
    <p:sldId id="1187" r:id="rId132"/>
    <p:sldId id="1188" r:id="rId133"/>
    <p:sldId id="1189" r:id="rId134"/>
    <p:sldId id="1190" r:id="rId135"/>
    <p:sldId id="1191" r:id="rId136"/>
    <p:sldId id="1192" r:id="rId13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FD5EA"/>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FBCD18-BD6C-4B94-98F2-FE2888D4A98F}" v="1" dt="2023-03-30T17:56:46.236"/>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431" autoAdjust="0"/>
  </p:normalViewPr>
  <p:slideViewPr>
    <p:cSldViewPr snapToGrid="0">
      <p:cViewPr varScale="1">
        <p:scale>
          <a:sx n="127" d="100"/>
          <a:sy n="127" d="100"/>
        </p:scale>
        <p:origin x="116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63" Type="http://schemas.openxmlformats.org/officeDocument/2006/relationships/slide" Target="slides/slide58.xml"/><Relationship Id="rId84" Type="http://schemas.openxmlformats.org/officeDocument/2006/relationships/slide" Target="slides/slide79.xml"/><Relationship Id="rId138" Type="http://schemas.openxmlformats.org/officeDocument/2006/relationships/notesMaster" Target="notesMasters/notesMaster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28" Type="http://schemas.openxmlformats.org/officeDocument/2006/relationships/slide" Target="slides/slide123.xml"/><Relationship Id="rId144" Type="http://schemas.microsoft.com/office/2015/10/relationships/revisionInfo" Target="revisionInfo.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slide" Target="slides/slide113.xml"/><Relationship Id="rId134" Type="http://schemas.openxmlformats.org/officeDocument/2006/relationships/slide" Target="slides/slide129.xml"/><Relationship Id="rId139" Type="http://schemas.openxmlformats.org/officeDocument/2006/relationships/presProps" Target="presProps.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124" Type="http://schemas.openxmlformats.org/officeDocument/2006/relationships/slide" Target="slides/slide119.xml"/><Relationship Id="rId129" Type="http://schemas.openxmlformats.org/officeDocument/2006/relationships/slide" Target="slides/slide124.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4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119" Type="http://schemas.openxmlformats.org/officeDocument/2006/relationships/slide" Target="slides/slide114.xml"/><Relationship Id="rId44" Type="http://schemas.openxmlformats.org/officeDocument/2006/relationships/slide" Target="slides/slide39.xml"/><Relationship Id="rId60" Type="http://schemas.openxmlformats.org/officeDocument/2006/relationships/slide" Target="slides/slide55.xml"/><Relationship Id="rId65" Type="http://schemas.openxmlformats.org/officeDocument/2006/relationships/slide" Target="slides/slide60.xml"/><Relationship Id="rId81" Type="http://schemas.openxmlformats.org/officeDocument/2006/relationships/slide" Target="slides/slide76.xml"/><Relationship Id="rId86" Type="http://schemas.openxmlformats.org/officeDocument/2006/relationships/slide" Target="slides/slide81.xml"/><Relationship Id="rId130" Type="http://schemas.openxmlformats.org/officeDocument/2006/relationships/slide" Target="slides/slide125.xml"/><Relationship Id="rId135" Type="http://schemas.openxmlformats.org/officeDocument/2006/relationships/slide" Target="slides/slide130.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141" Type="http://schemas.openxmlformats.org/officeDocument/2006/relationships/theme" Target="theme/theme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slide" Target="slides/slide126.xml"/><Relationship Id="rId136" Type="http://schemas.openxmlformats.org/officeDocument/2006/relationships/slide" Target="slides/slide131.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slide" Target="slides/slide12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tableStyles" Target="tableStyles.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slide" Target="slides/slide132.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6" Type="http://schemas.openxmlformats.org/officeDocument/2006/relationships/slide" Target="slides/slide1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áudia Naumann" userId="S::naumann_nce.ufrj.br#ext#@cisco.onmicrosoft.com::2c14c15b-0266-4182-83e5-84c7c06e2959" providerId="AD" clId="Web-{E92E615E-639F-9E9D-48E5-DE748577DFB4}"/>
    <pc:docChg chg="delSld modSld">
      <pc:chgData name="Cláudia Naumann" userId="S::naumann_nce.ufrj.br#ext#@cisco.onmicrosoft.com::2c14c15b-0266-4182-83e5-84c7c06e2959" providerId="AD" clId="Web-{E92E615E-639F-9E9D-48E5-DE748577DFB4}" dt="2022-10-27T19:21:13.273" v="3474"/>
      <pc:docMkLst>
        <pc:docMk/>
      </pc:docMkLst>
      <pc:sldChg chg="modSp">
        <pc:chgData name="Cláudia Naumann" userId="S::naumann_nce.ufrj.br#ext#@cisco.onmicrosoft.com::2c14c15b-0266-4182-83e5-84c7c06e2959" providerId="AD" clId="Web-{E92E615E-639F-9E9D-48E5-DE748577DFB4}" dt="2022-10-26T21:28:55.834" v="187" actId="20577"/>
        <pc:sldMkLst>
          <pc:docMk/>
          <pc:sldMk cId="0" sldId="257"/>
        </pc:sldMkLst>
        <pc:spChg chg="mod">
          <ac:chgData name="Cláudia Naumann" userId="S::naumann_nce.ufrj.br#ext#@cisco.onmicrosoft.com::2c14c15b-0266-4182-83e5-84c7c06e2959" providerId="AD" clId="Web-{E92E615E-639F-9E9D-48E5-DE748577DFB4}" dt="2022-10-26T21:28:55.834" v="187" actId="20577"/>
          <ac:spMkLst>
            <pc:docMk/>
            <pc:sldMk cId="0" sldId="257"/>
            <ac:spMk id="3" creationId="{00000000-0000-0000-0000-000000000000}"/>
          </ac:spMkLst>
        </pc:spChg>
      </pc:sldChg>
      <pc:sldChg chg="modSp">
        <pc:chgData name="Cláudia Naumann" userId="S::naumann_nce.ufrj.br#ext#@cisco.onmicrosoft.com::2c14c15b-0266-4182-83e5-84c7c06e2959" providerId="AD" clId="Web-{E92E615E-639F-9E9D-48E5-DE748577DFB4}" dt="2022-10-27T19:21:13.273" v="3474"/>
        <pc:sldMkLst>
          <pc:docMk/>
          <pc:sldMk cId="0" sldId="260"/>
        </pc:sldMkLst>
        <pc:graphicFrameChg chg="mod modGraphic">
          <ac:chgData name="Cláudia Naumann" userId="S::naumann_nce.ufrj.br#ext#@cisco.onmicrosoft.com::2c14c15b-0266-4182-83e5-84c7c06e2959" providerId="AD" clId="Web-{E92E615E-639F-9E9D-48E5-DE748577DFB4}" dt="2022-10-27T19:21:13.273" v="3474"/>
          <ac:graphicFrameMkLst>
            <pc:docMk/>
            <pc:sldMk cId="0" sldId="260"/>
            <ac:graphicFrameMk id="4" creationId="{40064EF4-EE2B-342C-EA9E-699582F380FF}"/>
          </ac:graphicFrameMkLst>
        </pc:graphicFrameChg>
      </pc:sldChg>
      <pc:sldChg chg="modSp">
        <pc:chgData name="Cláudia Naumann" userId="S::naumann_nce.ufrj.br#ext#@cisco.onmicrosoft.com::2c14c15b-0266-4182-83e5-84c7c06e2959" providerId="AD" clId="Web-{E92E615E-639F-9E9D-48E5-DE748577DFB4}" dt="2022-10-26T21:37:36.334" v="267" actId="14100"/>
        <pc:sldMkLst>
          <pc:docMk/>
          <pc:sldMk cId="0" sldId="261"/>
        </pc:sldMkLst>
        <pc:spChg chg="mod">
          <ac:chgData name="Cláudia Naumann" userId="S::naumann_nce.ufrj.br#ext#@cisco.onmicrosoft.com::2c14c15b-0266-4182-83e5-84c7c06e2959" providerId="AD" clId="Web-{E92E615E-639F-9E9D-48E5-DE748577DFB4}" dt="2022-10-26T21:37:36.334" v="267" actId="14100"/>
          <ac:spMkLst>
            <pc:docMk/>
            <pc:sldMk cId="0" sldId="261"/>
            <ac:spMk id="3" creationId="{00000000-0000-0000-0000-000000000000}"/>
          </ac:spMkLst>
        </pc:spChg>
      </pc:sldChg>
      <pc:sldChg chg="modSp">
        <pc:chgData name="Cláudia Naumann" userId="S::naumann_nce.ufrj.br#ext#@cisco.onmicrosoft.com::2c14c15b-0266-4182-83e5-84c7c06e2959" providerId="AD" clId="Web-{E92E615E-639F-9E9D-48E5-DE748577DFB4}" dt="2022-10-26T22:12:00.631" v="299" actId="1076"/>
        <pc:sldMkLst>
          <pc:docMk/>
          <pc:sldMk cId="0" sldId="264"/>
        </pc:sldMkLst>
        <pc:spChg chg="mod">
          <ac:chgData name="Cláudia Naumann" userId="S::naumann_nce.ufrj.br#ext#@cisco.onmicrosoft.com::2c14c15b-0266-4182-83e5-84c7c06e2959" providerId="AD" clId="Web-{E92E615E-639F-9E9D-48E5-DE748577DFB4}" dt="2022-10-26T22:11:56.740" v="298" actId="14100"/>
          <ac:spMkLst>
            <pc:docMk/>
            <pc:sldMk cId="0" sldId="264"/>
            <ac:spMk id="3" creationId="{00000000-0000-0000-0000-000000000000}"/>
          </ac:spMkLst>
        </pc:spChg>
        <pc:spChg chg="mod">
          <ac:chgData name="Cláudia Naumann" userId="S::naumann_nce.ufrj.br#ext#@cisco.onmicrosoft.com::2c14c15b-0266-4182-83e5-84c7c06e2959" providerId="AD" clId="Web-{E92E615E-639F-9E9D-48E5-DE748577DFB4}" dt="2022-10-26T22:12:00.631" v="299" actId="1076"/>
          <ac:spMkLst>
            <pc:docMk/>
            <pc:sldMk cId="0" sldId="264"/>
            <ac:spMk id="5" creationId="{00000000-0000-0000-0000-000000000000}"/>
          </ac:spMkLst>
        </pc:spChg>
      </pc:sldChg>
      <pc:sldChg chg="modSp modNotes">
        <pc:chgData name="Cláudia Naumann" userId="S::naumann_nce.ufrj.br#ext#@cisco.onmicrosoft.com::2c14c15b-0266-4182-83e5-84c7c06e2959" providerId="AD" clId="Web-{E92E615E-639F-9E9D-48E5-DE748577DFB4}" dt="2022-10-26T22:13:50.852" v="306" actId="14100"/>
        <pc:sldMkLst>
          <pc:docMk/>
          <pc:sldMk cId="0" sldId="265"/>
        </pc:sldMkLst>
        <pc:spChg chg="mod">
          <ac:chgData name="Cláudia Naumann" userId="S::naumann_nce.ufrj.br#ext#@cisco.onmicrosoft.com::2c14c15b-0266-4182-83e5-84c7c06e2959" providerId="AD" clId="Web-{E92E615E-639F-9E9D-48E5-DE748577DFB4}" dt="2022-10-26T22:13:50.852" v="306" actId="14100"/>
          <ac:spMkLst>
            <pc:docMk/>
            <pc:sldMk cId="0" sldId="265"/>
            <ac:spMk id="5" creationId="{00000000-0000-0000-0000-000000000000}"/>
          </ac:spMkLst>
        </pc:spChg>
      </pc:sldChg>
      <pc:sldChg chg="del">
        <pc:chgData name="Cláudia Naumann" userId="S::naumann_nce.ufrj.br#ext#@cisco.onmicrosoft.com::2c14c15b-0266-4182-83e5-84c7c06e2959" providerId="AD" clId="Web-{E92E615E-639F-9E9D-48E5-DE748577DFB4}" dt="2022-10-26T22:11:27.395" v="296"/>
        <pc:sldMkLst>
          <pc:docMk/>
          <pc:sldMk cId="0" sldId="266"/>
        </pc:sldMkLst>
      </pc:sldChg>
      <pc:sldChg chg="modSp">
        <pc:chgData name="Cláudia Naumann" userId="S::naumann_nce.ufrj.br#ext#@cisco.onmicrosoft.com::2c14c15b-0266-4182-83e5-84c7c06e2959" providerId="AD" clId="Web-{E92E615E-639F-9E9D-48E5-DE748577DFB4}" dt="2022-10-26T22:16:52.748" v="324" actId="20577"/>
        <pc:sldMkLst>
          <pc:docMk/>
          <pc:sldMk cId="0" sldId="267"/>
        </pc:sldMkLst>
        <pc:spChg chg="mod">
          <ac:chgData name="Cláudia Naumann" userId="S::naumann_nce.ufrj.br#ext#@cisco.onmicrosoft.com::2c14c15b-0266-4182-83e5-84c7c06e2959" providerId="AD" clId="Web-{E92E615E-639F-9E9D-48E5-DE748577DFB4}" dt="2022-10-26T22:11:52.349" v="297" actId="14100"/>
          <ac:spMkLst>
            <pc:docMk/>
            <pc:sldMk cId="0" sldId="267"/>
            <ac:spMk id="3" creationId="{00000000-0000-0000-0000-000000000000}"/>
          </ac:spMkLst>
        </pc:spChg>
        <pc:spChg chg="mod">
          <ac:chgData name="Cláudia Naumann" userId="S::naumann_nce.ufrj.br#ext#@cisco.onmicrosoft.com::2c14c15b-0266-4182-83e5-84c7c06e2959" providerId="AD" clId="Web-{E92E615E-639F-9E9D-48E5-DE748577DFB4}" dt="2022-10-26T22:16:52.748" v="324" actId="20577"/>
          <ac:spMkLst>
            <pc:docMk/>
            <pc:sldMk cId="0" sldId="267"/>
            <ac:spMk id="5" creationId="{00000000-0000-0000-0000-000000000000}"/>
          </ac:spMkLst>
        </pc:spChg>
      </pc:sldChg>
      <pc:sldChg chg="modSp">
        <pc:chgData name="Cláudia Naumann" userId="S::naumann_nce.ufrj.br#ext#@cisco.onmicrosoft.com::2c14c15b-0266-4182-83e5-84c7c06e2959" providerId="AD" clId="Web-{E92E615E-639F-9E9D-48E5-DE748577DFB4}" dt="2022-10-26T22:18:19.672" v="336" actId="14100"/>
        <pc:sldMkLst>
          <pc:docMk/>
          <pc:sldMk cId="0" sldId="268"/>
        </pc:sldMkLst>
        <pc:spChg chg="mod">
          <ac:chgData name="Cláudia Naumann" userId="S::naumann_nce.ufrj.br#ext#@cisco.onmicrosoft.com::2c14c15b-0266-4182-83e5-84c7c06e2959" providerId="AD" clId="Web-{E92E615E-639F-9E9D-48E5-DE748577DFB4}" dt="2022-10-26T22:18:19.672" v="336" actId="14100"/>
          <ac:spMkLst>
            <pc:docMk/>
            <pc:sldMk cId="0" sldId="268"/>
            <ac:spMk id="3" creationId="{00000000-0000-0000-0000-000000000000}"/>
          </ac:spMkLst>
        </pc:spChg>
        <pc:spChg chg="mod">
          <ac:chgData name="Cláudia Naumann" userId="S::naumann_nce.ufrj.br#ext#@cisco.onmicrosoft.com::2c14c15b-0266-4182-83e5-84c7c06e2959" providerId="AD" clId="Web-{E92E615E-639F-9E9D-48E5-DE748577DFB4}" dt="2022-10-26T22:18:16" v="335" actId="1076"/>
          <ac:spMkLst>
            <pc:docMk/>
            <pc:sldMk cId="0" sldId="268"/>
            <ac:spMk id="5" creationId="{00000000-0000-0000-0000-000000000000}"/>
          </ac:spMkLst>
        </pc:spChg>
      </pc:sldChg>
      <pc:sldChg chg="modSp del">
        <pc:chgData name="Cláudia Naumann" userId="S::naumann_nce.ufrj.br#ext#@cisco.onmicrosoft.com::2c14c15b-0266-4182-83e5-84c7c06e2959" providerId="AD" clId="Web-{E92E615E-639F-9E9D-48E5-DE748577DFB4}" dt="2022-10-26T22:35:10.138" v="910"/>
        <pc:sldMkLst>
          <pc:docMk/>
          <pc:sldMk cId="0" sldId="269"/>
        </pc:sldMkLst>
        <pc:spChg chg="mod">
          <ac:chgData name="Cláudia Naumann" userId="S::naumann_nce.ufrj.br#ext#@cisco.onmicrosoft.com::2c14c15b-0266-4182-83e5-84c7c06e2959" providerId="AD" clId="Web-{E92E615E-639F-9E9D-48E5-DE748577DFB4}" dt="2022-10-26T22:24:16.260" v="399" actId="20577"/>
          <ac:spMkLst>
            <pc:docMk/>
            <pc:sldMk cId="0" sldId="269"/>
            <ac:spMk id="5" creationId="{00000000-0000-0000-0000-000000000000}"/>
          </ac:spMkLst>
        </pc:spChg>
      </pc:sldChg>
      <pc:sldChg chg="delSp modSp">
        <pc:chgData name="Cláudia Naumann" userId="S::naumann_nce.ufrj.br#ext#@cisco.onmicrosoft.com::2c14c15b-0266-4182-83e5-84c7c06e2959" providerId="AD" clId="Web-{E92E615E-639F-9E9D-48E5-DE748577DFB4}" dt="2022-10-26T22:36:56.516" v="919" actId="14100"/>
        <pc:sldMkLst>
          <pc:docMk/>
          <pc:sldMk cId="0" sldId="271"/>
        </pc:sldMkLst>
        <pc:spChg chg="mod">
          <ac:chgData name="Cláudia Naumann" userId="S::naumann_nce.ufrj.br#ext#@cisco.onmicrosoft.com::2c14c15b-0266-4182-83e5-84c7c06e2959" providerId="AD" clId="Web-{E92E615E-639F-9E9D-48E5-DE748577DFB4}" dt="2022-10-26T22:36:47.234" v="918" actId="14100"/>
          <ac:spMkLst>
            <pc:docMk/>
            <pc:sldMk cId="0" sldId="271"/>
            <ac:spMk id="3" creationId="{00000000-0000-0000-0000-000000000000}"/>
          </ac:spMkLst>
        </pc:spChg>
        <pc:spChg chg="del">
          <ac:chgData name="Cláudia Naumann" userId="S::naumann_nce.ufrj.br#ext#@cisco.onmicrosoft.com::2c14c15b-0266-4182-83e5-84c7c06e2959" providerId="AD" clId="Web-{E92E615E-639F-9E9D-48E5-DE748577DFB4}" dt="2022-10-26T22:36:38.375" v="915"/>
          <ac:spMkLst>
            <pc:docMk/>
            <pc:sldMk cId="0" sldId="271"/>
            <ac:spMk id="4" creationId="{81A6E128-8693-546A-4897-1D6FC1E27AEF}"/>
          </ac:spMkLst>
        </pc:spChg>
        <pc:spChg chg="mod">
          <ac:chgData name="Cláudia Naumann" userId="S::naumann_nce.ufrj.br#ext#@cisco.onmicrosoft.com::2c14c15b-0266-4182-83e5-84c7c06e2959" providerId="AD" clId="Web-{E92E615E-639F-9E9D-48E5-DE748577DFB4}" dt="2022-10-26T22:36:56.516" v="919" actId="14100"/>
          <ac:spMkLst>
            <pc:docMk/>
            <pc:sldMk cId="0" sldId="271"/>
            <ac:spMk id="5" creationId="{00000000-0000-0000-0000-000000000000}"/>
          </ac:spMkLst>
        </pc:spChg>
        <pc:picChg chg="mod">
          <ac:chgData name="Cláudia Naumann" userId="S::naumann_nce.ufrj.br#ext#@cisco.onmicrosoft.com::2c14c15b-0266-4182-83e5-84c7c06e2959" providerId="AD" clId="Web-{E92E615E-639F-9E9D-48E5-DE748577DFB4}" dt="2022-10-26T22:36:42.531" v="917" actId="14100"/>
          <ac:picMkLst>
            <pc:docMk/>
            <pc:sldMk cId="0" sldId="271"/>
            <ac:picMk id="6" creationId="{F464CB9F-8F7A-5457-B739-5C8B79F1AE21}"/>
          </ac:picMkLst>
        </pc:picChg>
      </pc:sldChg>
      <pc:sldChg chg="addSp modSp">
        <pc:chgData name="Cláudia Naumann" userId="S::naumann_nce.ufrj.br#ext#@cisco.onmicrosoft.com::2c14c15b-0266-4182-83e5-84c7c06e2959" providerId="AD" clId="Web-{E92E615E-639F-9E9D-48E5-DE748577DFB4}" dt="2022-10-26T22:47:37.237" v="1118" actId="20577"/>
        <pc:sldMkLst>
          <pc:docMk/>
          <pc:sldMk cId="0" sldId="272"/>
        </pc:sldMkLst>
        <pc:spChg chg="mod">
          <ac:chgData name="Cláudia Naumann" userId="S::naumann_nce.ufrj.br#ext#@cisco.onmicrosoft.com::2c14c15b-0266-4182-83e5-84c7c06e2959" providerId="AD" clId="Web-{E92E615E-639F-9E9D-48E5-DE748577DFB4}" dt="2022-10-26T22:39:35.348" v="936" actId="14100"/>
          <ac:spMkLst>
            <pc:docMk/>
            <pc:sldMk cId="0" sldId="272"/>
            <ac:spMk id="3" creationId="{00000000-0000-0000-0000-000000000000}"/>
          </ac:spMkLst>
        </pc:spChg>
        <pc:spChg chg="mod">
          <ac:chgData name="Cláudia Naumann" userId="S::naumann_nce.ufrj.br#ext#@cisco.onmicrosoft.com::2c14c15b-0266-4182-83e5-84c7c06e2959" providerId="AD" clId="Web-{E92E615E-639F-9E9D-48E5-DE748577DFB4}" dt="2022-10-26T22:45:45.999" v="1062" actId="14100"/>
          <ac:spMkLst>
            <pc:docMk/>
            <pc:sldMk cId="0" sldId="272"/>
            <ac:spMk id="5" creationId="{00000000-0000-0000-0000-000000000000}"/>
          </ac:spMkLst>
        </pc:spChg>
        <pc:spChg chg="add mod">
          <ac:chgData name="Cláudia Naumann" userId="S::naumann_nce.ufrj.br#ext#@cisco.onmicrosoft.com::2c14c15b-0266-4182-83e5-84c7c06e2959" providerId="AD" clId="Web-{E92E615E-639F-9E9D-48E5-DE748577DFB4}" dt="2022-10-26T22:47:37.237" v="1118" actId="20577"/>
          <ac:spMkLst>
            <pc:docMk/>
            <pc:sldMk cId="0" sldId="272"/>
            <ac:spMk id="6" creationId="{4907BE27-C973-832A-5F49-6A10D0DBDF63}"/>
          </ac:spMkLst>
        </pc:spChg>
        <pc:picChg chg="mod">
          <ac:chgData name="Cláudia Naumann" userId="S::naumann_nce.ufrj.br#ext#@cisco.onmicrosoft.com::2c14c15b-0266-4182-83e5-84c7c06e2959" providerId="AD" clId="Web-{E92E615E-639F-9E9D-48E5-DE748577DFB4}" dt="2022-10-26T22:45:47.765" v="1063" actId="1076"/>
          <ac:picMkLst>
            <pc:docMk/>
            <pc:sldMk cId="0" sldId="272"/>
            <ac:picMk id="4" creationId="{268A2860-C0BB-611E-9943-E1274CA2368C}"/>
          </ac:picMkLst>
        </pc:picChg>
      </pc:sldChg>
      <pc:sldChg chg="modSp">
        <pc:chgData name="Cláudia Naumann" userId="S::naumann_nce.ufrj.br#ext#@cisco.onmicrosoft.com::2c14c15b-0266-4182-83e5-84c7c06e2959" providerId="AD" clId="Web-{E92E615E-639F-9E9D-48E5-DE748577DFB4}" dt="2022-10-26T22:54:10.952" v="1353" actId="14100"/>
        <pc:sldMkLst>
          <pc:docMk/>
          <pc:sldMk cId="0" sldId="273"/>
        </pc:sldMkLst>
        <pc:spChg chg="mod">
          <ac:chgData name="Cláudia Naumann" userId="S::naumann_nce.ufrj.br#ext#@cisco.onmicrosoft.com::2c14c15b-0266-4182-83e5-84c7c06e2959" providerId="AD" clId="Web-{E92E615E-639F-9E9D-48E5-DE748577DFB4}" dt="2022-10-26T22:54:10.952" v="1353" actId="14100"/>
          <ac:spMkLst>
            <pc:docMk/>
            <pc:sldMk cId="0" sldId="273"/>
            <ac:spMk id="3" creationId="{00000000-0000-0000-0000-000000000000}"/>
          </ac:spMkLst>
        </pc:spChg>
        <pc:spChg chg="mod">
          <ac:chgData name="Cláudia Naumann" userId="S::naumann_nce.ufrj.br#ext#@cisco.onmicrosoft.com::2c14c15b-0266-4182-83e5-84c7c06e2959" providerId="AD" clId="Web-{E92E615E-639F-9E9D-48E5-DE748577DFB4}" dt="2022-10-26T22:53:44.481" v="1345" actId="14100"/>
          <ac:spMkLst>
            <pc:docMk/>
            <pc:sldMk cId="0" sldId="273"/>
            <ac:spMk id="5" creationId="{00000000-0000-0000-0000-000000000000}"/>
          </ac:spMkLst>
        </pc:spChg>
        <pc:picChg chg="mod">
          <ac:chgData name="Cláudia Naumann" userId="S::naumann_nce.ufrj.br#ext#@cisco.onmicrosoft.com::2c14c15b-0266-4182-83e5-84c7c06e2959" providerId="AD" clId="Web-{E92E615E-639F-9E9D-48E5-DE748577DFB4}" dt="2022-10-26T22:53:36.137" v="1344" actId="1076"/>
          <ac:picMkLst>
            <pc:docMk/>
            <pc:sldMk cId="0" sldId="273"/>
            <ac:picMk id="4" creationId="{4EB1552E-EDA0-26F0-E102-AEA0F871CA2D}"/>
          </ac:picMkLst>
        </pc:picChg>
      </pc:sldChg>
      <pc:sldChg chg="modSp">
        <pc:chgData name="Cláudia Naumann" userId="S::naumann_nce.ufrj.br#ext#@cisco.onmicrosoft.com::2c14c15b-0266-4182-83e5-84c7c06e2959" providerId="AD" clId="Web-{E92E615E-639F-9E9D-48E5-DE748577DFB4}" dt="2022-10-26T23:34:38.645" v="1606" actId="20577"/>
        <pc:sldMkLst>
          <pc:docMk/>
          <pc:sldMk cId="0" sldId="274"/>
        </pc:sldMkLst>
        <pc:spChg chg="mod">
          <ac:chgData name="Cláudia Naumann" userId="S::naumann_nce.ufrj.br#ext#@cisco.onmicrosoft.com::2c14c15b-0266-4182-83e5-84c7c06e2959" providerId="AD" clId="Web-{E92E615E-639F-9E9D-48E5-DE748577DFB4}" dt="2022-10-26T23:34:38.645" v="1606" actId="20577"/>
          <ac:spMkLst>
            <pc:docMk/>
            <pc:sldMk cId="0" sldId="274"/>
            <ac:spMk id="5" creationId="{00000000-0000-0000-0000-000000000000}"/>
          </ac:spMkLst>
        </pc:spChg>
      </pc:sldChg>
      <pc:sldChg chg="modNotes">
        <pc:chgData name="Cláudia Naumann" userId="S::naumann_nce.ufrj.br#ext#@cisco.onmicrosoft.com::2c14c15b-0266-4182-83e5-84c7c06e2959" providerId="AD" clId="Web-{E92E615E-639F-9E9D-48E5-DE748577DFB4}" dt="2022-10-26T23:36:32.242" v="1659"/>
        <pc:sldMkLst>
          <pc:docMk/>
          <pc:sldMk cId="0" sldId="275"/>
        </pc:sldMkLst>
      </pc:sldChg>
      <pc:sldChg chg="del">
        <pc:chgData name="Cláudia Naumann" userId="S::naumann_nce.ufrj.br#ext#@cisco.onmicrosoft.com::2c14c15b-0266-4182-83e5-84c7c06e2959" providerId="AD" clId="Web-{E92E615E-639F-9E9D-48E5-DE748577DFB4}" dt="2022-10-26T23:36:35.711" v="1660"/>
        <pc:sldMkLst>
          <pc:docMk/>
          <pc:sldMk cId="0" sldId="276"/>
        </pc:sldMkLst>
      </pc:sldChg>
      <pc:sldChg chg="modSp">
        <pc:chgData name="Cláudia Naumann" userId="S::naumann_nce.ufrj.br#ext#@cisco.onmicrosoft.com::2c14c15b-0266-4182-83e5-84c7c06e2959" providerId="AD" clId="Web-{E92E615E-639F-9E9D-48E5-DE748577DFB4}" dt="2022-10-26T23:40:14.295" v="1696" actId="20577"/>
        <pc:sldMkLst>
          <pc:docMk/>
          <pc:sldMk cId="0" sldId="277"/>
        </pc:sldMkLst>
        <pc:spChg chg="mod">
          <ac:chgData name="Cláudia Naumann" userId="S::naumann_nce.ufrj.br#ext#@cisco.onmicrosoft.com::2c14c15b-0266-4182-83e5-84c7c06e2959" providerId="AD" clId="Web-{E92E615E-639F-9E9D-48E5-DE748577DFB4}" dt="2022-10-26T23:40:14.295" v="1696" actId="20577"/>
          <ac:spMkLst>
            <pc:docMk/>
            <pc:sldMk cId="0" sldId="277"/>
            <ac:spMk id="5" creationId="{00000000-0000-0000-0000-000000000000}"/>
          </ac:spMkLst>
        </pc:spChg>
      </pc:sldChg>
      <pc:sldChg chg="addSp modSp">
        <pc:chgData name="Cláudia Naumann" userId="S::naumann_nce.ufrj.br#ext#@cisco.onmicrosoft.com::2c14c15b-0266-4182-83e5-84c7c06e2959" providerId="AD" clId="Web-{E92E615E-639F-9E9D-48E5-DE748577DFB4}" dt="2022-10-26T23:46:19.134" v="1741" actId="1076"/>
        <pc:sldMkLst>
          <pc:docMk/>
          <pc:sldMk cId="0" sldId="278"/>
        </pc:sldMkLst>
        <pc:spChg chg="mod">
          <ac:chgData name="Cláudia Naumann" userId="S::naumann_nce.ufrj.br#ext#@cisco.onmicrosoft.com::2c14c15b-0266-4182-83e5-84c7c06e2959" providerId="AD" clId="Web-{E92E615E-639F-9E9D-48E5-DE748577DFB4}" dt="2022-10-26T23:45:24.226" v="1726" actId="20577"/>
          <ac:spMkLst>
            <pc:docMk/>
            <pc:sldMk cId="0" sldId="278"/>
            <ac:spMk id="5" creationId="{00000000-0000-0000-0000-000000000000}"/>
          </ac:spMkLst>
        </pc:spChg>
        <pc:spChg chg="add mod">
          <ac:chgData name="Cláudia Naumann" userId="S::naumann_nce.ufrj.br#ext#@cisco.onmicrosoft.com::2c14c15b-0266-4182-83e5-84c7c06e2959" providerId="AD" clId="Web-{E92E615E-639F-9E9D-48E5-DE748577DFB4}" dt="2022-10-26T23:46:06.977" v="1739" actId="14100"/>
          <ac:spMkLst>
            <pc:docMk/>
            <pc:sldMk cId="0" sldId="278"/>
            <ac:spMk id="6" creationId="{BBD29ADF-3308-26D6-C456-068E7A72F090}"/>
          </ac:spMkLst>
        </pc:spChg>
        <pc:picChg chg="mod">
          <ac:chgData name="Cláudia Naumann" userId="S::naumann_nce.ufrj.br#ext#@cisco.onmicrosoft.com::2c14c15b-0266-4182-83e5-84c7c06e2959" providerId="AD" clId="Web-{E92E615E-639F-9E9D-48E5-DE748577DFB4}" dt="2022-10-26T23:46:19.134" v="1741" actId="1076"/>
          <ac:picMkLst>
            <pc:docMk/>
            <pc:sldMk cId="0" sldId="278"/>
            <ac:picMk id="4" creationId="{78147C2C-AD17-2E63-0097-F925040B4FED}"/>
          </ac:picMkLst>
        </pc:picChg>
      </pc:sldChg>
      <pc:sldChg chg="modSp">
        <pc:chgData name="Cláudia Naumann" userId="S::naumann_nce.ufrj.br#ext#@cisco.onmicrosoft.com::2c14c15b-0266-4182-83e5-84c7c06e2959" providerId="AD" clId="Web-{E92E615E-639F-9E9D-48E5-DE748577DFB4}" dt="2022-10-27T16:49:45.260" v="2156" actId="20577"/>
        <pc:sldMkLst>
          <pc:docMk/>
          <pc:sldMk cId="0" sldId="279"/>
        </pc:sldMkLst>
        <pc:spChg chg="mod">
          <ac:chgData name="Cláudia Naumann" userId="S::naumann_nce.ufrj.br#ext#@cisco.onmicrosoft.com::2c14c15b-0266-4182-83e5-84c7c06e2959" providerId="AD" clId="Web-{E92E615E-639F-9E9D-48E5-DE748577DFB4}" dt="2022-10-27T16:49:45.260" v="2156" actId="20577"/>
          <ac:spMkLst>
            <pc:docMk/>
            <pc:sldMk cId="0" sldId="279"/>
            <ac:spMk id="5" creationId="{00000000-0000-0000-0000-000000000000}"/>
          </ac:spMkLst>
        </pc:spChg>
      </pc:sldChg>
      <pc:sldChg chg="addSp modSp modNotes">
        <pc:chgData name="Cláudia Naumann" userId="S::naumann_nce.ufrj.br#ext#@cisco.onmicrosoft.com::2c14c15b-0266-4182-83e5-84c7c06e2959" providerId="AD" clId="Web-{E92E615E-639F-9E9D-48E5-DE748577DFB4}" dt="2022-10-27T01:19:10.389" v="1792" actId="1076"/>
        <pc:sldMkLst>
          <pc:docMk/>
          <pc:sldMk cId="0" sldId="280"/>
        </pc:sldMkLst>
        <pc:spChg chg="mod">
          <ac:chgData name="Cláudia Naumann" userId="S::naumann_nce.ufrj.br#ext#@cisco.onmicrosoft.com::2c14c15b-0266-4182-83e5-84c7c06e2959" providerId="AD" clId="Web-{E92E615E-639F-9E9D-48E5-DE748577DFB4}" dt="2022-10-27T00:41:33.469" v="1788" actId="14100"/>
          <ac:spMkLst>
            <pc:docMk/>
            <pc:sldMk cId="0" sldId="280"/>
            <ac:spMk id="3" creationId="{00000000-0000-0000-0000-000000000000}"/>
          </ac:spMkLst>
        </pc:spChg>
        <pc:spChg chg="mod">
          <ac:chgData name="Cláudia Naumann" userId="S::naumann_nce.ufrj.br#ext#@cisco.onmicrosoft.com::2c14c15b-0266-4182-83e5-84c7c06e2959" providerId="AD" clId="Web-{E92E615E-639F-9E9D-48E5-DE748577DFB4}" dt="2022-10-27T00:40:54.870" v="1779" actId="20577"/>
          <ac:spMkLst>
            <pc:docMk/>
            <pc:sldMk cId="0" sldId="280"/>
            <ac:spMk id="5" creationId="{00000000-0000-0000-0000-000000000000}"/>
          </ac:spMkLst>
        </pc:spChg>
        <pc:spChg chg="add mod">
          <ac:chgData name="Cláudia Naumann" userId="S::naumann_nce.ufrj.br#ext#@cisco.onmicrosoft.com::2c14c15b-0266-4182-83e5-84c7c06e2959" providerId="AD" clId="Web-{E92E615E-639F-9E9D-48E5-DE748577DFB4}" dt="2022-10-27T01:19:10.389" v="1792" actId="1076"/>
          <ac:spMkLst>
            <pc:docMk/>
            <pc:sldMk cId="0" sldId="280"/>
            <ac:spMk id="6" creationId="{273C3D0F-A286-413C-EABD-C69A62737A24}"/>
          </ac:spMkLst>
        </pc:spChg>
        <pc:picChg chg="mod">
          <ac:chgData name="Cláudia Naumann" userId="S::naumann_nce.ufrj.br#ext#@cisco.onmicrosoft.com::2c14c15b-0266-4182-83e5-84c7c06e2959" providerId="AD" clId="Web-{E92E615E-639F-9E9D-48E5-DE748577DFB4}" dt="2022-10-27T00:41:38.434" v="1790" actId="1076"/>
          <ac:picMkLst>
            <pc:docMk/>
            <pc:sldMk cId="0" sldId="280"/>
            <ac:picMk id="4" creationId="{707D1387-EBDB-717F-EF08-0F3A501F7235}"/>
          </ac:picMkLst>
        </pc:picChg>
      </pc:sldChg>
      <pc:sldChg chg="del">
        <pc:chgData name="Cláudia Naumann" userId="S::naumann_nce.ufrj.br#ext#@cisco.onmicrosoft.com::2c14c15b-0266-4182-83e5-84c7c06e2959" providerId="AD" clId="Web-{E92E615E-639F-9E9D-48E5-DE748577DFB4}" dt="2022-10-27T00:39:48.133" v="1772"/>
        <pc:sldMkLst>
          <pc:docMk/>
          <pc:sldMk cId="0" sldId="281"/>
        </pc:sldMkLst>
      </pc:sldChg>
      <pc:sldChg chg="modSp">
        <pc:chgData name="Cláudia Naumann" userId="S::naumann_nce.ufrj.br#ext#@cisco.onmicrosoft.com::2c14c15b-0266-4182-83e5-84c7c06e2959" providerId="AD" clId="Web-{E92E615E-639F-9E9D-48E5-DE748577DFB4}" dt="2022-10-27T01:20:30.095" v="1797" actId="20577"/>
        <pc:sldMkLst>
          <pc:docMk/>
          <pc:sldMk cId="0" sldId="282"/>
        </pc:sldMkLst>
        <pc:spChg chg="mod">
          <ac:chgData name="Cláudia Naumann" userId="S::naumann_nce.ufrj.br#ext#@cisco.onmicrosoft.com::2c14c15b-0266-4182-83e5-84c7c06e2959" providerId="AD" clId="Web-{E92E615E-639F-9E9D-48E5-DE748577DFB4}" dt="2022-10-27T01:20:02.141" v="1793" actId="14100"/>
          <ac:spMkLst>
            <pc:docMk/>
            <pc:sldMk cId="0" sldId="282"/>
            <ac:spMk id="3" creationId="{00000000-0000-0000-0000-000000000000}"/>
          </ac:spMkLst>
        </pc:spChg>
        <pc:spChg chg="mod">
          <ac:chgData name="Cláudia Naumann" userId="S::naumann_nce.ufrj.br#ext#@cisco.onmicrosoft.com::2c14c15b-0266-4182-83e5-84c7c06e2959" providerId="AD" clId="Web-{E92E615E-639F-9E9D-48E5-DE748577DFB4}" dt="2022-10-27T01:20:30.095" v="1797" actId="20577"/>
          <ac:spMkLst>
            <pc:docMk/>
            <pc:sldMk cId="0" sldId="282"/>
            <ac:spMk id="5" creationId="{00000000-0000-0000-0000-000000000000}"/>
          </ac:spMkLst>
        </pc:spChg>
      </pc:sldChg>
      <pc:sldChg chg="del">
        <pc:chgData name="Cláudia Naumann" userId="S::naumann_nce.ufrj.br#ext#@cisco.onmicrosoft.com::2c14c15b-0266-4182-83e5-84c7c06e2959" providerId="AD" clId="Web-{E92E615E-639F-9E9D-48E5-DE748577DFB4}" dt="2022-10-27T01:20:44.986" v="1798"/>
        <pc:sldMkLst>
          <pc:docMk/>
          <pc:sldMk cId="0" sldId="283"/>
        </pc:sldMkLst>
      </pc:sldChg>
      <pc:sldChg chg="modSp del">
        <pc:chgData name="Cláudia Naumann" userId="S::naumann_nce.ufrj.br#ext#@cisco.onmicrosoft.com::2c14c15b-0266-4182-83e5-84c7c06e2959" providerId="AD" clId="Web-{E92E615E-639F-9E9D-48E5-DE748577DFB4}" dt="2022-10-27T01:29:36.691" v="2058"/>
        <pc:sldMkLst>
          <pc:docMk/>
          <pc:sldMk cId="0" sldId="285"/>
        </pc:sldMkLst>
        <pc:spChg chg="mod">
          <ac:chgData name="Cláudia Naumann" userId="S::naumann_nce.ufrj.br#ext#@cisco.onmicrosoft.com::2c14c15b-0266-4182-83e5-84c7c06e2959" providerId="AD" clId="Web-{E92E615E-639F-9E9D-48E5-DE748577DFB4}" dt="2022-10-27T01:22:22.584" v="1821" actId="14100"/>
          <ac:spMkLst>
            <pc:docMk/>
            <pc:sldMk cId="0" sldId="285"/>
            <ac:spMk id="3" creationId="{00000000-0000-0000-0000-000000000000}"/>
          </ac:spMkLst>
        </pc:spChg>
        <pc:spChg chg="mod">
          <ac:chgData name="Cláudia Naumann" userId="S::naumann_nce.ufrj.br#ext#@cisco.onmicrosoft.com::2c14c15b-0266-4182-83e5-84c7c06e2959" providerId="AD" clId="Web-{E92E615E-639F-9E9D-48E5-DE748577DFB4}" dt="2022-10-27T01:23:23.038" v="1847" actId="20577"/>
          <ac:spMkLst>
            <pc:docMk/>
            <pc:sldMk cId="0" sldId="285"/>
            <ac:spMk id="4" creationId="{E0FDED65-B71F-720A-D859-9D3B4A44A864}"/>
          </ac:spMkLst>
        </pc:spChg>
      </pc:sldChg>
      <pc:sldChg chg="modSp">
        <pc:chgData name="Cláudia Naumann" userId="S::naumann_nce.ufrj.br#ext#@cisco.onmicrosoft.com::2c14c15b-0266-4182-83e5-84c7c06e2959" providerId="AD" clId="Web-{E92E615E-639F-9E9D-48E5-DE748577DFB4}" dt="2022-10-27T16:53:03.094" v="2201" actId="14100"/>
        <pc:sldMkLst>
          <pc:docMk/>
          <pc:sldMk cId="0" sldId="286"/>
        </pc:sldMkLst>
        <pc:spChg chg="mod">
          <ac:chgData name="Cláudia Naumann" userId="S::naumann_nce.ufrj.br#ext#@cisco.onmicrosoft.com::2c14c15b-0266-4182-83e5-84c7c06e2959" providerId="AD" clId="Web-{E92E615E-639F-9E9D-48E5-DE748577DFB4}" dt="2022-10-27T16:53:03.094" v="2201" actId="14100"/>
          <ac:spMkLst>
            <pc:docMk/>
            <pc:sldMk cId="0" sldId="286"/>
            <ac:spMk id="3" creationId="{00000000-0000-0000-0000-000000000000}"/>
          </ac:spMkLst>
        </pc:spChg>
        <pc:spChg chg="mod">
          <ac:chgData name="Cláudia Naumann" userId="S::naumann_nce.ufrj.br#ext#@cisco.onmicrosoft.com::2c14c15b-0266-4182-83e5-84c7c06e2959" providerId="AD" clId="Web-{E92E615E-639F-9E9D-48E5-DE748577DFB4}" dt="2022-10-27T01:34:35.795" v="2146" actId="20577"/>
          <ac:spMkLst>
            <pc:docMk/>
            <pc:sldMk cId="0" sldId="286"/>
            <ac:spMk id="4" creationId="{E81660A1-5B96-AA03-BC8F-0603D2DA9A09}"/>
          </ac:spMkLst>
        </pc:spChg>
      </pc:sldChg>
      <pc:sldChg chg="modSp">
        <pc:chgData name="Cláudia Naumann" userId="S::naumann_nce.ufrj.br#ext#@cisco.onmicrosoft.com::2c14c15b-0266-4182-83e5-84c7c06e2959" providerId="AD" clId="Web-{E92E615E-639F-9E9D-48E5-DE748577DFB4}" dt="2022-10-27T16:55:54.848" v="2251" actId="20577"/>
        <pc:sldMkLst>
          <pc:docMk/>
          <pc:sldMk cId="0" sldId="287"/>
        </pc:sldMkLst>
        <pc:spChg chg="mod">
          <ac:chgData name="Cláudia Naumann" userId="S::naumann_nce.ufrj.br#ext#@cisco.onmicrosoft.com::2c14c15b-0266-4182-83e5-84c7c06e2959" providerId="AD" clId="Web-{E92E615E-639F-9E9D-48E5-DE748577DFB4}" dt="2022-10-27T16:52:51.578" v="2200" actId="14100"/>
          <ac:spMkLst>
            <pc:docMk/>
            <pc:sldMk cId="0" sldId="287"/>
            <ac:spMk id="3" creationId="{00000000-0000-0000-0000-000000000000}"/>
          </ac:spMkLst>
        </pc:spChg>
        <pc:spChg chg="mod">
          <ac:chgData name="Cláudia Naumann" userId="S::naumann_nce.ufrj.br#ext#@cisco.onmicrosoft.com::2c14c15b-0266-4182-83e5-84c7c06e2959" providerId="AD" clId="Web-{E92E615E-639F-9E9D-48E5-DE748577DFB4}" dt="2022-10-27T16:55:54.848" v="2251" actId="20577"/>
          <ac:spMkLst>
            <pc:docMk/>
            <pc:sldMk cId="0" sldId="287"/>
            <ac:spMk id="5" creationId="{06E76AFF-736A-B78E-6793-5ADF918971E5}"/>
          </ac:spMkLst>
        </pc:spChg>
      </pc:sldChg>
      <pc:sldChg chg="modSp">
        <pc:chgData name="Cláudia Naumann" userId="S::naumann_nce.ufrj.br#ext#@cisco.onmicrosoft.com::2c14c15b-0266-4182-83e5-84c7c06e2959" providerId="AD" clId="Web-{E92E615E-639F-9E9D-48E5-DE748577DFB4}" dt="2022-10-27T16:58:49.587" v="2322" actId="14100"/>
        <pc:sldMkLst>
          <pc:docMk/>
          <pc:sldMk cId="0" sldId="288"/>
        </pc:sldMkLst>
        <pc:spChg chg="mod">
          <ac:chgData name="Cláudia Naumann" userId="S::naumann_nce.ufrj.br#ext#@cisco.onmicrosoft.com::2c14c15b-0266-4182-83e5-84c7c06e2959" providerId="AD" clId="Web-{E92E615E-639F-9E9D-48E5-DE748577DFB4}" dt="2022-10-27T16:36:14.755" v="2148" actId="14100"/>
          <ac:spMkLst>
            <pc:docMk/>
            <pc:sldMk cId="0" sldId="288"/>
            <ac:spMk id="3" creationId="{00000000-0000-0000-0000-000000000000}"/>
          </ac:spMkLst>
        </pc:spChg>
        <pc:spChg chg="mod">
          <ac:chgData name="Cláudia Naumann" userId="S::naumann_nce.ufrj.br#ext#@cisco.onmicrosoft.com::2c14c15b-0266-4182-83e5-84c7c06e2959" providerId="AD" clId="Web-{E92E615E-639F-9E9D-48E5-DE748577DFB4}" dt="2022-10-27T16:58:49.587" v="2322" actId="14100"/>
          <ac:spMkLst>
            <pc:docMk/>
            <pc:sldMk cId="0" sldId="288"/>
            <ac:spMk id="5" creationId="{00000000-0000-0000-0000-000000000000}"/>
          </ac:spMkLst>
        </pc:spChg>
      </pc:sldChg>
      <pc:sldChg chg="modSp">
        <pc:chgData name="Cláudia Naumann" userId="S::naumann_nce.ufrj.br#ext#@cisco.onmicrosoft.com::2c14c15b-0266-4182-83e5-84c7c06e2959" providerId="AD" clId="Web-{E92E615E-639F-9E9D-48E5-DE748577DFB4}" dt="2022-10-27T16:59:28.385" v="2329" actId="20577"/>
        <pc:sldMkLst>
          <pc:docMk/>
          <pc:sldMk cId="0" sldId="289"/>
        </pc:sldMkLst>
        <pc:spChg chg="mod">
          <ac:chgData name="Cláudia Naumann" userId="S::naumann_nce.ufrj.br#ext#@cisco.onmicrosoft.com::2c14c15b-0266-4182-83e5-84c7c06e2959" providerId="AD" clId="Web-{E92E615E-639F-9E9D-48E5-DE748577DFB4}" dt="2022-10-27T16:59:28.385" v="2329" actId="20577"/>
          <ac:spMkLst>
            <pc:docMk/>
            <pc:sldMk cId="0" sldId="289"/>
            <ac:spMk id="5" creationId="{00000000-0000-0000-0000-000000000000}"/>
          </ac:spMkLst>
        </pc:spChg>
      </pc:sldChg>
      <pc:sldChg chg="modSp">
        <pc:chgData name="Cláudia Naumann" userId="S::naumann_nce.ufrj.br#ext#@cisco.onmicrosoft.com::2c14c15b-0266-4182-83e5-84c7c06e2959" providerId="AD" clId="Web-{E92E615E-639F-9E9D-48E5-DE748577DFB4}" dt="2022-10-27T17:16:01.083" v="2917" actId="14100"/>
        <pc:sldMkLst>
          <pc:docMk/>
          <pc:sldMk cId="0" sldId="291"/>
        </pc:sldMkLst>
        <pc:spChg chg="mod">
          <ac:chgData name="Cláudia Naumann" userId="S::naumann_nce.ufrj.br#ext#@cisco.onmicrosoft.com::2c14c15b-0266-4182-83e5-84c7c06e2959" providerId="AD" clId="Web-{E92E615E-639F-9E9D-48E5-DE748577DFB4}" dt="2022-10-27T17:08:07.383" v="2594" actId="14100"/>
          <ac:spMkLst>
            <pc:docMk/>
            <pc:sldMk cId="0" sldId="291"/>
            <ac:spMk id="3" creationId="{00000000-0000-0000-0000-000000000000}"/>
          </ac:spMkLst>
        </pc:spChg>
        <pc:spChg chg="mod">
          <ac:chgData name="Cláudia Naumann" userId="S::naumann_nce.ufrj.br#ext#@cisco.onmicrosoft.com::2c14c15b-0266-4182-83e5-84c7c06e2959" providerId="AD" clId="Web-{E92E615E-639F-9E9D-48E5-DE748577DFB4}" dt="2022-10-27T17:16:01.083" v="2917" actId="14100"/>
          <ac:spMkLst>
            <pc:docMk/>
            <pc:sldMk cId="0" sldId="291"/>
            <ac:spMk id="5" creationId="{00000000-0000-0000-0000-000000000000}"/>
          </ac:spMkLst>
        </pc:spChg>
      </pc:sldChg>
      <pc:sldChg chg="del">
        <pc:chgData name="Cláudia Naumann" userId="S::naumann_nce.ufrj.br#ext#@cisco.onmicrosoft.com::2c14c15b-0266-4182-83e5-84c7c06e2959" providerId="AD" clId="Web-{E92E615E-639F-9E9D-48E5-DE748577DFB4}" dt="2022-10-27T17:03:21.548" v="2354"/>
        <pc:sldMkLst>
          <pc:docMk/>
          <pc:sldMk cId="0" sldId="292"/>
        </pc:sldMkLst>
      </pc:sldChg>
      <pc:sldChg chg="del">
        <pc:chgData name="Cláudia Naumann" userId="S::naumann_nce.ufrj.br#ext#@cisco.onmicrosoft.com::2c14c15b-0266-4182-83e5-84c7c06e2959" providerId="AD" clId="Web-{E92E615E-639F-9E9D-48E5-DE748577DFB4}" dt="2022-10-26T21:28:45.912" v="185"/>
        <pc:sldMkLst>
          <pc:docMk/>
          <pc:sldMk cId="3094066351" sldId="1073"/>
        </pc:sldMkLst>
      </pc:sldChg>
      <pc:sldChg chg="modSp modNotes">
        <pc:chgData name="Cláudia Naumann" userId="S::naumann_nce.ufrj.br#ext#@cisco.onmicrosoft.com::2c14c15b-0266-4182-83e5-84c7c06e2959" providerId="AD" clId="Web-{E92E615E-639F-9E9D-48E5-DE748577DFB4}" dt="2022-10-26T22:17:39.906" v="332"/>
        <pc:sldMkLst>
          <pc:docMk/>
          <pc:sldMk cId="2038563841" sldId="1076"/>
        </pc:sldMkLst>
        <pc:spChg chg="mod">
          <ac:chgData name="Cláudia Naumann" userId="S::naumann_nce.ufrj.br#ext#@cisco.onmicrosoft.com::2c14c15b-0266-4182-83e5-84c7c06e2959" providerId="AD" clId="Web-{E92E615E-639F-9E9D-48E5-DE748577DFB4}" dt="2022-10-26T22:15:19.620" v="313" actId="14100"/>
          <ac:spMkLst>
            <pc:docMk/>
            <pc:sldMk cId="2038563841" sldId="1076"/>
            <ac:spMk id="3" creationId="{00000000-0000-0000-0000-000000000000}"/>
          </ac:spMkLst>
        </pc:spChg>
      </pc:sldChg>
      <pc:sldChg chg="addSp delSp modSp">
        <pc:chgData name="Cláudia Naumann" userId="S::naumann_nce.ufrj.br#ext#@cisco.onmicrosoft.com::2c14c15b-0266-4182-83e5-84c7c06e2959" providerId="AD" clId="Web-{E92E615E-639F-9E9D-48E5-DE748577DFB4}" dt="2022-10-26T22:34:57.950" v="909" actId="20577"/>
        <pc:sldMkLst>
          <pc:docMk/>
          <pc:sldMk cId="2255235262" sldId="1077"/>
        </pc:sldMkLst>
        <pc:spChg chg="mod">
          <ac:chgData name="Cláudia Naumann" userId="S::naumann_nce.ufrj.br#ext#@cisco.onmicrosoft.com::2c14c15b-0266-4182-83e5-84c7c06e2959" providerId="AD" clId="Web-{E92E615E-639F-9E9D-48E5-DE748577DFB4}" dt="2022-10-26T22:24:09.010" v="396" actId="20577"/>
          <ac:spMkLst>
            <pc:docMk/>
            <pc:sldMk cId="2255235262" sldId="1077"/>
            <ac:spMk id="5" creationId="{00000000-0000-0000-0000-000000000000}"/>
          </ac:spMkLst>
        </pc:spChg>
        <pc:spChg chg="add del mod">
          <ac:chgData name="Cláudia Naumann" userId="S::naumann_nce.ufrj.br#ext#@cisco.onmicrosoft.com::2c14c15b-0266-4182-83e5-84c7c06e2959" providerId="AD" clId="Web-{E92E615E-639F-9E9D-48E5-DE748577DFB4}" dt="2022-10-26T22:32:26.211" v="726"/>
          <ac:spMkLst>
            <pc:docMk/>
            <pc:sldMk cId="2255235262" sldId="1077"/>
            <ac:spMk id="6" creationId="{5494B58F-FC9C-1439-2D89-D4C78D075D9A}"/>
          </ac:spMkLst>
        </pc:spChg>
        <pc:spChg chg="add mod">
          <ac:chgData name="Cláudia Naumann" userId="S::naumann_nce.ufrj.br#ext#@cisco.onmicrosoft.com::2c14c15b-0266-4182-83e5-84c7c06e2959" providerId="AD" clId="Web-{E92E615E-639F-9E9D-48E5-DE748577DFB4}" dt="2022-10-26T22:34:57.950" v="909" actId="20577"/>
          <ac:spMkLst>
            <pc:docMk/>
            <pc:sldMk cId="2255235262" sldId="1077"/>
            <ac:spMk id="7" creationId="{E0E35363-F718-B2BB-D358-FB0C6E045F6F}"/>
          </ac:spMkLst>
        </pc:spChg>
        <pc:graphicFrameChg chg="add mod modGraphic">
          <ac:chgData name="Cláudia Naumann" userId="S::naumann_nce.ufrj.br#ext#@cisco.onmicrosoft.com::2c14c15b-0266-4182-83e5-84c7c06e2959" providerId="AD" clId="Web-{E92E615E-639F-9E9D-48E5-DE748577DFB4}" dt="2022-10-26T22:34:46.528" v="907"/>
          <ac:graphicFrameMkLst>
            <pc:docMk/>
            <pc:sldMk cId="2255235262" sldId="1077"/>
            <ac:graphicFrameMk id="4" creationId="{A627D418-319E-4F7A-247A-0C8EFE9F2296}"/>
          </ac:graphicFrameMkLst>
        </pc:graphicFrameChg>
      </pc:sldChg>
      <pc:sldChg chg="modSp modNotes">
        <pc:chgData name="Cláudia Naumann" userId="S::naumann_nce.ufrj.br#ext#@cisco.onmicrosoft.com::2c14c15b-0266-4182-83e5-84c7c06e2959" providerId="AD" clId="Web-{E92E615E-639F-9E9D-48E5-DE748577DFB4}" dt="2022-10-26T22:38:15.752" v="934" actId="20577"/>
        <pc:sldMkLst>
          <pc:docMk/>
          <pc:sldMk cId="1397048152" sldId="1078"/>
        </pc:sldMkLst>
        <pc:spChg chg="mod">
          <ac:chgData name="Cláudia Naumann" userId="S::naumann_nce.ufrj.br#ext#@cisco.onmicrosoft.com::2c14c15b-0266-4182-83e5-84c7c06e2959" providerId="AD" clId="Web-{E92E615E-639F-9E9D-48E5-DE748577DFB4}" dt="2022-10-26T22:37:27.954" v="921" actId="20577"/>
          <ac:spMkLst>
            <pc:docMk/>
            <pc:sldMk cId="1397048152" sldId="1078"/>
            <ac:spMk id="3" creationId="{00000000-0000-0000-0000-000000000000}"/>
          </ac:spMkLst>
        </pc:spChg>
        <pc:spChg chg="mod">
          <ac:chgData name="Cláudia Naumann" userId="S::naumann_nce.ufrj.br#ext#@cisco.onmicrosoft.com::2c14c15b-0266-4182-83e5-84c7c06e2959" providerId="AD" clId="Web-{E92E615E-639F-9E9D-48E5-DE748577DFB4}" dt="2022-10-26T22:38:15.752" v="934" actId="20577"/>
          <ac:spMkLst>
            <pc:docMk/>
            <pc:sldMk cId="1397048152" sldId="1078"/>
            <ac:spMk id="5" creationId="{00000000-0000-0000-0000-000000000000}"/>
          </ac:spMkLst>
        </pc:spChg>
      </pc:sldChg>
      <pc:sldChg chg="modSp del">
        <pc:chgData name="Cláudia Naumann" userId="S::naumann_nce.ufrj.br#ext#@cisco.onmicrosoft.com::2c14c15b-0266-4182-83e5-84c7c06e2959" providerId="AD" clId="Web-{E92E615E-639F-9E9D-48E5-DE748577DFB4}" dt="2022-10-26T22:47:54.003" v="1119"/>
        <pc:sldMkLst>
          <pc:docMk/>
          <pc:sldMk cId="421762008" sldId="1079"/>
        </pc:sldMkLst>
        <pc:spChg chg="mod">
          <ac:chgData name="Cláudia Naumann" userId="S::naumann_nce.ufrj.br#ext#@cisco.onmicrosoft.com::2c14c15b-0266-4182-83e5-84c7c06e2959" providerId="AD" clId="Web-{E92E615E-639F-9E9D-48E5-DE748577DFB4}" dt="2022-10-26T22:44:41.826" v="1049" actId="20577"/>
          <ac:spMkLst>
            <pc:docMk/>
            <pc:sldMk cId="421762008" sldId="1079"/>
            <ac:spMk id="5" creationId="{00000000-0000-0000-0000-000000000000}"/>
          </ac:spMkLst>
        </pc:spChg>
      </pc:sldChg>
      <pc:sldChg chg="modSp modNotes">
        <pc:chgData name="Cláudia Naumann" userId="S::naumann_nce.ufrj.br#ext#@cisco.onmicrosoft.com::2c14c15b-0266-4182-83e5-84c7c06e2959" providerId="AD" clId="Web-{E92E615E-639F-9E9D-48E5-DE748577DFB4}" dt="2022-10-26T22:51:19.618" v="1296"/>
        <pc:sldMkLst>
          <pc:docMk/>
          <pc:sldMk cId="2736107614" sldId="1080"/>
        </pc:sldMkLst>
        <pc:spChg chg="mod">
          <ac:chgData name="Cláudia Naumann" userId="S::naumann_nce.ufrj.br#ext#@cisco.onmicrosoft.com::2c14c15b-0266-4182-83e5-84c7c06e2959" providerId="AD" clId="Web-{E92E615E-639F-9E9D-48E5-DE748577DFB4}" dt="2022-10-26T22:48:04.847" v="1133" actId="14100"/>
          <ac:spMkLst>
            <pc:docMk/>
            <pc:sldMk cId="2736107614" sldId="1080"/>
            <ac:spMk id="3" creationId="{00000000-0000-0000-0000-000000000000}"/>
          </ac:spMkLst>
        </pc:spChg>
        <pc:spChg chg="mod">
          <ac:chgData name="Cláudia Naumann" userId="S::naumann_nce.ufrj.br#ext#@cisco.onmicrosoft.com::2c14c15b-0266-4182-83e5-84c7c06e2959" providerId="AD" clId="Web-{E92E615E-639F-9E9D-48E5-DE748577DFB4}" dt="2022-10-26T22:51:11.415" v="1293" actId="20577"/>
          <ac:spMkLst>
            <pc:docMk/>
            <pc:sldMk cId="2736107614" sldId="1080"/>
            <ac:spMk id="5" creationId="{00000000-0000-0000-0000-000000000000}"/>
          </ac:spMkLst>
        </pc:spChg>
      </pc:sldChg>
      <pc:sldChg chg="modSp modNotes">
        <pc:chgData name="Cláudia Naumann" userId="S::naumann_nce.ufrj.br#ext#@cisco.onmicrosoft.com::2c14c15b-0266-4182-83e5-84c7c06e2959" providerId="AD" clId="Web-{E92E615E-639F-9E9D-48E5-DE748577DFB4}" dt="2022-10-26T22:56:06.595" v="1390" actId="14100"/>
        <pc:sldMkLst>
          <pc:docMk/>
          <pc:sldMk cId="3026021257" sldId="1081"/>
        </pc:sldMkLst>
        <pc:spChg chg="mod">
          <ac:chgData name="Cláudia Naumann" userId="S::naumann_nce.ufrj.br#ext#@cisco.onmicrosoft.com::2c14c15b-0266-4182-83e5-84c7c06e2959" providerId="AD" clId="Web-{E92E615E-639F-9E9D-48E5-DE748577DFB4}" dt="2022-10-26T22:54:06.388" v="1352" actId="14100"/>
          <ac:spMkLst>
            <pc:docMk/>
            <pc:sldMk cId="3026021257" sldId="1081"/>
            <ac:spMk id="3" creationId="{00000000-0000-0000-0000-000000000000}"/>
          </ac:spMkLst>
        </pc:spChg>
        <pc:spChg chg="mod">
          <ac:chgData name="Cláudia Naumann" userId="S::naumann_nce.ufrj.br#ext#@cisco.onmicrosoft.com::2c14c15b-0266-4182-83e5-84c7c06e2959" providerId="AD" clId="Web-{E92E615E-639F-9E9D-48E5-DE748577DFB4}" dt="2022-10-26T22:56:06.595" v="1390" actId="14100"/>
          <ac:spMkLst>
            <pc:docMk/>
            <pc:sldMk cId="3026021257" sldId="1081"/>
            <ac:spMk id="5" creationId="{00000000-0000-0000-0000-000000000000}"/>
          </ac:spMkLst>
        </pc:spChg>
        <pc:picChg chg="mod">
          <ac:chgData name="Cláudia Naumann" userId="S::naumann_nce.ufrj.br#ext#@cisco.onmicrosoft.com::2c14c15b-0266-4182-83e5-84c7c06e2959" providerId="AD" clId="Web-{E92E615E-639F-9E9D-48E5-DE748577DFB4}" dt="2022-10-26T22:54:54.843" v="1366" actId="14100"/>
          <ac:picMkLst>
            <pc:docMk/>
            <pc:sldMk cId="3026021257" sldId="1081"/>
            <ac:picMk id="6" creationId="{5D7ED621-CDD9-C6CD-2EA9-34641E6066A2}"/>
          </ac:picMkLst>
        </pc:picChg>
      </pc:sldChg>
      <pc:sldChg chg="del">
        <pc:chgData name="Cláudia Naumann" userId="S::naumann_nce.ufrj.br#ext#@cisco.onmicrosoft.com::2c14c15b-0266-4182-83e5-84c7c06e2959" providerId="AD" clId="Web-{E92E615E-639F-9E9D-48E5-DE748577DFB4}" dt="2022-10-26T22:58:31.771" v="1398"/>
        <pc:sldMkLst>
          <pc:docMk/>
          <pc:sldMk cId="2492444332" sldId="1082"/>
        </pc:sldMkLst>
      </pc:sldChg>
      <pc:sldChg chg="modSp modNotes">
        <pc:chgData name="Cláudia Naumann" userId="S::naumann_nce.ufrj.br#ext#@cisco.onmicrosoft.com::2c14c15b-0266-4182-83e5-84c7c06e2959" providerId="AD" clId="Web-{E92E615E-639F-9E9D-48E5-DE748577DFB4}" dt="2022-10-26T23:35:54.772" v="1644"/>
        <pc:sldMkLst>
          <pc:docMk/>
          <pc:sldMk cId="3935741135" sldId="1083"/>
        </pc:sldMkLst>
        <pc:spChg chg="mod">
          <ac:chgData name="Cláudia Naumann" userId="S::naumann_nce.ufrj.br#ext#@cisco.onmicrosoft.com::2c14c15b-0266-4182-83e5-84c7c06e2959" providerId="AD" clId="Web-{E92E615E-639F-9E9D-48E5-DE748577DFB4}" dt="2022-10-26T23:35:45.506" v="1638" actId="14100"/>
          <ac:spMkLst>
            <pc:docMk/>
            <pc:sldMk cId="3935741135" sldId="1083"/>
            <ac:spMk id="3" creationId="{00000000-0000-0000-0000-000000000000}"/>
          </ac:spMkLst>
        </pc:spChg>
        <pc:spChg chg="mod">
          <ac:chgData name="Cláudia Naumann" userId="S::naumann_nce.ufrj.br#ext#@cisco.onmicrosoft.com::2c14c15b-0266-4182-83e5-84c7c06e2959" providerId="AD" clId="Web-{E92E615E-639F-9E9D-48E5-DE748577DFB4}" dt="2022-10-26T23:35:22.537" v="1630" actId="14100"/>
          <ac:spMkLst>
            <pc:docMk/>
            <pc:sldMk cId="3935741135" sldId="1083"/>
            <ac:spMk id="5" creationId="{00000000-0000-0000-0000-000000000000}"/>
          </ac:spMkLst>
        </pc:spChg>
      </pc:sldChg>
      <pc:sldChg chg="del">
        <pc:chgData name="Cláudia Naumann" userId="S::naumann_nce.ufrj.br#ext#@cisco.onmicrosoft.com::2c14c15b-0266-4182-83e5-84c7c06e2959" providerId="AD" clId="Web-{E92E615E-639F-9E9D-48E5-DE748577DFB4}" dt="2022-10-26T22:59:07.272" v="1403"/>
        <pc:sldMkLst>
          <pc:docMk/>
          <pc:sldMk cId="2795879655" sldId="1084"/>
        </pc:sldMkLst>
      </pc:sldChg>
      <pc:sldChg chg="modSp del">
        <pc:chgData name="Cláudia Naumann" userId="S::naumann_nce.ufrj.br#ext#@cisco.onmicrosoft.com::2c14c15b-0266-4182-83e5-84c7c06e2959" providerId="AD" clId="Web-{E92E615E-639F-9E9D-48E5-DE748577DFB4}" dt="2022-10-26T23:02:21.308" v="1435"/>
        <pc:sldMkLst>
          <pc:docMk/>
          <pc:sldMk cId="3901501957" sldId="1085"/>
        </pc:sldMkLst>
        <pc:spChg chg="mod">
          <ac:chgData name="Cláudia Naumann" userId="S::naumann_nce.ufrj.br#ext#@cisco.onmicrosoft.com::2c14c15b-0266-4182-83e5-84c7c06e2959" providerId="AD" clId="Web-{E92E615E-639F-9E9D-48E5-DE748577DFB4}" dt="2022-10-26T23:01:44.698" v="1421" actId="20577"/>
          <ac:spMkLst>
            <pc:docMk/>
            <pc:sldMk cId="3901501957" sldId="1085"/>
            <ac:spMk id="5" creationId="{00000000-0000-0000-0000-000000000000}"/>
          </ac:spMkLst>
        </pc:spChg>
      </pc:sldChg>
      <pc:sldChg chg="modSp del">
        <pc:chgData name="Cláudia Naumann" userId="S::naumann_nce.ufrj.br#ext#@cisco.onmicrosoft.com::2c14c15b-0266-4182-83e5-84c7c06e2959" providerId="AD" clId="Web-{E92E615E-639F-9E9D-48E5-DE748577DFB4}" dt="2022-10-26T23:43:15.113" v="1697"/>
        <pc:sldMkLst>
          <pc:docMk/>
          <pc:sldMk cId="4220322222" sldId="1086"/>
        </pc:sldMkLst>
        <pc:spChg chg="mod">
          <ac:chgData name="Cláudia Naumann" userId="S::naumann_nce.ufrj.br#ext#@cisco.onmicrosoft.com::2c14c15b-0266-4182-83e5-84c7c06e2959" providerId="AD" clId="Web-{E92E615E-639F-9E9D-48E5-DE748577DFB4}" dt="2022-10-26T23:38:40.090" v="1667" actId="20577"/>
          <ac:spMkLst>
            <pc:docMk/>
            <pc:sldMk cId="4220322222" sldId="1086"/>
            <ac:spMk id="5" creationId="{00000000-0000-0000-0000-000000000000}"/>
          </ac:spMkLst>
        </pc:spChg>
      </pc:sldChg>
      <pc:sldChg chg="addSp modSp">
        <pc:chgData name="Cláudia Naumann" userId="S::naumann_nce.ufrj.br#ext#@cisco.onmicrosoft.com::2c14c15b-0266-4182-83e5-84c7c06e2959" providerId="AD" clId="Web-{E92E615E-639F-9E9D-48E5-DE748577DFB4}" dt="2022-10-27T16:51:49.592" v="2199" actId="20577"/>
        <pc:sldMkLst>
          <pc:docMk/>
          <pc:sldMk cId="4090066676" sldId="1087"/>
        </pc:sldMkLst>
        <pc:spChg chg="mod">
          <ac:chgData name="Cláudia Naumann" userId="S::naumann_nce.ufrj.br#ext#@cisco.onmicrosoft.com::2c14c15b-0266-4182-83e5-84c7c06e2959" providerId="AD" clId="Web-{E92E615E-639F-9E9D-48E5-DE748577DFB4}" dt="2022-10-27T01:26:33.545" v="2003" actId="14100"/>
          <ac:spMkLst>
            <pc:docMk/>
            <pc:sldMk cId="4090066676" sldId="1087"/>
            <ac:spMk id="3" creationId="{00000000-0000-0000-0000-000000000000}"/>
          </ac:spMkLst>
        </pc:spChg>
        <pc:spChg chg="add mod">
          <ac:chgData name="Cláudia Naumann" userId="S::naumann_nce.ufrj.br#ext#@cisco.onmicrosoft.com::2c14c15b-0266-4182-83e5-84c7c06e2959" providerId="AD" clId="Web-{E92E615E-639F-9E9D-48E5-DE748577DFB4}" dt="2022-10-27T16:51:49.592" v="2199" actId="20577"/>
          <ac:spMkLst>
            <pc:docMk/>
            <pc:sldMk cId="4090066676" sldId="1087"/>
            <ac:spMk id="4" creationId="{3B3B49AF-4D6E-DA74-E5D4-8947CCE15E30}"/>
          </ac:spMkLst>
        </pc:spChg>
        <pc:graphicFrameChg chg="mod modGraphic">
          <ac:chgData name="Cláudia Naumann" userId="S::naumann_nce.ufrj.br#ext#@cisco.onmicrosoft.com::2c14c15b-0266-4182-83e5-84c7c06e2959" providerId="AD" clId="Web-{E92E615E-639F-9E9D-48E5-DE748577DFB4}" dt="2022-10-27T01:29:25.753" v="2054" actId="1076"/>
          <ac:graphicFrameMkLst>
            <pc:docMk/>
            <pc:sldMk cId="4090066676" sldId="1087"/>
            <ac:graphicFrameMk id="31" creationId="{00000000-0000-0000-0000-000000000000}"/>
          </ac:graphicFrameMkLst>
        </pc:graphicFrameChg>
      </pc:sldChg>
      <pc:sldChg chg="addSp modSp modNotes">
        <pc:chgData name="Cláudia Naumann" userId="S::naumann_nce.ufrj.br#ext#@cisco.onmicrosoft.com::2c14c15b-0266-4182-83e5-84c7c06e2959" providerId="AD" clId="Web-{E92E615E-639F-9E9D-48E5-DE748577DFB4}" dt="2022-10-27T01:34:04.466" v="2132" actId="20577"/>
        <pc:sldMkLst>
          <pc:docMk/>
          <pc:sldMk cId="292766955" sldId="1088"/>
        </pc:sldMkLst>
        <pc:spChg chg="mod">
          <ac:chgData name="Cláudia Naumann" userId="S::naumann_nce.ufrj.br#ext#@cisco.onmicrosoft.com::2c14c15b-0266-4182-83e5-84c7c06e2959" providerId="AD" clId="Web-{E92E615E-639F-9E9D-48E5-DE748577DFB4}" dt="2022-10-27T01:32:31.713" v="2110" actId="20577"/>
          <ac:spMkLst>
            <pc:docMk/>
            <pc:sldMk cId="292766955" sldId="1088"/>
            <ac:spMk id="3" creationId="{00000000-0000-0000-0000-000000000000}"/>
          </ac:spMkLst>
        </pc:spChg>
        <pc:spChg chg="add mod">
          <ac:chgData name="Cláudia Naumann" userId="S::naumann_nce.ufrj.br#ext#@cisco.onmicrosoft.com::2c14c15b-0266-4182-83e5-84c7c06e2959" providerId="AD" clId="Web-{E92E615E-639F-9E9D-48E5-DE748577DFB4}" dt="2022-10-27T01:34:04.466" v="2132" actId="20577"/>
          <ac:spMkLst>
            <pc:docMk/>
            <pc:sldMk cId="292766955" sldId="1088"/>
            <ac:spMk id="4" creationId="{35CDA283-15E0-F69B-5826-CE401EA7EA1F}"/>
          </ac:spMkLst>
        </pc:spChg>
        <pc:graphicFrameChg chg="mod modGraphic">
          <ac:chgData name="Cláudia Naumann" userId="S::naumann_nce.ufrj.br#ext#@cisco.onmicrosoft.com::2c14c15b-0266-4182-83e5-84c7c06e2959" providerId="AD" clId="Web-{E92E615E-639F-9E9D-48E5-DE748577DFB4}" dt="2022-10-27T01:33:10.323" v="2118" actId="1076"/>
          <ac:graphicFrameMkLst>
            <pc:docMk/>
            <pc:sldMk cId="292766955" sldId="1088"/>
            <ac:graphicFrameMk id="32" creationId="{00000000-0000-0000-0000-000000000000}"/>
          </ac:graphicFrameMkLst>
        </pc:graphicFrameChg>
      </pc:sldChg>
      <pc:sldChg chg="modSp modNotes">
        <pc:chgData name="Cláudia Naumann" userId="S::naumann_nce.ufrj.br#ext#@cisco.onmicrosoft.com::2c14c15b-0266-4182-83e5-84c7c06e2959" providerId="AD" clId="Web-{E92E615E-639F-9E9D-48E5-DE748577DFB4}" dt="2022-10-27T16:58:09.164" v="2315" actId="1076"/>
        <pc:sldMkLst>
          <pc:docMk/>
          <pc:sldMk cId="3975993832" sldId="1089"/>
        </pc:sldMkLst>
        <pc:spChg chg="mod">
          <ac:chgData name="Cláudia Naumann" userId="S::naumann_nce.ufrj.br#ext#@cisco.onmicrosoft.com::2c14c15b-0266-4182-83e5-84c7c06e2959" providerId="AD" clId="Web-{E92E615E-639F-9E9D-48E5-DE748577DFB4}" dt="2022-10-27T16:56:03.598" v="2259" actId="20577"/>
          <ac:spMkLst>
            <pc:docMk/>
            <pc:sldMk cId="3975993832" sldId="1089"/>
            <ac:spMk id="3" creationId="{00000000-0000-0000-0000-000000000000}"/>
          </ac:spMkLst>
        </pc:spChg>
        <pc:spChg chg="mod">
          <ac:chgData name="Cláudia Naumann" userId="S::naumann_nce.ufrj.br#ext#@cisco.onmicrosoft.com::2c14c15b-0266-4182-83e5-84c7c06e2959" providerId="AD" clId="Web-{E92E615E-639F-9E9D-48E5-DE748577DFB4}" dt="2022-10-27T16:56:48.881" v="2300" actId="20577"/>
          <ac:spMkLst>
            <pc:docMk/>
            <pc:sldMk cId="3975993832" sldId="1089"/>
            <ac:spMk id="4" creationId="{E3B9F206-C5BC-CBD8-81B6-9A58CAA83F5D}"/>
          </ac:spMkLst>
        </pc:spChg>
        <pc:graphicFrameChg chg="mod modGraphic">
          <ac:chgData name="Cláudia Naumann" userId="S::naumann_nce.ufrj.br#ext#@cisco.onmicrosoft.com::2c14c15b-0266-4182-83e5-84c7c06e2959" providerId="AD" clId="Web-{E92E615E-639F-9E9D-48E5-DE748577DFB4}" dt="2022-10-27T16:58:09.164" v="2315" actId="1076"/>
          <ac:graphicFrameMkLst>
            <pc:docMk/>
            <pc:sldMk cId="3975993832" sldId="1089"/>
            <ac:graphicFrameMk id="33" creationId="{00000000-0000-0000-0000-000000000000}"/>
          </ac:graphicFrameMkLst>
        </pc:graphicFrameChg>
      </pc:sldChg>
      <pc:sldChg chg="modSp modNotes">
        <pc:chgData name="Cláudia Naumann" userId="S::naumann_nce.ufrj.br#ext#@cisco.onmicrosoft.com::2c14c15b-0266-4182-83e5-84c7c06e2959" providerId="AD" clId="Web-{E92E615E-639F-9E9D-48E5-DE748577DFB4}" dt="2022-10-27T17:24:02.815" v="3203" actId="14100"/>
        <pc:sldMkLst>
          <pc:docMk/>
          <pc:sldMk cId="592108853" sldId="1090"/>
        </pc:sldMkLst>
        <pc:spChg chg="mod">
          <ac:chgData name="Cláudia Naumann" userId="S::naumann_nce.ufrj.br#ext#@cisco.onmicrosoft.com::2c14c15b-0266-4182-83e5-84c7c06e2959" providerId="AD" clId="Web-{E92E615E-639F-9E9D-48E5-DE748577DFB4}" dt="2022-10-27T17:08:38.337" v="2600" actId="20577"/>
          <ac:spMkLst>
            <pc:docMk/>
            <pc:sldMk cId="592108853" sldId="1090"/>
            <ac:spMk id="3" creationId="{00000000-0000-0000-0000-000000000000}"/>
          </ac:spMkLst>
        </pc:spChg>
        <pc:spChg chg="mod">
          <ac:chgData name="Cláudia Naumann" userId="S::naumann_nce.ufrj.br#ext#@cisco.onmicrosoft.com::2c14c15b-0266-4182-83e5-84c7c06e2959" providerId="AD" clId="Web-{E92E615E-639F-9E9D-48E5-DE748577DFB4}" dt="2022-10-27T17:24:02.815" v="3203" actId="14100"/>
          <ac:spMkLst>
            <pc:docMk/>
            <pc:sldMk cId="592108853" sldId="1090"/>
            <ac:spMk id="5" creationId="{00000000-0000-0000-0000-000000000000}"/>
          </ac:spMkLst>
        </pc:spChg>
      </pc:sldChg>
      <pc:sldChg chg="modSp del">
        <pc:chgData name="Cláudia Naumann" userId="S::naumann_nce.ufrj.br#ext#@cisco.onmicrosoft.com::2c14c15b-0266-4182-83e5-84c7c06e2959" providerId="AD" clId="Web-{E92E615E-639F-9E9D-48E5-DE748577DFB4}" dt="2022-10-27T17:18:57.025" v="2956"/>
        <pc:sldMkLst>
          <pc:docMk/>
          <pc:sldMk cId="2882384118" sldId="1091"/>
        </pc:sldMkLst>
        <pc:spChg chg="mod">
          <ac:chgData name="Cláudia Naumann" userId="S::naumann_nce.ufrj.br#ext#@cisco.onmicrosoft.com::2c14c15b-0266-4182-83e5-84c7c06e2959" providerId="AD" clId="Web-{E92E615E-639F-9E9D-48E5-DE748577DFB4}" dt="2022-10-27T17:15:27.114" v="2908" actId="20577"/>
          <ac:spMkLst>
            <pc:docMk/>
            <pc:sldMk cId="2882384118" sldId="1091"/>
            <ac:spMk id="5" creationId="{00000000-0000-0000-0000-000000000000}"/>
          </ac:spMkLst>
        </pc:spChg>
      </pc:sldChg>
      <pc:sldChg chg="del">
        <pc:chgData name="Cláudia Naumann" userId="S::naumann_nce.ufrj.br#ext#@cisco.onmicrosoft.com::2c14c15b-0266-4182-83e5-84c7c06e2959" providerId="AD" clId="Web-{E92E615E-639F-9E9D-48E5-DE748577DFB4}" dt="2022-10-27T17:07:56.680" v="2589"/>
        <pc:sldMkLst>
          <pc:docMk/>
          <pc:sldMk cId="1134604791" sldId="1092"/>
        </pc:sldMkLst>
      </pc:sldChg>
      <pc:sldChg chg="del">
        <pc:chgData name="Cláudia Naumann" userId="S::naumann_nce.ufrj.br#ext#@cisco.onmicrosoft.com::2c14c15b-0266-4182-83e5-84c7c06e2959" providerId="AD" clId="Web-{E92E615E-639F-9E9D-48E5-DE748577DFB4}" dt="2022-10-27T17:15:15.394" v="2907"/>
        <pc:sldMkLst>
          <pc:docMk/>
          <pc:sldMk cId="3618411952" sldId="1093"/>
        </pc:sldMkLst>
      </pc:sldChg>
      <pc:sldChg chg="modSp del">
        <pc:chgData name="Cláudia Naumann" userId="S::naumann_nce.ufrj.br#ext#@cisco.onmicrosoft.com::2c14c15b-0266-4182-83e5-84c7c06e2959" providerId="AD" clId="Web-{E92E615E-639F-9E9D-48E5-DE748577DFB4}" dt="2022-10-27T17:24:05.955" v="3204"/>
        <pc:sldMkLst>
          <pc:docMk/>
          <pc:sldMk cId="907612052" sldId="1094"/>
        </pc:sldMkLst>
        <pc:spChg chg="mod">
          <ac:chgData name="Cláudia Naumann" userId="S::naumann_nce.ufrj.br#ext#@cisco.onmicrosoft.com::2c14c15b-0266-4182-83e5-84c7c06e2959" providerId="AD" clId="Web-{E92E615E-639F-9E9D-48E5-DE748577DFB4}" dt="2022-10-27T17:21:56.077" v="3117" actId="20577"/>
          <ac:spMkLst>
            <pc:docMk/>
            <pc:sldMk cId="907612052" sldId="1094"/>
            <ac:spMk id="5" creationId="{00000000-0000-0000-0000-000000000000}"/>
          </ac:spMkLst>
        </pc:spChg>
      </pc:sldChg>
      <pc:sldChg chg="modSp modNotes">
        <pc:chgData name="Cláudia Naumann" userId="S::naumann_nce.ufrj.br#ext#@cisco.onmicrosoft.com::2c14c15b-0266-4182-83e5-84c7c06e2959" providerId="AD" clId="Web-{E92E615E-639F-9E9D-48E5-DE748577DFB4}" dt="2022-10-27T17:29:51.105" v="3468"/>
        <pc:sldMkLst>
          <pc:docMk/>
          <pc:sldMk cId="132800338" sldId="1095"/>
        </pc:sldMkLst>
        <pc:graphicFrameChg chg="mod modGraphic">
          <ac:chgData name="Cláudia Naumann" userId="S::naumann_nce.ufrj.br#ext#@cisco.onmicrosoft.com::2c14c15b-0266-4182-83e5-84c7c06e2959" providerId="AD" clId="Web-{E92E615E-639F-9E9D-48E5-DE748577DFB4}" dt="2022-10-27T17:29:51.105" v="3468"/>
          <ac:graphicFrameMkLst>
            <pc:docMk/>
            <pc:sldMk cId="132800338" sldId="1095"/>
            <ac:graphicFrameMk id="3" creationId="{00000000-0000-0000-0000-000000000000}"/>
          </ac:graphicFrameMkLst>
        </pc:graphicFrameChg>
      </pc:sldChg>
    </pc:docChg>
  </pc:docChgLst>
  <pc:docChgLst>
    <pc:chgData name="Anna Bolen -X (abolen - UNICON INC at Cisco)" userId="8fcf5b57-97b6-40ce-9683-275924855fa8" providerId="ADAL" clId="{1DFBCD18-BD6C-4B94-98F2-FE2888D4A98F}"/>
    <pc:docChg chg="custSel modSld">
      <pc:chgData name="Anna Bolen -X (abolen - UNICON INC at Cisco)" userId="8fcf5b57-97b6-40ce-9683-275924855fa8" providerId="ADAL" clId="{1DFBCD18-BD6C-4B94-98F2-FE2888D4A98F}" dt="2023-03-30T17:57:25.588" v="126" actId="20577"/>
      <pc:docMkLst>
        <pc:docMk/>
      </pc:docMkLst>
      <pc:sldChg chg="modSp mod">
        <pc:chgData name="Anna Bolen -X (abolen - UNICON INC at Cisco)" userId="8fcf5b57-97b6-40ce-9683-275924855fa8" providerId="ADAL" clId="{1DFBCD18-BD6C-4B94-98F2-FE2888D4A98F}" dt="2023-03-30T17:52:13.055" v="8" actId="313"/>
        <pc:sldMkLst>
          <pc:docMk/>
          <pc:sldMk cId="0" sldId="257"/>
        </pc:sldMkLst>
        <pc:spChg chg="mod">
          <ac:chgData name="Anna Bolen -X (abolen - UNICON INC at Cisco)" userId="8fcf5b57-97b6-40ce-9683-275924855fa8" providerId="ADAL" clId="{1DFBCD18-BD6C-4B94-98F2-FE2888D4A98F}" dt="2023-03-30T17:52:13.055" v="8" actId="313"/>
          <ac:spMkLst>
            <pc:docMk/>
            <pc:sldMk cId="0" sldId="257"/>
            <ac:spMk id="2" creationId="{00000000-0000-0000-0000-000000000000}"/>
          </ac:spMkLst>
        </pc:spChg>
      </pc:sldChg>
      <pc:sldChg chg="modSp mod">
        <pc:chgData name="Anna Bolen -X (abolen - UNICON INC at Cisco)" userId="8fcf5b57-97b6-40ce-9683-275924855fa8" providerId="ADAL" clId="{1DFBCD18-BD6C-4B94-98F2-FE2888D4A98F}" dt="2023-03-30T17:56:05.320" v="114" actId="313"/>
        <pc:sldMkLst>
          <pc:docMk/>
          <pc:sldMk cId="0" sldId="260"/>
        </pc:sldMkLst>
        <pc:spChg chg="mod">
          <ac:chgData name="Anna Bolen -X (abolen - UNICON INC at Cisco)" userId="8fcf5b57-97b6-40ce-9683-275924855fa8" providerId="ADAL" clId="{1DFBCD18-BD6C-4B94-98F2-FE2888D4A98F}" dt="2023-03-30T17:52:14.402" v="9" actId="313"/>
          <ac:spMkLst>
            <pc:docMk/>
            <pc:sldMk cId="0" sldId="260"/>
            <ac:spMk id="2" creationId="{00000000-0000-0000-0000-000000000000}"/>
          </ac:spMkLst>
        </pc:spChg>
        <pc:graphicFrameChg chg="modGraphic">
          <ac:chgData name="Anna Bolen -X (abolen - UNICON INC at Cisco)" userId="8fcf5b57-97b6-40ce-9683-275924855fa8" providerId="ADAL" clId="{1DFBCD18-BD6C-4B94-98F2-FE2888D4A98F}" dt="2023-03-30T17:56:05.320" v="114" actId="313"/>
          <ac:graphicFrameMkLst>
            <pc:docMk/>
            <pc:sldMk cId="0" sldId="260"/>
            <ac:graphicFrameMk id="4" creationId="{40064EF4-EE2B-342C-EA9E-699582F380FF}"/>
          </ac:graphicFrameMkLst>
        </pc:graphicFrameChg>
      </pc:sldChg>
      <pc:sldChg chg="modSp mod">
        <pc:chgData name="Anna Bolen -X (abolen - UNICON INC at Cisco)" userId="8fcf5b57-97b6-40ce-9683-275924855fa8" providerId="ADAL" clId="{1DFBCD18-BD6C-4B94-98F2-FE2888D4A98F}" dt="2023-03-30T17:54:18.917" v="51" actId="313"/>
        <pc:sldMkLst>
          <pc:docMk/>
          <pc:sldMk cId="0" sldId="261"/>
        </pc:sldMkLst>
        <pc:spChg chg="mod">
          <ac:chgData name="Anna Bolen -X (abolen - UNICON INC at Cisco)" userId="8fcf5b57-97b6-40ce-9683-275924855fa8" providerId="ADAL" clId="{1DFBCD18-BD6C-4B94-98F2-FE2888D4A98F}" dt="2023-03-30T17:52:16.092" v="10" actId="313"/>
          <ac:spMkLst>
            <pc:docMk/>
            <pc:sldMk cId="0" sldId="261"/>
            <ac:spMk id="2" creationId="{00000000-0000-0000-0000-000000000000}"/>
          </ac:spMkLst>
        </pc:spChg>
        <pc:spChg chg="mod">
          <ac:chgData name="Anna Bolen -X (abolen - UNICON INC at Cisco)" userId="8fcf5b57-97b6-40ce-9683-275924855fa8" providerId="ADAL" clId="{1DFBCD18-BD6C-4B94-98F2-FE2888D4A98F}" dt="2023-03-30T17:54:18.917" v="51" actId="313"/>
          <ac:spMkLst>
            <pc:docMk/>
            <pc:sldMk cId="0" sldId="261"/>
            <ac:spMk id="3" creationId="{00000000-0000-0000-0000-000000000000}"/>
          </ac:spMkLst>
        </pc:spChg>
      </pc:sldChg>
      <pc:sldChg chg="modSp mod modNotesTx">
        <pc:chgData name="Anna Bolen -X (abolen - UNICON INC at Cisco)" userId="8fcf5b57-97b6-40ce-9683-275924855fa8" providerId="ADAL" clId="{1DFBCD18-BD6C-4B94-98F2-FE2888D4A98F}" dt="2023-03-30T17:52:11.874" v="7" actId="313"/>
        <pc:sldMkLst>
          <pc:docMk/>
          <pc:sldMk cId="0" sldId="262"/>
        </pc:sldMkLst>
        <pc:spChg chg="mod">
          <ac:chgData name="Anna Bolen -X (abolen - UNICON INC at Cisco)" userId="8fcf5b57-97b6-40ce-9683-275924855fa8" providerId="ADAL" clId="{1DFBCD18-BD6C-4B94-98F2-FE2888D4A98F}" dt="2023-03-30T17:52:10.409" v="6" actId="313"/>
          <ac:spMkLst>
            <pc:docMk/>
            <pc:sldMk cId="0" sldId="262"/>
            <ac:spMk id="2" creationId="{00000000-0000-0000-0000-000000000000}"/>
          </ac:spMkLst>
        </pc:spChg>
        <pc:spChg chg="mod">
          <ac:chgData name="Anna Bolen -X (abolen - UNICON INC at Cisco)" userId="8fcf5b57-97b6-40ce-9683-275924855fa8" providerId="ADAL" clId="{1DFBCD18-BD6C-4B94-98F2-FE2888D4A98F}" dt="2023-03-30T17:51:50.992" v="0" actId="313"/>
          <ac:spMkLst>
            <pc:docMk/>
            <pc:sldMk cId="0" sldId="262"/>
            <ac:spMk id="3" creationId="{00000000-0000-0000-0000-000000000000}"/>
          </ac:spMkLst>
        </pc:spChg>
      </pc:sldChg>
      <pc:sldChg chg="modSp mod modNotesTx">
        <pc:chgData name="Anna Bolen -X (abolen - UNICON INC at Cisco)" userId="8fcf5b57-97b6-40ce-9683-275924855fa8" providerId="ADAL" clId="{1DFBCD18-BD6C-4B94-98F2-FE2888D4A98F}" dt="2023-03-30T17:54:24.139" v="53" actId="313"/>
        <pc:sldMkLst>
          <pc:docMk/>
          <pc:sldMk cId="0" sldId="263"/>
        </pc:sldMkLst>
        <pc:spChg chg="mod">
          <ac:chgData name="Anna Bolen -X (abolen - UNICON INC at Cisco)" userId="8fcf5b57-97b6-40ce-9683-275924855fa8" providerId="ADAL" clId="{1DFBCD18-BD6C-4B94-98F2-FE2888D4A98F}" dt="2023-03-30T17:54:21.613" v="52" actId="313"/>
          <ac:spMkLst>
            <pc:docMk/>
            <pc:sldMk cId="0" sldId="263"/>
            <ac:spMk id="2" creationId="{00000000-0000-0000-0000-000000000000}"/>
          </ac:spMkLst>
        </pc:spChg>
      </pc:sldChg>
      <pc:sldChg chg="modNotesTx">
        <pc:chgData name="Anna Bolen -X (abolen - UNICON INC at Cisco)" userId="8fcf5b57-97b6-40ce-9683-275924855fa8" providerId="ADAL" clId="{1DFBCD18-BD6C-4B94-98F2-FE2888D4A98F}" dt="2023-03-30T17:54:27.290" v="55" actId="313"/>
        <pc:sldMkLst>
          <pc:docMk/>
          <pc:sldMk cId="0" sldId="264"/>
        </pc:sldMkLst>
      </pc:sldChg>
      <pc:sldChg chg="modNotesTx">
        <pc:chgData name="Anna Bolen -X (abolen - UNICON INC at Cisco)" userId="8fcf5b57-97b6-40ce-9683-275924855fa8" providerId="ADAL" clId="{1DFBCD18-BD6C-4B94-98F2-FE2888D4A98F}" dt="2023-03-30T17:54:29.739" v="58" actId="313"/>
        <pc:sldMkLst>
          <pc:docMk/>
          <pc:sldMk cId="0" sldId="265"/>
        </pc:sldMkLst>
      </pc:sldChg>
      <pc:sldChg chg="modNotesTx">
        <pc:chgData name="Anna Bolen -X (abolen - UNICON INC at Cisco)" userId="8fcf5b57-97b6-40ce-9683-275924855fa8" providerId="ADAL" clId="{1DFBCD18-BD6C-4B94-98F2-FE2888D4A98F}" dt="2023-03-30T17:54:32.672" v="60" actId="313"/>
        <pc:sldMkLst>
          <pc:docMk/>
          <pc:sldMk cId="0" sldId="267"/>
        </pc:sldMkLst>
      </pc:sldChg>
      <pc:sldChg chg="modNotesTx">
        <pc:chgData name="Anna Bolen -X (abolen - UNICON INC at Cisco)" userId="8fcf5b57-97b6-40ce-9683-275924855fa8" providerId="ADAL" clId="{1DFBCD18-BD6C-4B94-98F2-FE2888D4A98F}" dt="2023-03-30T17:54:36.292" v="64" actId="313"/>
        <pc:sldMkLst>
          <pc:docMk/>
          <pc:sldMk cId="0" sldId="268"/>
        </pc:sldMkLst>
      </pc:sldChg>
      <pc:sldChg chg="modNotesTx">
        <pc:chgData name="Anna Bolen -X (abolen - UNICON INC at Cisco)" userId="8fcf5b57-97b6-40ce-9683-275924855fa8" providerId="ADAL" clId="{1DFBCD18-BD6C-4B94-98F2-FE2888D4A98F}" dt="2023-03-30T17:54:41.727" v="69" actId="313"/>
        <pc:sldMkLst>
          <pc:docMk/>
          <pc:sldMk cId="0" sldId="271"/>
        </pc:sldMkLst>
      </pc:sldChg>
      <pc:sldChg chg="modNotesTx">
        <pc:chgData name="Anna Bolen -X (abolen - UNICON INC at Cisco)" userId="8fcf5b57-97b6-40ce-9683-275924855fa8" providerId="ADAL" clId="{1DFBCD18-BD6C-4B94-98F2-FE2888D4A98F}" dt="2023-03-30T17:54:46.207" v="73" actId="313"/>
        <pc:sldMkLst>
          <pc:docMk/>
          <pc:sldMk cId="0" sldId="272"/>
        </pc:sldMkLst>
      </pc:sldChg>
      <pc:sldChg chg="modNotesTx">
        <pc:chgData name="Anna Bolen -X (abolen - UNICON INC at Cisco)" userId="8fcf5b57-97b6-40ce-9683-275924855fa8" providerId="ADAL" clId="{1DFBCD18-BD6C-4B94-98F2-FE2888D4A98F}" dt="2023-03-30T17:54:51.422" v="77" actId="313"/>
        <pc:sldMkLst>
          <pc:docMk/>
          <pc:sldMk cId="0" sldId="273"/>
        </pc:sldMkLst>
      </pc:sldChg>
      <pc:sldChg chg="modNotesTx">
        <pc:chgData name="Anna Bolen -X (abolen - UNICON INC at Cisco)" userId="8fcf5b57-97b6-40ce-9683-275924855fa8" providerId="ADAL" clId="{1DFBCD18-BD6C-4B94-98F2-FE2888D4A98F}" dt="2023-03-30T17:54:54.654" v="81" actId="313"/>
        <pc:sldMkLst>
          <pc:docMk/>
          <pc:sldMk cId="0" sldId="274"/>
        </pc:sldMkLst>
      </pc:sldChg>
      <pc:sldChg chg="modSp mod modNotesTx">
        <pc:chgData name="Anna Bolen -X (abolen - UNICON INC at Cisco)" userId="8fcf5b57-97b6-40ce-9683-275924855fa8" providerId="ADAL" clId="{1DFBCD18-BD6C-4B94-98F2-FE2888D4A98F}" dt="2023-03-30T17:57:25.588" v="126" actId="20577"/>
        <pc:sldMkLst>
          <pc:docMk/>
          <pc:sldMk cId="0" sldId="275"/>
        </pc:sldMkLst>
        <pc:spChg chg="mod">
          <ac:chgData name="Anna Bolen -X (abolen - UNICON INC at Cisco)" userId="8fcf5b57-97b6-40ce-9683-275924855fa8" providerId="ADAL" clId="{1DFBCD18-BD6C-4B94-98F2-FE2888D4A98F}" dt="2023-03-30T17:57:25.588" v="126" actId="20577"/>
          <ac:spMkLst>
            <pc:docMk/>
            <pc:sldMk cId="0" sldId="275"/>
            <ac:spMk id="2" creationId="{00000000-0000-0000-0000-000000000000}"/>
          </ac:spMkLst>
        </pc:spChg>
      </pc:sldChg>
      <pc:sldChg chg="modNotesTx">
        <pc:chgData name="Anna Bolen -X (abolen - UNICON INC at Cisco)" userId="8fcf5b57-97b6-40ce-9683-275924855fa8" providerId="ADAL" clId="{1DFBCD18-BD6C-4B94-98F2-FE2888D4A98F}" dt="2023-03-30T17:55:23.133" v="87" actId="313"/>
        <pc:sldMkLst>
          <pc:docMk/>
          <pc:sldMk cId="0" sldId="277"/>
        </pc:sldMkLst>
      </pc:sldChg>
      <pc:sldChg chg="modNotesTx">
        <pc:chgData name="Anna Bolen -X (abolen - UNICON INC at Cisco)" userId="8fcf5b57-97b6-40ce-9683-275924855fa8" providerId="ADAL" clId="{1DFBCD18-BD6C-4B94-98F2-FE2888D4A98F}" dt="2023-03-30T17:55:24.720" v="89" actId="313"/>
        <pc:sldMkLst>
          <pc:docMk/>
          <pc:sldMk cId="0" sldId="278"/>
        </pc:sldMkLst>
      </pc:sldChg>
      <pc:sldChg chg="modNotesTx">
        <pc:chgData name="Anna Bolen -X (abolen - UNICON INC at Cisco)" userId="8fcf5b57-97b6-40ce-9683-275924855fa8" providerId="ADAL" clId="{1DFBCD18-BD6C-4B94-98F2-FE2888D4A98F}" dt="2023-03-30T17:55:26.450" v="91" actId="313"/>
        <pc:sldMkLst>
          <pc:docMk/>
          <pc:sldMk cId="0" sldId="279"/>
        </pc:sldMkLst>
      </pc:sldChg>
      <pc:sldChg chg="modNotesTx">
        <pc:chgData name="Anna Bolen -X (abolen - UNICON INC at Cisco)" userId="8fcf5b57-97b6-40ce-9683-275924855fa8" providerId="ADAL" clId="{1DFBCD18-BD6C-4B94-98F2-FE2888D4A98F}" dt="2023-03-30T17:55:30.648" v="95" actId="313"/>
        <pc:sldMkLst>
          <pc:docMk/>
          <pc:sldMk cId="0" sldId="280"/>
        </pc:sldMkLst>
      </pc:sldChg>
      <pc:sldChg chg="modSp mod modNotesTx">
        <pc:chgData name="Anna Bolen -X (abolen - UNICON INC at Cisco)" userId="8fcf5b57-97b6-40ce-9683-275924855fa8" providerId="ADAL" clId="{1DFBCD18-BD6C-4B94-98F2-FE2888D4A98F}" dt="2023-03-30T17:55:51.741" v="99" actId="313"/>
        <pc:sldMkLst>
          <pc:docMk/>
          <pc:sldMk cId="0" sldId="284"/>
        </pc:sldMkLst>
        <pc:spChg chg="mod">
          <ac:chgData name="Anna Bolen -X (abolen - UNICON INC at Cisco)" userId="8fcf5b57-97b6-40ce-9683-275924855fa8" providerId="ADAL" clId="{1DFBCD18-BD6C-4B94-98F2-FE2888D4A98F}" dt="2023-03-30T17:55:51.208" v="98" actId="313"/>
          <ac:spMkLst>
            <pc:docMk/>
            <pc:sldMk cId="0" sldId="284"/>
            <ac:spMk id="2" creationId="{00000000-0000-0000-0000-000000000000}"/>
          </ac:spMkLst>
        </pc:spChg>
      </pc:sldChg>
      <pc:sldChg chg="modNotesTx">
        <pc:chgData name="Anna Bolen -X (abolen - UNICON INC at Cisco)" userId="8fcf5b57-97b6-40ce-9683-275924855fa8" providerId="ADAL" clId="{1DFBCD18-BD6C-4B94-98F2-FE2888D4A98F}" dt="2023-03-30T17:55:53.952" v="103" actId="313"/>
        <pc:sldMkLst>
          <pc:docMk/>
          <pc:sldMk cId="0" sldId="286"/>
        </pc:sldMkLst>
      </pc:sldChg>
      <pc:sldChg chg="modNotesTx">
        <pc:chgData name="Anna Bolen -X (abolen - UNICON INC at Cisco)" userId="8fcf5b57-97b6-40ce-9683-275924855fa8" providerId="ADAL" clId="{1DFBCD18-BD6C-4B94-98F2-FE2888D4A98F}" dt="2023-03-30T17:55:56.810" v="107" actId="313"/>
        <pc:sldMkLst>
          <pc:docMk/>
          <pc:sldMk cId="0" sldId="287"/>
        </pc:sldMkLst>
      </pc:sldChg>
      <pc:sldChg chg="modNotesTx">
        <pc:chgData name="Anna Bolen -X (abolen - UNICON INC at Cisco)" userId="8fcf5b57-97b6-40ce-9683-275924855fa8" providerId="ADAL" clId="{1DFBCD18-BD6C-4B94-98F2-FE2888D4A98F}" dt="2023-03-30T17:56:01.656" v="111" actId="313"/>
        <pc:sldMkLst>
          <pc:docMk/>
          <pc:sldMk cId="0" sldId="288"/>
        </pc:sldMkLst>
      </pc:sldChg>
      <pc:sldChg chg="modNotesTx">
        <pc:chgData name="Anna Bolen -X (abolen - UNICON INC at Cisco)" userId="8fcf5b57-97b6-40ce-9683-275924855fa8" providerId="ADAL" clId="{1DFBCD18-BD6C-4B94-98F2-FE2888D4A98F}" dt="2023-03-30T17:56:03.152" v="113" actId="313"/>
        <pc:sldMkLst>
          <pc:docMk/>
          <pc:sldMk cId="0" sldId="289"/>
        </pc:sldMkLst>
      </pc:sldChg>
      <pc:sldChg chg="modSp mod modNotesTx">
        <pc:chgData name="Anna Bolen -X (abolen - UNICON INC at Cisco)" userId="8fcf5b57-97b6-40ce-9683-275924855fa8" providerId="ADAL" clId="{1DFBCD18-BD6C-4B94-98F2-FE2888D4A98F}" dt="2023-03-30T17:56:21.254" v="118" actId="313"/>
        <pc:sldMkLst>
          <pc:docMk/>
          <pc:sldMk cId="0" sldId="290"/>
        </pc:sldMkLst>
        <pc:spChg chg="mod">
          <ac:chgData name="Anna Bolen -X (abolen - UNICON INC at Cisco)" userId="8fcf5b57-97b6-40ce-9683-275924855fa8" providerId="ADAL" clId="{1DFBCD18-BD6C-4B94-98F2-FE2888D4A98F}" dt="2023-03-30T17:56:20.702" v="117" actId="313"/>
          <ac:spMkLst>
            <pc:docMk/>
            <pc:sldMk cId="0" sldId="290"/>
            <ac:spMk id="2" creationId="{00000000-0000-0000-0000-000000000000}"/>
          </ac:spMkLst>
        </pc:spChg>
      </pc:sldChg>
      <pc:sldChg chg="modNotesTx">
        <pc:chgData name="Anna Bolen -X (abolen - UNICON INC at Cisco)" userId="8fcf5b57-97b6-40ce-9683-275924855fa8" providerId="ADAL" clId="{1DFBCD18-BD6C-4B94-98F2-FE2888D4A98F}" dt="2023-03-30T17:56:22.816" v="120" actId="313"/>
        <pc:sldMkLst>
          <pc:docMk/>
          <pc:sldMk cId="0" sldId="291"/>
        </pc:sldMkLst>
      </pc:sldChg>
      <pc:sldChg chg="modSp mod modNotesTx">
        <pc:chgData name="Anna Bolen -X (abolen - UNICON INC at Cisco)" userId="8fcf5b57-97b6-40ce-9683-275924855fa8" providerId="ADAL" clId="{1DFBCD18-BD6C-4B94-98F2-FE2888D4A98F}" dt="2023-03-30T17:52:23.696" v="13" actId="313"/>
        <pc:sldMkLst>
          <pc:docMk/>
          <pc:sldMk cId="1035141695" sldId="1074"/>
        </pc:sldMkLst>
        <pc:spChg chg="mod">
          <ac:chgData name="Anna Bolen -X (abolen - UNICON INC at Cisco)" userId="8fcf5b57-97b6-40ce-9683-275924855fa8" providerId="ADAL" clId="{1DFBCD18-BD6C-4B94-98F2-FE2888D4A98F}" dt="2023-03-30T17:52:23.696" v="13" actId="313"/>
          <ac:spMkLst>
            <pc:docMk/>
            <pc:sldMk cId="1035141695" sldId="1074"/>
            <ac:spMk id="2" creationId="{00000000-0000-0000-0000-000000000000}"/>
          </ac:spMkLst>
        </pc:spChg>
        <pc:spChg chg="mod">
          <ac:chgData name="Anna Bolen -X (abolen - UNICON INC at Cisco)" userId="8fcf5b57-97b6-40ce-9683-275924855fa8" providerId="ADAL" clId="{1DFBCD18-BD6C-4B94-98F2-FE2888D4A98F}" dt="2023-03-30T17:51:52.940" v="2" actId="313"/>
          <ac:spMkLst>
            <pc:docMk/>
            <pc:sldMk cId="1035141695" sldId="1074"/>
            <ac:spMk id="3" creationId="{00000000-0000-0000-0000-000000000000}"/>
          </ac:spMkLst>
        </pc:spChg>
      </pc:sldChg>
      <pc:sldChg chg="modNotesTx">
        <pc:chgData name="Anna Bolen -X (abolen - UNICON INC at Cisco)" userId="8fcf5b57-97b6-40ce-9683-275924855fa8" providerId="ADAL" clId="{1DFBCD18-BD6C-4B94-98F2-FE2888D4A98F}" dt="2023-03-30T17:54:34.596" v="62" actId="313"/>
        <pc:sldMkLst>
          <pc:docMk/>
          <pc:sldMk cId="2038563841" sldId="1076"/>
        </pc:sldMkLst>
      </pc:sldChg>
      <pc:sldChg chg="modNotesTx">
        <pc:chgData name="Anna Bolen -X (abolen - UNICON INC at Cisco)" userId="8fcf5b57-97b6-40ce-9683-275924855fa8" providerId="ADAL" clId="{1DFBCD18-BD6C-4B94-98F2-FE2888D4A98F}" dt="2023-03-30T17:54:39.368" v="67" actId="313"/>
        <pc:sldMkLst>
          <pc:docMk/>
          <pc:sldMk cId="2255235262" sldId="1077"/>
        </pc:sldMkLst>
      </pc:sldChg>
      <pc:sldChg chg="modNotesTx">
        <pc:chgData name="Anna Bolen -X (abolen - UNICON INC at Cisco)" userId="8fcf5b57-97b6-40ce-9683-275924855fa8" providerId="ADAL" clId="{1DFBCD18-BD6C-4B94-98F2-FE2888D4A98F}" dt="2023-03-30T17:54:44.499" v="71" actId="313"/>
        <pc:sldMkLst>
          <pc:docMk/>
          <pc:sldMk cId="1397048152" sldId="1078"/>
        </pc:sldMkLst>
      </pc:sldChg>
      <pc:sldChg chg="modNotesTx">
        <pc:chgData name="Anna Bolen -X (abolen - UNICON INC at Cisco)" userId="8fcf5b57-97b6-40ce-9683-275924855fa8" providerId="ADAL" clId="{1DFBCD18-BD6C-4B94-98F2-FE2888D4A98F}" dt="2023-03-30T17:54:49.908" v="75" actId="313"/>
        <pc:sldMkLst>
          <pc:docMk/>
          <pc:sldMk cId="2736107614" sldId="1080"/>
        </pc:sldMkLst>
      </pc:sldChg>
      <pc:sldChg chg="modNotesTx">
        <pc:chgData name="Anna Bolen -X (abolen - UNICON INC at Cisco)" userId="8fcf5b57-97b6-40ce-9683-275924855fa8" providerId="ADAL" clId="{1DFBCD18-BD6C-4B94-98F2-FE2888D4A98F}" dt="2023-03-30T17:54:52.873" v="79" actId="313"/>
        <pc:sldMkLst>
          <pc:docMk/>
          <pc:sldMk cId="3026021257" sldId="1081"/>
        </pc:sldMkLst>
      </pc:sldChg>
      <pc:sldChg chg="modNotesTx">
        <pc:chgData name="Anna Bolen -X (abolen - UNICON INC at Cisco)" userId="8fcf5b57-97b6-40ce-9683-275924855fa8" providerId="ADAL" clId="{1DFBCD18-BD6C-4B94-98F2-FE2888D4A98F}" dt="2023-03-30T17:54:56.095" v="83" actId="313"/>
        <pc:sldMkLst>
          <pc:docMk/>
          <pc:sldMk cId="3935741135" sldId="1083"/>
        </pc:sldMkLst>
      </pc:sldChg>
      <pc:sldChg chg="modNotesTx">
        <pc:chgData name="Anna Bolen -X (abolen - UNICON INC at Cisco)" userId="8fcf5b57-97b6-40ce-9683-275924855fa8" providerId="ADAL" clId="{1DFBCD18-BD6C-4B94-98F2-FE2888D4A98F}" dt="2023-03-30T17:55:52.796" v="101" actId="313"/>
        <pc:sldMkLst>
          <pc:docMk/>
          <pc:sldMk cId="4090066676" sldId="1087"/>
        </pc:sldMkLst>
      </pc:sldChg>
      <pc:sldChg chg="modNotesTx">
        <pc:chgData name="Anna Bolen -X (abolen - UNICON INC at Cisco)" userId="8fcf5b57-97b6-40ce-9683-275924855fa8" providerId="ADAL" clId="{1DFBCD18-BD6C-4B94-98F2-FE2888D4A98F}" dt="2023-03-30T17:55:55.369" v="105" actId="313"/>
        <pc:sldMkLst>
          <pc:docMk/>
          <pc:sldMk cId="292766955" sldId="1088"/>
        </pc:sldMkLst>
      </pc:sldChg>
      <pc:sldChg chg="modNotesTx">
        <pc:chgData name="Anna Bolen -X (abolen - UNICON INC at Cisco)" userId="8fcf5b57-97b6-40ce-9683-275924855fa8" providerId="ADAL" clId="{1DFBCD18-BD6C-4B94-98F2-FE2888D4A98F}" dt="2023-03-30T17:55:58.040" v="109" actId="313"/>
        <pc:sldMkLst>
          <pc:docMk/>
          <pc:sldMk cId="3975993832" sldId="1089"/>
        </pc:sldMkLst>
      </pc:sldChg>
      <pc:sldChg chg="modNotesTx">
        <pc:chgData name="Anna Bolen -X (abolen - UNICON INC at Cisco)" userId="8fcf5b57-97b6-40ce-9683-275924855fa8" providerId="ADAL" clId="{1DFBCD18-BD6C-4B94-98F2-FE2888D4A98F}" dt="2023-03-30T17:56:24.282" v="122" actId="313"/>
        <pc:sldMkLst>
          <pc:docMk/>
          <pc:sldMk cId="592108853" sldId="1090"/>
        </pc:sldMkLst>
      </pc:sldChg>
      <pc:sldChg chg="modSp mod modTransition modNotesTx">
        <pc:chgData name="Anna Bolen -X (abolen - UNICON INC at Cisco)" userId="8fcf5b57-97b6-40ce-9683-275924855fa8" providerId="ADAL" clId="{1DFBCD18-BD6C-4B94-98F2-FE2888D4A98F}" dt="2023-03-30T17:56:46.236" v="125"/>
        <pc:sldMkLst>
          <pc:docMk/>
          <pc:sldMk cId="132800338" sldId="1095"/>
        </pc:sldMkLst>
        <pc:spChg chg="mod">
          <ac:chgData name="Anna Bolen -X (abolen - UNICON INC at Cisco)" userId="8fcf5b57-97b6-40ce-9683-275924855fa8" providerId="ADAL" clId="{1DFBCD18-BD6C-4B94-98F2-FE2888D4A98F}" dt="2023-03-30T17:52:06.660" v="5" actId="313"/>
          <ac:spMkLst>
            <pc:docMk/>
            <pc:sldMk cId="132800338" sldId="1095"/>
            <ac:spMk id="56321" creationId="{00000000-0000-0000-0000-000000000000}"/>
          </ac:spMkLst>
        </pc:spChg>
      </pc:sldChg>
      <pc:sldChg chg="modSp mod">
        <pc:chgData name="Anna Bolen -X (abolen - UNICON INC at Cisco)" userId="8fcf5b57-97b6-40ce-9683-275924855fa8" providerId="ADAL" clId="{1DFBCD18-BD6C-4B94-98F2-FE2888D4A98F}" dt="2023-03-30T17:56:07.850" v="116" actId="313"/>
        <pc:sldMkLst>
          <pc:docMk/>
          <pc:sldMk cId="1071222393" sldId="1096"/>
        </pc:sldMkLst>
        <pc:spChg chg="mod">
          <ac:chgData name="Anna Bolen -X (abolen - UNICON INC at Cisco)" userId="8fcf5b57-97b6-40ce-9683-275924855fa8" providerId="ADAL" clId="{1DFBCD18-BD6C-4B94-98F2-FE2888D4A98F}" dt="2023-03-30T17:52:20.555" v="12" actId="313"/>
          <ac:spMkLst>
            <pc:docMk/>
            <pc:sldMk cId="1071222393" sldId="1096"/>
            <ac:spMk id="2" creationId="{00000000-0000-0000-0000-000000000000}"/>
          </ac:spMkLst>
        </pc:spChg>
        <pc:spChg chg="mod">
          <ac:chgData name="Anna Bolen -X (abolen - UNICON INC at Cisco)" userId="8fcf5b57-97b6-40ce-9683-275924855fa8" providerId="ADAL" clId="{1DFBCD18-BD6C-4B94-98F2-FE2888D4A98F}" dt="2023-03-30T17:56:07.850" v="116" actId="313"/>
          <ac:spMkLst>
            <pc:docMk/>
            <pc:sldMk cId="1071222393" sldId="1096"/>
            <ac:spMk id="3" creationId="{00000000-0000-0000-0000-000000000000}"/>
          </ac:spMkLst>
        </pc:spChg>
      </pc:sldChg>
    </pc:docChg>
  </pc:docChgLst>
  <pc:docChgLst>
    <pc:chgData name="Brie Nelson" userId="S::brie_elearningdoc.com#ext#@cisco.onmicrosoft.com::712abed6-64c6-4c4c-80f1-14676a42bb74" providerId="AD" clId="Web-{BF23440F-1727-CCCE-F0E3-EB7BD8228F26}"/>
    <pc:docChg chg="modSld">
      <pc:chgData name="Brie Nelson" userId="S::brie_elearningdoc.com#ext#@cisco.onmicrosoft.com::712abed6-64c6-4c4c-80f1-14676a42bb74" providerId="AD" clId="Web-{BF23440F-1727-CCCE-F0E3-EB7BD8228F26}" dt="2022-11-09T17:27:19.510" v="337" actId="1076"/>
      <pc:docMkLst>
        <pc:docMk/>
      </pc:docMkLst>
      <pc:sldChg chg="modSp">
        <pc:chgData name="Brie Nelson" userId="S::brie_elearningdoc.com#ext#@cisco.onmicrosoft.com::712abed6-64c6-4c4c-80f1-14676a42bb74" providerId="AD" clId="Web-{BF23440F-1727-CCCE-F0E3-EB7BD8228F26}" dt="2022-11-09T13:03:38.460" v="2" actId="20577"/>
        <pc:sldMkLst>
          <pc:docMk/>
          <pc:sldMk cId="0" sldId="257"/>
        </pc:sldMkLst>
        <pc:spChg chg="mod">
          <ac:chgData name="Brie Nelson" userId="S::brie_elearningdoc.com#ext#@cisco.onmicrosoft.com::712abed6-64c6-4c4c-80f1-14676a42bb74" providerId="AD" clId="Web-{BF23440F-1727-CCCE-F0E3-EB7BD8228F26}" dt="2022-11-09T13:03:38.460" v="2" actId="20577"/>
          <ac:spMkLst>
            <pc:docMk/>
            <pc:sldMk cId="0" sldId="257"/>
            <ac:spMk id="3" creationId="{00000000-0000-0000-0000-000000000000}"/>
          </ac:spMkLst>
        </pc:spChg>
      </pc:sldChg>
      <pc:sldChg chg="modSp">
        <pc:chgData name="Brie Nelson" userId="S::brie_elearningdoc.com#ext#@cisco.onmicrosoft.com::712abed6-64c6-4c4c-80f1-14676a42bb74" providerId="AD" clId="Web-{BF23440F-1727-CCCE-F0E3-EB7BD8228F26}" dt="2022-11-09T13:03:55.148" v="3" actId="1076"/>
        <pc:sldMkLst>
          <pc:docMk/>
          <pc:sldMk cId="0" sldId="258"/>
        </pc:sldMkLst>
        <pc:graphicFrameChg chg="mod">
          <ac:chgData name="Brie Nelson" userId="S::brie_elearningdoc.com#ext#@cisco.onmicrosoft.com::712abed6-64c6-4c4c-80f1-14676a42bb74" providerId="AD" clId="Web-{BF23440F-1727-CCCE-F0E3-EB7BD8228F26}" dt="2022-11-09T13:03:55.148" v="3" actId="1076"/>
          <ac:graphicFrameMkLst>
            <pc:docMk/>
            <pc:sldMk cId="0" sldId="258"/>
            <ac:graphicFrameMk id="6" creationId="{CEA739AB-83E7-3356-BA00-BC3B68876B93}"/>
          </ac:graphicFrameMkLst>
        </pc:graphicFrameChg>
      </pc:sldChg>
      <pc:sldChg chg="modSp">
        <pc:chgData name="Brie Nelson" userId="S::brie_elearningdoc.com#ext#@cisco.onmicrosoft.com::712abed6-64c6-4c4c-80f1-14676a42bb74" providerId="AD" clId="Web-{BF23440F-1727-CCCE-F0E3-EB7BD8228F26}" dt="2022-11-09T13:07:34.482" v="8" actId="20577"/>
        <pc:sldMkLst>
          <pc:docMk/>
          <pc:sldMk cId="0" sldId="261"/>
        </pc:sldMkLst>
        <pc:spChg chg="mod">
          <ac:chgData name="Brie Nelson" userId="S::brie_elearningdoc.com#ext#@cisco.onmicrosoft.com::712abed6-64c6-4c4c-80f1-14676a42bb74" providerId="AD" clId="Web-{BF23440F-1727-CCCE-F0E3-EB7BD8228F26}" dt="2022-11-09T13:07:34.482" v="8" actId="20577"/>
          <ac:spMkLst>
            <pc:docMk/>
            <pc:sldMk cId="0" sldId="261"/>
            <ac:spMk id="3" creationId="{00000000-0000-0000-0000-000000000000}"/>
          </ac:spMkLst>
        </pc:spChg>
      </pc:sldChg>
      <pc:sldChg chg="modSp">
        <pc:chgData name="Brie Nelson" userId="S::brie_elearningdoc.com#ext#@cisco.onmicrosoft.com::712abed6-64c6-4c4c-80f1-14676a42bb74" providerId="AD" clId="Web-{BF23440F-1727-CCCE-F0E3-EB7BD8228F26}" dt="2022-11-09T14:17:07.104" v="25" actId="20577"/>
        <pc:sldMkLst>
          <pc:docMk/>
          <pc:sldMk cId="0" sldId="265"/>
        </pc:sldMkLst>
        <pc:spChg chg="mod">
          <ac:chgData name="Brie Nelson" userId="S::brie_elearningdoc.com#ext#@cisco.onmicrosoft.com::712abed6-64c6-4c4c-80f1-14676a42bb74" providerId="AD" clId="Web-{BF23440F-1727-CCCE-F0E3-EB7BD8228F26}" dt="2022-11-09T14:17:07.104" v="25" actId="20577"/>
          <ac:spMkLst>
            <pc:docMk/>
            <pc:sldMk cId="0" sldId="265"/>
            <ac:spMk id="5" creationId="{00000000-0000-0000-0000-000000000000}"/>
          </ac:spMkLst>
        </pc:spChg>
      </pc:sldChg>
      <pc:sldChg chg="modSp">
        <pc:chgData name="Brie Nelson" userId="S::brie_elearningdoc.com#ext#@cisco.onmicrosoft.com::712abed6-64c6-4c4c-80f1-14676a42bb74" providerId="AD" clId="Web-{BF23440F-1727-CCCE-F0E3-EB7BD8228F26}" dt="2022-11-09T14:18:46.186" v="26" actId="1076"/>
        <pc:sldMkLst>
          <pc:docMk/>
          <pc:sldMk cId="0" sldId="267"/>
        </pc:sldMkLst>
        <pc:spChg chg="mod">
          <ac:chgData name="Brie Nelson" userId="S::brie_elearningdoc.com#ext#@cisco.onmicrosoft.com::712abed6-64c6-4c4c-80f1-14676a42bb74" providerId="AD" clId="Web-{BF23440F-1727-CCCE-F0E3-EB7BD8228F26}" dt="2022-11-09T14:18:46.186" v="26" actId="1076"/>
          <ac:spMkLst>
            <pc:docMk/>
            <pc:sldMk cId="0" sldId="267"/>
            <ac:spMk id="5" creationId="{00000000-0000-0000-0000-000000000000}"/>
          </ac:spMkLst>
        </pc:spChg>
      </pc:sldChg>
      <pc:sldChg chg="modSp">
        <pc:chgData name="Brie Nelson" userId="S::brie_elearningdoc.com#ext#@cisco.onmicrosoft.com::712abed6-64c6-4c4c-80f1-14676a42bb74" providerId="AD" clId="Web-{BF23440F-1727-CCCE-F0E3-EB7BD8228F26}" dt="2022-11-09T14:34:23.863" v="94" actId="1076"/>
        <pc:sldMkLst>
          <pc:docMk/>
          <pc:sldMk cId="0" sldId="268"/>
        </pc:sldMkLst>
        <pc:spChg chg="mod">
          <ac:chgData name="Brie Nelson" userId="S::brie_elearningdoc.com#ext#@cisco.onmicrosoft.com::712abed6-64c6-4c4c-80f1-14676a42bb74" providerId="AD" clId="Web-{BF23440F-1727-CCCE-F0E3-EB7BD8228F26}" dt="2022-11-09T14:34:23.863" v="94" actId="1076"/>
          <ac:spMkLst>
            <pc:docMk/>
            <pc:sldMk cId="0" sldId="268"/>
            <ac:spMk id="5" creationId="{00000000-0000-0000-0000-000000000000}"/>
          </ac:spMkLst>
        </pc:spChg>
      </pc:sldChg>
      <pc:sldChg chg="modSp">
        <pc:chgData name="Brie Nelson" userId="S::brie_elearningdoc.com#ext#@cisco.onmicrosoft.com::712abed6-64c6-4c4c-80f1-14676a42bb74" providerId="AD" clId="Web-{BF23440F-1727-CCCE-F0E3-EB7BD8228F26}" dt="2022-11-09T15:35:09.738" v="156" actId="20577"/>
        <pc:sldMkLst>
          <pc:docMk/>
          <pc:sldMk cId="0" sldId="277"/>
        </pc:sldMkLst>
        <pc:spChg chg="mod">
          <ac:chgData name="Brie Nelson" userId="S::brie_elearningdoc.com#ext#@cisco.onmicrosoft.com::712abed6-64c6-4c4c-80f1-14676a42bb74" providerId="AD" clId="Web-{BF23440F-1727-CCCE-F0E3-EB7BD8228F26}" dt="2022-11-09T15:35:09.738" v="156" actId="20577"/>
          <ac:spMkLst>
            <pc:docMk/>
            <pc:sldMk cId="0" sldId="277"/>
            <ac:spMk id="5" creationId="{00000000-0000-0000-0000-000000000000}"/>
          </ac:spMkLst>
        </pc:spChg>
      </pc:sldChg>
      <pc:sldChg chg="modSp">
        <pc:chgData name="Brie Nelson" userId="S::brie_elearningdoc.com#ext#@cisco.onmicrosoft.com::712abed6-64c6-4c4c-80f1-14676a42bb74" providerId="AD" clId="Web-{BF23440F-1727-CCCE-F0E3-EB7BD8228F26}" dt="2022-11-09T15:43:29.819" v="158" actId="20577"/>
        <pc:sldMkLst>
          <pc:docMk/>
          <pc:sldMk cId="0" sldId="278"/>
        </pc:sldMkLst>
        <pc:spChg chg="mod">
          <ac:chgData name="Brie Nelson" userId="S::brie_elearningdoc.com#ext#@cisco.onmicrosoft.com::712abed6-64c6-4c4c-80f1-14676a42bb74" providerId="AD" clId="Web-{BF23440F-1727-CCCE-F0E3-EB7BD8228F26}" dt="2022-11-09T15:43:29.819" v="158" actId="20577"/>
          <ac:spMkLst>
            <pc:docMk/>
            <pc:sldMk cId="0" sldId="278"/>
            <ac:spMk id="5" creationId="{00000000-0000-0000-0000-000000000000}"/>
          </ac:spMkLst>
        </pc:spChg>
      </pc:sldChg>
      <pc:sldChg chg="modSp">
        <pc:chgData name="Brie Nelson" userId="S::brie_elearningdoc.com#ext#@cisco.onmicrosoft.com::712abed6-64c6-4c4c-80f1-14676a42bb74" providerId="AD" clId="Web-{BF23440F-1727-CCCE-F0E3-EB7BD8228F26}" dt="2022-11-09T16:50:47.489" v="173" actId="20577"/>
        <pc:sldMkLst>
          <pc:docMk/>
          <pc:sldMk cId="0" sldId="287"/>
        </pc:sldMkLst>
        <pc:spChg chg="mod">
          <ac:chgData name="Brie Nelson" userId="S::brie_elearningdoc.com#ext#@cisco.onmicrosoft.com::712abed6-64c6-4c4c-80f1-14676a42bb74" providerId="AD" clId="Web-{BF23440F-1727-CCCE-F0E3-EB7BD8228F26}" dt="2022-11-09T16:50:47.489" v="173" actId="20577"/>
          <ac:spMkLst>
            <pc:docMk/>
            <pc:sldMk cId="0" sldId="287"/>
            <ac:spMk id="5" creationId="{06E76AFF-736A-B78E-6793-5ADF918971E5}"/>
          </ac:spMkLst>
        </pc:spChg>
      </pc:sldChg>
      <pc:sldChg chg="modSp">
        <pc:chgData name="Brie Nelson" userId="S::brie_elearningdoc.com#ext#@cisco.onmicrosoft.com::712abed6-64c6-4c4c-80f1-14676a42bb74" providerId="AD" clId="Web-{BF23440F-1727-CCCE-F0E3-EB7BD8228F26}" dt="2022-11-09T17:27:19.510" v="337" actId="1076"/>
        <pc:sldMkLst>
          <pc:docMk/>
          <pc:sldMk cId="0" sldId="291"/>
        </pc:sldMkLst>
        <pc:spChg chg="mod">
          <ac:chgData name="Brie Nelson" userId="S::brie_elearningdoc.com#ext#@cisco.onmicrosoft.com::712abed6-64c6-4c4c-80f1-14676a42bb74" providerId="AD" clId="Web-{BF23440F-1727-CCCE-F0E3-EB7BD8228F26}" dt="2022-11-09T17:27:19.510" v="337" actId="1076"/>
          <ac:spMkLst>
            <pc:docMk/>
            <pc:sldMk cId="0" sldId="291"/>
            <ac:spMk id="5" creationId="{00000000-0000-0000-0000-000000000000}"/>
          </ac:spMkLst>
        </pc:spChg>
      </pc:sldChg>
      <pc:sldChg chg="modSp">
        <pc:chgData name="Brie Nelson" userId="S::brie_elearningdoc.com#ext#@cisco.onmicrosoft.com::712abed6-64c6-4c4c-80f1-14676a42bb74" providerId="AD" clId="Web-{BF23440F-1727-CCCE-F0E3-EB7BD8228F26}" dt="2022-11-09T14:33:54.206" v="93" actId="20577"/>
        <pc:sldMkLst>
          <pc:docMk/>
          <pc:sldMk cId="2038563841" sldId="1076"/>
        </pc:sldMkLst>
        <pc:spChg chg="mod">
          <ac:chgData name="Brie Nelson" userId="S::brie_elearningdoc.com#ext#@cisco.onmicrosoft.com::712abed6-64c6-4c4c-80f1-14676a42bb74" providerId="AD" clId="Web-{BF23440F-1727-CCCE-F0E3-EB7BD8228F26}" dt="2022-11-09T14:33:54.206" v="93" actId="20577"/>
          <ac:spMkLst>
            <pc:docMk/>
            <pc:sldMk cId="2038563841" sldId="1076"/>
            <ac:spMk id="5" creationId="{00000000-0000-0000-0000-000000000000}"/>
          </ac:spMkLst>
        </pc:spChg>
      </pc:sldChg>
      <pc:sldChg chg="modSp">
        <pc:chgData name="Brie Nelson" userId="S::brie_elearningdoc.com#ext#@cisco.onmicrosoft.com::712abed6-64c6-4c4c-80f1-14676a42bb74" providerId="AD" clId="Web-{BF23440F-1727-CCCE-F0E3-EB7BD8228F26}" dt="2022-11-09T14:51:27.606" v="148"/>
        <pc:sldMkLst>
          <pc:docMk/>
          <pc:sldMk cId="2255235262" sldId="1077"/>
        </pc:sldMkLst>
        <pc:spChg chg="mod">
          <ac:chgData name="Brie Nelson" userId="S::brie_elearningdoc.com#ext#@cisco.onmicrosoft.com::712abed6-64c6-4c4c-80f1-14676a42bb74" providerId="AD" clId="Web-{BF23440F-1727-CCCE-F0E3-EB7BD8228F26}" dt="2022-11-09T14:36:43.025" v="95" actId="1076"/>
          <ac:spMkLst>
            <pc:docMk/>
            <pc:sldMk cId="2255235262" sldId="1077"/>
            <ac:spMk id="7" creationId="{E0E35363-F718-B2BB-D358-FB0C6E045F6F}"/>
          </ac:spMkLst>
        </pc:spChg>
        <pc:graphicFrameChg chg="mod modGraphic">
          <ac:chgData name="Brie Nelson" userId="S::brie_elearningdoc.com#ext#@cisco.onmicrosoft.com::712abed6-64c6-4c4c-80f1-14676a42bb74" providerId="AD" clId="Web-{BF23440F-1727-CCCE-F0E3-EB7BD8228F26}" dt="2022-11-09T14:51:27.606" v="148"/>
          <ac:graphicFrameMkLst>
            <pc:docMk/>
            <pc:sldMk cId="2255235262" sldId="1077"/>
            <ac:graphicFrameMk id="4" creationId="{A627D418-319E-4F7A-247A-0C8EFE9F2296}"/>
          </ac:graphicFrameMkLst>
        </pc:graphicFrameChg>
      </pc:sldChg>
      <pc:sldChg chg="modSp">
        <pc:chgData name="Brie Nelson" userId="S::brie_elearningdoc.com#ext#@cisco.onmicrosoft.com::712abed6-64c6-4c4c-80f1-14676a42bb74" providerId="AD" clId="Web-{BF23440F-1727-CCCE-F0E3-EB7BD8228F26}" dt="2022-11-09T15:13:26.532" v="149" actId="20577"/>
        <pc:sldMkLst>
          <pc:docMk/>
          <pc:sldMk cId="2736107614" sldId="1080"/>
        </pc:sldMkLst>
        <pc:spChg chg="mod">
          <ac:chgData name="Brie Nelson" userId="S::brie_elearningdoc.com#ext#@cisco.onmicrosoft.com::712abed6-64c6-4c4c-80f1-14676a42bb74" providerId="AD" clId="Web-{BF23440F-1727-CCCE-F0E3-EB7BD8228F26}" dt="2022-11-09T15:13:26.532" v="149" actId="20577"/>
          <ac:spMkLst>
            <pc:docMk/>
            <pc:sldMk cId="2736107614" sldId="1080"/>
            <ac:spMk id="5" creationId="{00000000-0000-0000-0000-000000000000}"/>
          </ac:spMkLst>
        </pc:spChg>
      </pc:sldChg>
      <pc:sldChg chg="modSp">
        <pc:chgData name="Brie Nelson" userId="S::brie_elearningdoc.com#ext#@cisco.onmicrosoft.com::712abed6-64c6-4c4c-80f1-14676a42bb74" providerId="AD" clId="Web-{BF23440F-1727-CCCE-F0E3-EB7BD8228F26}" dt="2022-11-09T16:30:24.333" v="163" actId="1076"/>
        <pc:sldMkLst>
          <pc:docMk/>
          <pc:sldMk cId="4090066676" sldId="1087"/>
        </pc:sldMkLst>
        <pc:graphicFrameChg chg="mod modGraphic">
          <ac:chgData name="Brie Nelson" userId="S::brie_elearningdoc.com#ext#@cisco.onmicrosoft.com::712abed6-64c6-4c4c-80f1-14676a42bb74" providerId="AD" clId="Web-{BF23440F-1727-CCCE-F0E3-EB7BD8228F26}" dt="2022-11-09T16:30:24.333" v="163" actId="1076"/>
          <ac:graphicFrameMkLst>
            <pc:docMk/>
            <pc:sldMk cId="4090066676" sldId="1087"/>
            <ac:graphicFrameMk id="31" creationId="{00000000-0000-0000-0000-000000000000}"/>
          </ac:graphicFrameMkLst>
        </pc:graphicFrameChg>
      </pc:sldChg>
      <pc:sldChg chg="modSp">
        <pc:chgData name="Brie Nelson" userId="S::brie_elearningdoc.com#ext#@cisco.onmicrosoft.com::712abed6-64c6-4c4c-80f1-14676a42bb74" providerId="AD" clId="Web-{BF23440F-1727-CCCE-F0E3-EB7BD8228F26}" dt="2022-11-09T16:48:20.046" v="171" actId="20577"/>
        <pc:sldMkLst>
          <pc:docMk/>
          <pc:sldMk cId="292766955" sldId="1088"/>
        </pc:sldMkLst>
        <pc:spChg chg="mod">
          <ac:chgData name="Brie Nelson" userId="S::brie_elearningdoc.com#ext#@cisco.onmicrosoft.com::712abed6-64c6-4c4c-80f1-14676a42bb74" providerId="AD" clId="Web-{BF23440F-1727-CCCE-F0E3-EB7BD8228F26}" dt="2022-11-09T16:48:20.046" v="171" actId="20577"/>
          <ac:spMkLst>
            <pc:docMk/>
            <pc:sldMk cId="292766955" sldId="1088"/>
            <ac:spMk id="4" creationId="{35CDA283-15E0-F69B-5826-CE401EA7EA1F}"/>
          </ac:spMkLst>
        </pc:spChg>
        <pc:graphicFrameChg chg="modGraphic">
          <ac:chgData name="Brie Nelson" userId="S::brie_elearningdoc.com#ext#@cisco.onmicrosoft.com::712abed6-64c6-4c4c-80f1-14676a42bb74" providerId="AD" clId="Web-{BF23440F-1727-CCCE-F0E3-EB7BD8228F26}" dt="2022-11-09T16:39:45.636" v="166"/>
          <ac:graphicFrameMkLst>
            <pc:docMk/>
            <pc:sldMk cId="292766955" sldId="1088"/>
            <ac:graphicFrameMk id="32" creationId="{00000000-0000-0000-0000-000000000000}"/>
          </ac:graphicFrameMkLst>
        </pc:graphicFrameChg>
      </pc:sldChg>
      <pc:sldChg chg="modSp">
        <pc:chgData name="Brie Nelson" userId="S::brie_elearningdoc.com#ext#@cisco.onmicrosoft.com::712abed6-64c6-4c4c-80f1-14676a42bb74" providerId="AD" clId="Web-{BF23440F-1727-CCCE-F0E3-EB7BD8228F26}" dt="2022-11-09T16:57:00.082" v="183" actId="20577"/>
        <pc:sldMkLst>
          <pc:docMk/>
          <pc:sldMk cId="3975993832" sldId="1089"/>
        </pc:sldMkLst>
        <pc:spChg chg="mod">
          <ac:chgData name="Brie Nelson" userId="S::brie_elearningdoc.com#ext#@cisco.onmicrosoft.com::712abed6-64c6-4c4c-80f1-14676a42bb74" providerId="AD" clId="Web-{BF23440F-1727-CCCE-F0E3-EB7BD8228F26}" dt="2022-11-09T16:57:00.082" v="183" actId="20577"/>
          <ac:spMkLst>
            <pc:docMk/>
            <pc:sldMk cId="3975993832" sldId="1089"/>
            <ac:spMk id="4" creationId="{E3B9F206-C5BC-CBD8-81B6-9A58CAA83F5D}"/>
          </ac:spMkLst>
        </pc:spChg>
        <pc:graphicFrameChg chg="modGraphic">
          <ac:chgData name="Brie Nelson" userId="S::brie_elearningdoc.com#ext#@cisco.onmicrosoft.com::712abed6-64c6-4c4c-80f1-14676a42bb74" providerId="AD" clId="Web-{BF23440F-1727-CCCE-F0E3-EB7BD8228F26}" dt="2022-11-09T16:54:01.231" v="175"/>
          <ac:graphicFrameMkLst>
            <pc:docMk/>
            <pc:sldMk cId="3975993832" sldId="1089"/>
            <ac:graphicFrameMk id="33" creationId="{00000000-0000-0000-0000-000000000000}"/>
          </ac:graphicFrameMkLst>
        </pc:graphicFrameChg>
      </pc:sldChg>
      <pc:sldChg chg="modSp">
        <pc:chgData name="Brie Nelson" userId="S::brie_elearningdoc.com#ext#@cisco.onmicrosoft.com::712abed6-64c6-4c4c-80f1-14676a42bb74" providerId="AD" clId="Web-{BF23440F-1727-CCCE-F0E3-EB7BD8228F26}" dt="2022-11-09T17:26:17.899" v="335" actId="1076"/>
        <pc:sldMkLst>
          <pc:docMk/>
          <pc:sldMk cId="592108853" sldId="1090"/>
        </pc:sldMkLst>
        <pc:spChg chg="mod">
          <ac:chgData name="Brie Nelson" userId="S::brie_elearningdoc.com#ext#@cisco.onmicrosoft.com::712abed6-64c6-4c4c-80f1-14676a42bb74" providerId="AD" clId="Web-{BF23440F-1727-CCCE-F0E3-EB7BD8228F26}" dt="2022-11-09T17:26:17.899" v="335" actId="1076"/>
          <ac:spMkLst>
            <pc:docMk/>
            <pc:sldMk cId="592108853" sldId="1090"/>
            <ac:spMk id="5" creationId="{00000000-0000-0000-0000-000000000000}"/>
          </ac:spMkLst>
        </pc:spChg>
      </pc:sldChg>
    </pc:docChg>
  </pc:docChgLst>
  <pc:docChgLst>
    <pc:chgData name="Cláudia Naumann" userId="S::naumann_nce.ufrj.br#ext#@cisco.onmicrosoft.com::2c14c15b-0266-4182-83e5-84c7c06e2959" providerId="AD" clId="Web-{ED905709-3810-E0C0-EBF5-D2D80EF818DA}"/>
    <pc:docChg chg="modSld">
      <pc:chgData name="Cláudia Naumann" userId="S::naumann_nce.ufrj.br#ext#@cisco.onmicrosoft.com::2c14c15b-0266-4182-83e5-84c7c06e2959" providerId="AD" clId="Web-{ED905709-3810-E0C0-EBF5-D2D80EF818DA}" dt="2022-11-08T17:04:45.630" v="1"/>
      <pc:docMkLst>
        <pc:docMk/>
      </pc:docMkLst>
      <pc:sldChg chg="modSp">
        <pc:chgData name="Cláudia Naumann" userId="S::naumann_nce.ufrj.br#ext#@cisco.onmicrosoft.com::2c14c15b-0266-4182-83e5-84c7c06e2959" providerId="AD" clId="Web-{ED905709-3810-E0C0-EBF5-D2D80EF818DA}" dt="2022-11-08T17:04:45.630" v="1"/>
        <pc:sldMkLst>
          <pc:docMk/>
          <pc:sldMk cId="132800338" sldId="1095"/>
        </pc:sldMkLst>
        <pc:graphicFrameChg chg="mod modGraphic">
          <ac:chgData name="Cláudia Naumann" userId="S::naumann_nce.ufrj.br#ext#@cisco.onmicrosoft.com::2c14c15b-0266-4182-83e5-84c7c06e2959" providerId="AD" clId="Web-{ED905709-3810-E0C0-EBF5-D2D80EF818DA}" dt="2022-11-08T17:04:45.630" v="1"/>
          <ac:graphicFrameMkLst>
            <pc:docMk/>
            <pc:sldMk cId="132800338" sldId="1095"/>
            <ac:graphicFrameMk id="3" creationId="{00000000-0000-0000-0000-000000000000}"/>
          </ac:graphicFrameMkLst>
        </pc:graphicFrameChg>
      </pc:sldChg>
    </pc:docChg>
  </pc:docChgLst>
  <pc:docChgLst>
    <pc:chgData name="Brie Nelson" userId="S::brie_elearningdoc.com#ext#@cisco.onmicrosoft.com::712abed6-64c6-4c4c-80f1-14676a42bb74" providerId="AD" clId="Web-{44CBEE59-780C-E056-7BE7-DE51179D844C}"/>
    <pc:docChg chg="modSld">
      <pc:chgData name="Brie Nelson" userId="S::brie_elearningdoc.com#ext#@cisco.onmicrosoft.com::712abed6-64c6-4c4c-80f1-14676a42bb74" providerId="AD" clId="Web-{44CBEE59-780C-E056-7BE7-DE51179D844C}" dt="2022-11-11T12:29:07.243" v="1" actId="20577"/>
      <pc:docMkLst>
        <pc:docMk/>
      </pc:docMkLst>
      <pc:sldChg chg="modSp">
        <pc:chgData name="Brie Nelson" userId="S::brie_elearningdoc.com#ext#@cisco.onmicrosoft.com::712abed6-64c6-4c4c-80f1-14676a42bb74" providerId="AD" clId="Web-{44CBEE59-780C-E056-7BE7-DE51179D844C}" dt="2022-11-11T12:29:07.243" v="1" actId="20577"/>
        <pc:sldMkLst>
          <pc:docMk/>
          <pc:sldMk cId="0" sldId="257"/>
        </pc:sldMkLst>
        <pc:spChg chg="mod">
          <ac:chgData name="Brie Nelson" userId="S::brie_elearningdoc.com#ext#@cisco.onmicrosoft.com::712abed6-64c6-4c4c-80f1-14676a42bb74" providerId="AD" clId="Web-{44CBEE59-780C-E056-7BE7-DE51179D844C}" dt="2022-11-11T12:29:07.243" v="1" actId="20577"/>
          <ac:spMkLst>
            <pc:docMk/>
            <pc:sldMk cId="0" sldId="257"/>
            <ac:spMk id="3" creationId="{00000000-0000-0000-0000-000000000000}"/>
          </ac:spMkLst>
        </pc:spChg>
      </pc:sldChg>
    </pc:docChg>
  </pc:docChgLst>
  <pc:docChgLst>
    <pc:chgData name="Cláudia Naumann" userId="S::naumann_nce.ufrj.br#ext#@cisco.onmicrosoft.com::2c14c15b-0266-4182-83e5-84c7c06e2959" providerId="AD" clId="Web-{F90617DE-694C-7D49-08D2-314AC91A4160}"/>
    <pc:docChg chg="addSld modSld">
      <pc:chgData name="Cláudia Naumann" userId="S::naumann_nce.ufrj.br#ext#@cisco.onmicrosoft.com::2c14c15b-0266-4182-83e5-84c7c06e2959" providerId="AD" clId="Web-{F90617DE-694C-7D49-08D2-314AC91A4160}" dt="2022-11-11T21:47:39.454" v="950" actId="20577"/>
      <pc:docMkLst>
        <pc:docMk/>
      </pc:docMkLst>
      <pc:sldChg chg="modSp">
        <pc:chgData name="Cláudia Naumann" userId="S::naumann_nce.ufrj.br#ext#@cisco.onmicrosoft.com::2c14c15b-0266-4182-83e5-84c7c06e2959" providerId="AD" clId="Web-{F90617DE-694C-7D49-08D2-314AC91A4160}" dt="2022-11-11T21:47:39.454" v="950" actId="20577"/>
        <pc:sldMkLst>
          <pc:docMk/>
          <pc:sldMk cId="0" sldId="257"/>
        </pc:sldMkLst>
        <pc:spChg chg="mod">
          <ac:chgData name="Cláudia Naumann" userId="S::naumann_nce.ufrj.br#ext#@cisco.onmicrosoft.com::2c14c15b-0266-4182-83e5-84c7c06e2959" providerId="AD" clId="Web-{F90617DE-694C-7D49-08D2-314AC91A4160}" dt="2022-11-11T21:47:39.454" v="950" actId="20577"/>
          <ac:spMkLst>
            <pc:docMk/>
            <pc:sldMk cId="0" sldId="257"/>
            <ac:spMk id="3" creationId="{00000000-0000-0000-0000-000000000000}"/>
          </ac:spMkLst>
        </pc:spChg>
      </pc:sldChg>
      <pc:sldChg chg="modSp">
        <pc:chgData name="Cláudia Naumann" userId="S::naumann_nce.ufrj.br#ext#@cisco.onmicrosoft.com::2c14c15b-0266-4182-83e5-84c7c06e2959" providerId="AD" clId="Web-{F90617DE-694C-7D49-08D2-314AC91A4160}" dt="2022-11-11T21:26:43.012" v="354" actId="20577"/>
        <pc:sldMkLst>
          <pc:docMk/>
          <pc:sldMk cId="0" sldId="261"/>
        </pc:sldMkLst>
        <pc:spChg chg="mod">
          <ac:chgData name="Cláudia Naumann" userId="S::naumann_nce.ufrj.br#ext#@cisco.onmicrosoft.com::2c14c15b-0266-4182-83e5-84c7c06e2959" providerId="AD" clId="Web-{F90617DE-694C-7D49-08D2-314AC91A4160}" dt="2022-11-11T21:26:43.012" v="354" actId="20577"/>
          <ac:spMkLst>
            <pc:docMk/>
            <pc:sldMk cId="0" sldId="261"/>
            <ac:spMk id="3" creationId="{00000000-0000-0000-0000-000000000000}"/>
          </ac:spMkLst>
        </pc:spChg>
      </pc:sldChg>
      <pc:sldChg chg="modSp add">
        <pc:chgData name="Cláudia Naumann" userId="S::naumann_nce.ufrj.br#ext#@cisco.onmicrosoft.com::2c14c15b-0266-4182-83e5-84c7c06e2959" providerId="AD" clId="Web-{F90617DE-694C-7D49-08D2-314AC91A4160}" dt="2022-11-11T21:47:24.454" v="949" actId="1076"/>
        <pc:sldMkLst>
          <pc:docMk/>
          <pc:sldMk cId="1071222393" sldId="1096"/>
        </pc:sldMkLst>
        <pc:spChg chg="mod">
          <ac:chgData name="Cláudia Naumann" userId="S::naumann_nce.ufrj.br#ext#@cisco.onmicrosoft.com::2c14c15b-0266-4182-83e5-84c7c06e2959" providerId="AD" clId="Web-{F90617DE-694C-7D49-08D2-314AC91A4160}" dt="2022-11-11T21:27:06.747" v="362" actId="20577"/>
          <ac:spMkLst>
            <pc:docMk/>
            <pc:sldMk cId="1071222393" sldId="1096"/>
            <ac:spMk id="2" creationId="{00000000-0000-0000-0000-000000000000}"/>
          </ac:spMkLst>
        </pc:spChg>
        <pc:spChg chg="mod">
          <ac:chgData name="Cláudia Naumann" userId="S::naumann_nce.ufrj.br#ext#@cisco.onmicrosoft.com::2c14c15b-0266-4182-83e5-84c7c06e2959" providerId="AD" clId="Web-{F90617DE-694C-7D49-08D2-314AC91A4160}" dt="2022-11-11T21:47:24.454" v="949" actId="1076"/>
          <ac:spMkLst>
            <pc:docMk/>
            <pc:sldMk cId="1071222393" sldId="1096"/>
            <ac:spMk id="3" creationId="{00000000-0000-0000-0000-000000000000}"/>
          </ac:spMkLst>
        </pc:spChg>
      </pc:sldChg>
    </pc:docChg>
  </pc:docChgLst>
  <pc:docChgLst>
    <pc:chgData name="Anna Bolen -X (abolen - UNICON INC at Cisco)" userId="8fcf5b57-97b6-40ce-9683-275924855fa8" providerId="ADAL" clId="{E76BD632-B373-40F6-838C-40539CBA6957}"/>
    <pc:docChg chg="modSld">
      <pc:chgData name="Anna Bolen -X (abolen - UNICON INC at Cisco)" userId="8fcf5b57-97b6-40ce-9683-275924855fa8" providerId="ADAL" clId="{E76BD632-B373-40F6-838C-40539CBA6957}" dt="2023-03-22T15:52:28.381" v="0"/>
      <pc:docMkLst>
        <pc:docMk/>
      </pc:docMkLst>
      <pc:sldChg chg="addSp modSp">
        <pc:chgData name="Anna Bolen -X (abolen - UNICON INC at Cisco)" userId="8fcf5b57-97b6-40ce-9683-275924855fa8" providerId="ADAL" clId="{E76BD632-B373-40F6-838C-40539CBA6957}" dt="2023-03-22T15:52:28.381" v="0"/>
        <pc:sldMkLst>
          <pc:docMk/>
          <pc:sldMk cId="0" sldId="260"/>
        </pc:sldMkLst>
        <pc:spChg chg="add mod">
          <ac:chgData name="Anna Bolen -X (abolen - UNICON INC at Cisco)" userId="8fcf5b57-97b6-40ce-9683-275924855fa8" providerId="ADAL" clId="{E76BD632-B373-40F6-838C-40539CBA6957}" dt="2023-03-22T15:52:28.381" v="0"/>
          <ac:spMkLst>
            <pc:docMk/>
            <pc:sldMk cId="0" sldId="260"/>
            <ac:spMk id="3" creationId="{9801C5E2-B18E-5D90-93C3-066D0E272D22}"/>
          </ac:spMkLst>
        </pc:spChg>
      </pc:sldChg>
    </pc:docChg>
  </pc:docChgLst>
  <pc:docChgLst>
    <pc:chgData name="Angela Robbins" userId="S::angela.robbins_elearningdoc.com#ext#@cisco.onmicrosoft.com::e406273b-12cd-460d-a763-85132e1718ac" providerId="AD" clId="Web-{98B2F631-530D-4433-7796-7ACA55A87E40}"/>
    <pc:docChg chg="addSld modSld addMainMaster">
      <pc:chgData name="Angela Robbins" userId="S::angela.robbins_elearningdoc.com#ext#@cisco.onmicrosoft.com::e406273b-12cd-460d-a763-85132e1718ac" providerId="AD" clId="Web-{98B2F631-530D-4433-7796-7ACA55A87E40}" dt="2022-10-23T21:13:09.026" v="689"/>
      <pc:docMkLst>
        <pc:docMk/>
      </pc:docMkLst>
      <pc:sldChg chg="modSp">
        <pc:chgData name="Angela Robbins" userId="S::angela.robbins_elearningdoc.com#ext#@cisco.onmicrosoft.com::e406273b-12cd-460d-a763-85132e1718ac" providerId="AD" clId="Web-{98B2F631-530D-4433-7796-7ACA55A87E40}" dt="2022-10-23T20:58:17.139" v="648" actId="20577"/>
        <pc:sldMkLst>
          <pc:docMk/>
          <pc:sldMk cId="0" sldId="266"/>
        </pc:sldMkLst>
        <pc:spChg chg="mod">
          <ac:chgData name="Angela Robbins" userId="S::angela.robbins_elearningdoc.com#ext#@cisco.onmicrosoft.com::e406273b-12cd-460d-a763-85132e1718ac" providerId="AD" clId="Web-{98B2F631-530D-4433-7796-7ACA55A87E40}" dt="2022-10-23T20:58:17.139" v="648" actId="20577"/>
          <ac:spMkLst>
            <pc:docMk/>
            <pc:sldMk cId="0" sldId="266"/>
            <ac:spMk id="5" creationId="{00000000-0000-0000-0000-000000000000}"/>
          </ac:spMkLst>
        </pc:spChg>
      </pc:sldChg>
      <pc:sldChg chg="modSp">
        <pc:chgData name="Angela Robbins" userId="S::angela.robbins_elearningdoc.com#ext#@cisco.onmicrosoft.com::e406273b-12cd-460d-a763-85132e1718ac" providerId="AD" clId="Web-{98B2F631-530D-4433-7796-7ACA55A87E40}" dt="2022-10-23T19:40:51.493" v="5" actId="20577"/>
        <pc:sldMkLst>
          <pc:docMk/>
          <pc:sldMk cId="0" sldId="278"/>
        </pc:sldMkLst>
        <pc:spChg chg="mod">
          <ac:chgData name="Angela Robbins" userId="S::angela.robbins_elearningdoc.com#ext#@cisco.onmicrosoft.com::e406273b-12cd-460d-a763-85132e1718ac" providerId="AD" clId="Web-{98B2F631-530D-4433-7796-7ACA55A87E40}" dt="2022-10-23T19:40:51.493" v="5" actId="20577"/>
          <ac:spMkLst>
            <pc:docMk/>
            <pc:sldMk cId="0" sldId="278"/>
            <ac:spMk id="5" creationId="{00000000-0000-0000-0000-000000000000}"/>
          </ac:spMkLst>
        </pc:spChg>
      </pc:sldChg>
      <pc:sldChg chg="modSp">
        <pc:chgData name="Angela Robbins" userId="S::angela.robbins_elearningdoc.com#ext#@cisco.onmicrosoft.com::e406273b-12cd-460d-a763-85132e1718ac" providerId="AD" clId="Web-{98B2F631-530D-4433-7796-7ACA55A87E40}" dt="2022-10-23T19:42:26.765" v="20" actId="20577"/>
        <pc:sldMkLst>
          <pc:docMk/>
          <pc:sldMk cId="0" sldId="279"/>
        </pc:sldMkLst>
        <pc:spChg chg="mod">
          <ac:chgData name="Angela Robbins" userId="S::angela.robbins_elearningdoc.com#ext#@cisco.onmicrosoft.com::e406273b-12cd-460d-a763-85132e1718ac" providerId="AD" clId="Web-{98B2F631-530D-4433-7796-7ACA55A87E40}" dt="2022-10-23T19:42:26.765" v="20" actId="20577"/>
          <ac:spMkLst>
            <pc:docMk/>
            <pc:sldMk cId="0" sldId="279"/>
            <ac:spMk id="5" creationId="{00000000-0000-0000-0000-000000000000}"/>
          </ac:spMkLst>
        </pc:spChg>
      </pc:sldChg>
      <pc:sldChg chg="modSp">
        <pc:chgData name="Angela Robbins" userId="S::angela.robbins_elearningdoc.com#ext#@cisco.onmicrosoft.com::e406273b-12cd-460d-a763-85132e1718ac" providerId="AD" clId="Web-{98B2F631-530D-4433-7796-7ACA55A87E40}" dt="2022-10-23T19:43:25.909" v="23" actId="20577"/>
        <pc:sldMkLst>
          <pc:docMk/>
          <pc:sldMk cId="0" sldId="280"/>
        </pc:sldMkLst>
        <pc:spChg chg="mod">
          <ac:chgData name="Angela Robbins" userId="S::angela.robbins_elearningdoc.com#ext#@cisco.onmicrosoft.com::e406273b-12cd-460d-a763-85132e1718ac" providerId="AD" clId="Web-{98B2F631-530D-4433-7796-7ACA55A87E40}" dt="2022-10-23T19:43:25.909" v="23" actId="20577"/>
          <ac:spMkLst>
            <pc:docMk/>
            <pc:sldMk cId="0" sldId="280"/>
            <ac:spMk id="5" creationId="{00000000-0000-0000-0000-000000000000}"/>
          </ac:spMkLst>
        </pc:spChg>
      </pc:sldChg>
      <pc:sldChg chg="modSp">
        <pc:chgData name="Angela Robbins" userId="S::angela.robbins_elearningdoc.com#ext#@cisco.onmicrosoft.com::e406273b-12cd-460d-a763-85132e1718ac" providerId="AD" clId="Web-{98B2F631-530D-4433-7796-7ACA55A87E40}" dt="2022-10-23T19:43:58.817" v="28" actId="20577"/>
        <pc:sldMkLst>
          <pc:docMk/>
          <pc:sldMk cId="0" sldId="281"/>
        </pc:sldMkLst>
        <pc:spChg chg="mod">
          <ac:chgData name="Angela Robbins" userId="S::angela.robbins_elearningdoc.com#ext#@cisco.onmicrosoft.com::e406273b-12cd-460d-a763-85132e1718ac" providerId="AD" clId="Web-{98B2F631-530D-4433-7796-7ACA55A87E40}" dt="2022-10-23T19:43:58.817" v="28" actId="20577"/>
          <ac:spMkLst>
            <pc:docMk/>
            <pc:sldMk cId="0" sldId="281"/>
            <ac:spMk id="5" creationId="{00000000-0000-0000-0000-000000000000}"/>
          </ac:spMkLst>
        </pc:spChg>
      </pc:sldChg>
      <pc:sldChg chg="modSp">
        <pc:chgData name="Angela Robbins" userId="S::angela.robbins_elearningdoc.com#ext#@cisco.onmicrosoft.com::e406273b-12cd-460d-a763-85132e1718ac" providerId="AD" clId="Web-{98B2F631-530D-4433-7796-7ACA55A87E40}" dt="2022-10-23T19:45:15.103" v="37" actId="20577"/>
        <pc:sldMkLst>
          <pc:docMk/>
          <pc:sldMk cId="0" sldId="283"/>
        </pc:sldMkLst>
        <pc:spChg chg="mod">
          <ac:chgData name="Angela Robbins" userId="S::angela.robbins_elearningdoc.com#ext#@cisco.onmicrosoft.com::e406273b-12cd-460d-a763-85132e1718ac" providerId="AD" clId="Web-{98B2F631-530D-4433-7796-7ACA55A87E40}" dt="2022-10-23T19:45:15.103" v="37" actId="20577"/>
          <ac:spMkLst>
            <pc:docMk/>
            <pc:sldMk cId="0" sldId="283"/>
            <ac:spMk id="5" creationId="{00000000-0000-0000-0000-000000000000}"/>
          </ac:spMkLst>
        </pc:spChg>
      </pc:sldChg>
      <pc:sldChg chg="modSp">
        <pc:chgData name="Angela Robbins" userId="S::angela.robbins_elearningdoc.com#ext#@cisco.onmicrosoft.com::e406273b-12cd-460d-a763-85132e1718ac" providerId="AD" clId="Web-{98B2F631-530D-4433-7796-7ACA55A87E40}" dt="2022-10-23T19:46:21.216" v="53" actId="20577"/>
        <pc:sldMkLst>
          <pc:docMk/>
          <pc:sldMk cId="0" sldId="285"/>
        </pc:sldMkLst>
        <pc:spChg chg="mod">
          <ac:chgData name="Angela Robbins" userId="S::angela.robbins_elearningdoc.com#ext#@cisco.onmicrosoft.com::e406273b-12cd-460d-a763-85132e1718ac" providerId="AD" clId="Web-{98B2F631-530D-4433-7796-7ACA55A87E40}" dt="2022-10-23T19:46:21.216" v="53" actId="20577"/>
          <ac:spMkLst>
            <pc:docMk/>
            <pc:sldMk cId="0" sldId="285"/>
            <ac:spMk id="4" creationId="{E0FDED65-B71F-720A-D859-9D3B4A44A864}"/>
          </ac:spMkLst>
        </pc:spChg>
      </pc:sldChg>
      <pc:sldChg chg="modSp">
        <pc:chgData name="Angela Robbins" userId="S::angela.robbins_elearningdoc.com#ext#@cisco.onmicrosoft.com::e406273b-12cd-460d-a763-85132e1718ac" providerId="AD" clId="Web-{98B2F631-530D-4433-7796-7ACA55A87E40}" dt="2022-10-23T19:56:40.362" v="57" actId="20577"/>
        <pc:sldMkLst>
          <pc:docMk/>
          <pc:sldMk cId="0" sldId="286"/>
        </pc:sldMkLst>
        <pc:spChg chg="mod">
          <ac:chgData name="Angela Robbins" userId="S::angela.robbins_elearningdoc.com#ext#@cisco.onmicrosoft.com::e406273b-12cd-460d-a763-85132e1718ac" providerId="AD" clId="Web-{98B2F631-530D-4433-7796-7ACA55A87E40}" dt="2022-10-23T19:56:40.362" v="57" actId="20577"/>
          <ac:spMkLst>
            <pc:docMk/>
            <pc:sldMk cId="0" sldId="286"/>
            <ac:spMk id="4" creationId="{E81660A1-5B96-AA03-BC8F-0603D2DA9A09}"/>
          </ac:spMkLst>
        </pc:spChg>
      </pc:sldChg>
      <pc:sldChg chg="modSp">
        <pc:chgData name="Angela Robbins" userId="S::angela.robbins_elearningdoc.com#ext#@cisco.onmicrosoft.com::e406273b-12cd-460d-a763-85132e1718ac" providerId="AD" clId="Web-{98B2F631-530D-4433-7796-7ACA55A87E40}" dt="2022-10-23T19:58:01.648" v="64" actId="20577"/>
        <pc:sldMkLst>
          <pc:docMk/>
          <pc:sldMk cId="0" sldId="287"/>
        </pc:sldMkLst>
        <pc:spChg chg="mod">
          <ac:chgData name="Angela Robbins" userId="S::angela.robbins_elearningdoc.com#ext#@cisco.onmicrosoft.com::e406273b-12cd-460d-a763-85132e1718ac" providerId="AD" clId="Web-{98B2F631-530D-4433-7796-7ACA55A87E40}" dt="2022-10-23T19:58:01.648" v="64" actId="20577"/>
          <ac:spMkLst>
            <pc:docMk/>
            <pc:sldMk cId="0" sldId="287"/>
            <ac:spMk id="5" creationId="{06E76AFF-736A-B78E-6793-5ADF918971E5}"/>
          </ac:spMkLst>
        </pc:spChg>
      </pc:sldChg>
      <pc:sldChg chg="modSp">
        <pc:chgData name="Angela Robbins" userId="S::angela.robbins_elearningdoc.com#ext#@cisco.onmicrosoft.com::e406273b-12cd-460d-a763-85132e1718ac" providerId="AD" clId="Web-{98B2F631-530D-4433-7796-7ACA55A87E40}" dt="2022-10-23T20:01:15.253" v="75" actId="1076"/>
        <pc:sldMkLst>
          <pc:docMk/>
          <pc:sldMk cId="0" sldId="288"/>
        </pc:sldMkLst>
        <pc:spChg chg="mod">
          <ac:chgData name="Angela Robbins" userId="S::angela.robbins_elearningdoc.com#ext#@cisco.onmicrosoft.com::e406273b-12cd-460d-a763-85132e1718ac" providerId="AD" clId="Web-{98B2F631-530D-4433-7796-7ACA55A87E40}" dt="2022-10-23T20:01:15.253" v="75" actId="1076"/>
          <ac:spMkLst>
            <pc:docMk/>
            <pc:sldMk cId="0" sldId="288"/>
            <ac:spMk id="5" creationId="{00000000-0000-0000-0000-000000000000}"/>
          </ac:spMkLst>
        </pc:spChg>
      </pc:sldChg>
      <pc:sldChg chg="modSp">
        <pc:chgData name="Angela Robbins" userId="S::angela.robbins_elearningdoc.com#ext#@cisco.onmicrosoft.com::e406273b-12cd-460d-a763-85132e1718ac" providerId="AD" clId="Web-{98B2F631-530D-4433-7796-7ACA55A87E40}" dt="2022-10-23T20:01:34.989" v="82" actId="20577"/>
        <pc:sldMkLst>
          <pc:docMk/>
          <pc:sldMk cId="0" sldId="289"/>
        </pc:sldMkLst>
        <pc:spChg chg="mod">
          <ac:chgData name="Angela Robbins" userId="S::angela.robbins_elearningdoc.com#ext#@cisco.onmicrosoft.com::e406273b-12cd-460d-a763-85132e1718ac" providerId="AD" clId="Web-{98B2F631-530D-4433-7796-7ACA55A87E40}" dt="2022-10-23T20:01:34.989" v="82" actId="20577"/>
          <ac:spMkLst>
            <pc:docMk/>
            <pc:sldMk cId="0" sldId="289"/>
            <ac:spMk id="5" creationId="{00000000-0000-0000-0000-000000000000}"/>
          </ac:spMkLst>
        </pc:spChg>
      </pc:sldChg>
      <pc:sldChg chg="modSp">
        <pc:chgData name="Angela Robbins" userId="S::angela.robbins_elearningdoc.com#ext#@cisco.onmicrosoft.com::e406273b-12cd-460d-a763-85132e1718ac" providerId="AD" clId="Web-{98B2F631-530D-4433-7796-7ACA55A87E40}" dt="2022-10-23T20:03:31.480" v="97" actId="20577"/>
        <pc:sldMkLst>
          <pc:docMk/>
          <pc:sldMk cId="0" sldId="291"/>
        </pc:sldMkLst>
        <pc:spChg chg="mod">
          <ac:chgData name="Angela Robbins" userId="S::angela.robbins_elearningdoc.com#ext#@cisco.onmicrosoft.com::e406273b-12cd-460d-a763-85132e1718ac" providerId="AD" clId="Web-{98B2F631-530D-4433-7796-7ACA55A87E40}" dt="2022-10-23T20:03:31.480" v="97" actId="20577"/>
          <ac:spMkLst>
            <pc:docMk/>
            <pc:sldMk cId="0" sldId="291"/>
            <ac:spMk id="5" creationId="{00000000-0000-0000-0000-000000000000}"/>
          </ac:spMkLst>
        </pc:spChg>
      </pc:sldChg>
      <pc:sldChg chg="modSp">
        <pc:chgData name="Angela Robbins" userId="S::angela.robbins_elearningdoc.com#ext#@cisco.onmicrosoft.com::e406273b-12cd-460d-a763-85132e1718ac" providerId="AD" clId="Web-{98B2F631-530D-4433-7796-7ACA55A87E40}" dt="2022-10-23T20:56:50.025" v="646" actId="1076"/>
        <pc:sldMkLst>
          <pc:docMk/>
          <pc:sldMk cId="1525672446" sldId="1075"/>
        </pc:sldMkLst>
        <pc:spChg chg="mod">
          <ac:chgData name="Angela Robbins" userId="S::angela.robbins_elearningdoc.com#ext#@cisco.onmicrosoft.com::e406273b-12cd-460d-a763-85132e1718ac" providerId="AD" clId="Web-{98B2F631-530D-4433-7796-7ACA55A87E40}" dt="2022-10-23T20:53:26.154" v="172" actId="20577"/>
          <ac:spMkLst>
            <pc:docMk/>
            <pc:sldMk cId="1525672446" sldId="1075"/>
            <ac:spMk id="5" creationId="{7188AF34-F17D-65FE-91B6-733B90851DC8}"/>
          </ac:spMkLst>
        </pc:spChg>
        <pc:graphicFrameChg chg="mod modGraphic">
          <ac:chgData name="Angela Robbins" userId="S::angela.robbins_elearningdoc.com#ext#@cisco.onmicrosoft.com::e406273b-12cd-460d-a763-85132e1718ac" providerId="AD" clId="Web-{98B2F631-530D-4433-7796-7ACA55A87E40}" dt="2022-10-23T20:56:50.025" v="646" actId="1076"/>
          <ac:graphicFrameMkLst>
            <pc:docMk/>
            <pc:sldMk cId="1525672446" sldId="1075"/>
            <ac:graphicFrameMk id="4" creationId="{40064EF4-EE2B-342C-EA9E-699582F380FF}"/>
          </ac:graphicFrameMkLst>
        </pc:graphicFrameChg>
      </pc:sldChg>
      <pc:sldChg chg="modSp">
        <pc:chgData name="Angela Robbins" userId="S::angela.robbins_elearningdoc.com#ext#@cisco.onmicrosoft.com::e406273b-12cd-460d-a763-85132e1718ac" providerId="AD" clId="Web-{98B2F631-530D-4433-7796-7ACA55A87E40}" dt="2022-10-23T20:09:54.881" v="121" actId="20577"/>
        <pc:sldMkLst>
          <pc:docMk/>
          <pc:sldMk cId="592108853" sldId="1090"/>
        </pc:sldMkLst>
        <pc:spChg chg="mod">
          <ac:chgData name="Angela Robbins" userId="S::angela.robbins_elearningdoc.com#ext#@cisco.onmicrosoft.com::e406273b-12cd-460d-a763-85132e1718ac" providerId="AD" clId="Web-{98B2F631-530D-4433-7796-7ACA55A87E40}" dt="2022-10-23T20:09:54.881" v="121" actId="20577"/>
          <ac:spMkLst>
            <pc:docMk/>
            <pc:sldMk cId="592108853" sldId="1090"/>
            <ac:spMk id="5" creationId="{00000000-0000-0000-0000-000000000000}"/>
          </ac:spMkLst>
        </pc:spChg>
      </pc:sldChg>
      <pc:sldChg chg="modSp">
        <pc:chgData name="Angela Robbins" userId="S::angela.robbins_elearningdoc.com#ext#@cisco.onmicrosoft.com::e406273b-12cd-460d-a763-85132e1718ac" providerId="AD" clId="Web-{98B2F631-530D-4433-7796-7ACA55A87E40}" dt="2022-10-23T20:44:38.950" v="157" actId="20577"/>
        <pc:sldMkLst>
          <pc:docMk/>
          <pc:sldMk cId="2882384118" sldId="1091"/>
        </pc:sldMkLst>
        <pc:spChg chg="mod">
          <ac:chgData name="Angela Robbins" userId="S::angela.robbins_elearningdoc.com#ext#@cisco.onmicrosoft.com::e406273b-12cd-460d-a763-85132e1718ac" providerId="AD" clId="Web-{98B2F631-530D-4433-7796-7ACA55A87E40}" dt="2022-10-23T20:44:38.950" v="157" actId="20577"/>
          <ac:spMkLst>
            <pc:docMk/>
            <pc:sldMk cId="2882384118" sldId="1091"/>
            <ac:spMk id="5" creationId="{00000000-0000-0000-0000-000000000000}"/>
          </ac:spMkLst>
        </pc:spChg>
      </pc:sldChg>
      <pc:sldChg chg="modSp add replId">
        <pc:chgData name="Angela Robbins" userId="S::angela.robbins_elearningdoc.com#ext#@cisco.onmicrosoft.com::e406273b-12cd-460d-a763-85132e1718ac" providerId="AD" clId="Web-{98B2F631-530D-4433-7796-7ACA55A87E40}" dt="2022-10-23T20:05:28.768" v="114" actId="20577"/>
        <pc:sldMkLst>
          <pc:docMk/>
          <pc:sldMk cId="1134604791" sldId="1092"/>
        </pc:sldMkLst>
        <pc:spChg chg="mod">
          <ac:chgData name="Angela Robbins" userId="S::angela.robbins_elearningdoc.com#ext#@cisco.onmicrosoft.com::e406273b-12cd-460d-a763-85132e1718ac" providerId="AD" clId="Web-{98B2F631-530D-4433-7796-7ACA55A87E40}" dt="2022-10-23T20:05:28.768" v="114" actId="20577"/>
          <ac:spMkLst>
            <pc:docMk/>
            <pc:sldMk cId="1134604791" sldId="1092"/>
            <ac:spMk id="5" creationId="{00000000-0000-0000-0000-000000000000}"/>
          </ac:spMkLst>
        </pc:spChg>
      </pc:sldChg>
      <pc:sldChg chg="modSp add replId">
        <pc:chgData name="Angela Robbins" userId="S::angela.robbins_elearningdoc.com#ext#@cisco.onmicrosoft.com::e406273b-12cd-460d-a763-85132e1718ac" providerId="AD" clId="Web-{98B2F631-530D-4433-7796-7ACA55A87E40}" dt="2022-10-23T20:11:45.502" v="136" actId="20577"/>
        <pc:sldMkLst>
          <pc:docMk/>
          <pc:sldMk cId="3618411952" sldId="1093"/>
        </pc:sldMkLst>
        <pc:spChg chg="mod">
          <ac:chgData name="Angela Robbins" userId="S::angela.robbins_elearningdoc.com#ext#@cisco.onmicrosoft.com::e406273b-12cd-460d-a763-85132e1718ac" providerId="AD" clId="Web-{98B2F631-530D-4433-7796-7ACA55A87E40}" dt="2022-10-23T20:11:45.502" v="136" actId="20577"/>
          <ac:spMkLst>
            <pc:docMk/>
            <pc:sldMk cId="3618411952" sldId="1093"/>
            <ac:spMk id="5" creationId="{00000000-0000-0000-0000-000000000000}"/>
          </ac:spMkLst>
        </pc:spChg>
      </pc:sldChg>
      <pc:sldChg chg="modSp add replId">
        <pc:chgData name="Angela Robbins" userId="S::angela.robbins_elearningdoc.com#ext#@cisco.onmicrosoft.com::e406273b-12cd-460d-a763-85132e1718ac" providerId="AD" clId="Web-{98B2F631-530D-4433-7796-7ACA55A87E40}" dt="2022-10-23T20:44:47.482" v="162" actId="20577"/>
        <pc:sldMkLst>
          <pc:docMk/>
          <pc:sldMk cId="907612052" sldId="1094"/>
        </pc:sldMkLst>
        <pc:spChg chg="mod">
          <ac:chgData name="Angela Robbins" userId="S::angela.robbins_elearningdoc.com#ext#@cisco.onmicrosoft.com::e406273b-12cd-460d-a763-85132e1718ac" providerId="AD" clId="Web-{98B2F631-530D-4433-7796-7ACA55A87E40}" dt="2022-10-23T20:44:47.482" v="162" actId="20577"/>
          <ac:spMkLst>
            <pc:docMk/>
            <pc:sldMk cId="907612052" sldId="1094"/>
            <ac:spMk id="5" creationId="{00000000-0000-0000-0000-000000000000}"/>
          </ac:spMkLst>
        </pc:spChg>
      </pc:sldChg>
      <pc:sldChg chg="modSp add">
        <pc:chgData name="Angela Robbins" userId="S::angela.robbins_elearningdoc.com#ext#@cisco.onmicrosoft.com::e406273b-12cd-460d-a763-85132e1718ac" providerId="AD" clId="Web-{98B2F631-530D-4433-7796-7ACA55A87E40}" dt="2022-10-23T21:13:09.026" v="689"/>
        <pc:sldMkLst>
          <pc:docMk/>
          <pc:sldMk cId="132800338" sldId="1095"/>
        </pc:sldMkLst>
        <pc:spChg chg="mod">
          <ac:chgData name="Angela Robbins" userId="S::angela.robbins_elearningdoc.com#ext#@cisco.onmicrosoft.com::e406273b-12cd-460d-a763-85132e1718ac" providerId="AD" clId="Web-{98B2F631-530D-4433-7796-7ACA55A87E40}" dt="2022-10-23T21:12:28.305" v="675" actId="1076"/>
          <ac:spMkLst>
            <pc:docMk/>
            <pc:sldMk cId="132800338" sldId="1095"/>
            <ac:spMk id="56321" creationId="{00000000-0000-0000-0000-000000000000}"/>
          </ac:spMkLst>
        </pc:spChg>
        <pc:graphicFrameChg chg="mod modGraphic">
          <ac:chgData name="Angela Robbins" userId="S::angela.robbins_elearningdoc.com#ext#@cisco.onmicrosoft.com::e406273b-12cd-460d-a763-85132e1718ac" providerId="AD" clId="Web-{98B2F631-530D-4433-7796-7ACA55A87E40}" dt="2022-10-23T21:13:09.026" v="689"/>
          <ac:graphicFrameMkLst>
            <pc:docMk/>
            <pc:sldMk cId="132800338" sldId="1095"/>
            <ac:graphicFrameMk id="3" creationId="{00000000-0000-0000-0000-000000000000}"/>
          </ac:graphicFrameMkLst>
        </pc:graphicFrameChg>
      </pc:sldChg>
      <pc:sldMasterChg chg="add addSldLayout">
        <pc:chgData name="Angela Robbins" userId="S::angela.robbins_elearningdoc.com#ext#@cisco.onmicrosoft.com::e406273b-12cd-460d-a763-85132e1718ac" providerId="AD" clId="Web-{98B2F631-530D-4433-7796-7ACA55A87E40}" dt="2022-10-23T20:45:50.095" v="163"/>
        <pc:sldMasterMkLst>
          <pc:docMk/>
          <pc:sldMasterMk cId="0" sldId="2147483700"/>
        </pc:sldMasterMkLst>
        <pc:sldLayoutChg chg="add">
          <pc:chgData name="Angela Robbins" userId="S::angela.robbins_elearningdoc.com#ext#@cisco.onmicrosoft.com::e406273b-12cd-460d-a763-85132e1718ac" providerId="AD" clId="Web-{98B2F631-530D-4433-7796-7ACA55A87E40}" dt="2022-10-23T20:45:50.095" v="163"/>
          <pc:sldLayoutMkLst>
            <pc:docMk/>
            <pc:sldMasterMk cId="0" sldId="2147483700"/>
            <pc:sldLayoutMk cId="3086725553" sldId="2147483962"/>
          </pc:sldLayoutMkLst>
        </pc:sldLayoutChg>
        <pc:sldLayoutChg chg="add">
          <pc:chgData name="Angela Robbins" userId="S::angela.robbins_elearningdoc.com#ext#@cisco.onmicrosoft.com::e406273b-12cd-460d-a763-85132e1718ac" providerId="AD" clId="Web-{98B2F631-530D-4433-7796-7ACA55A87E40}" dt="2022-10-23T20:45:50.095" v="163"/>
          <pc:sldLayoutMkLst>
            <pc:docMk/>
            <pc:sldMasterMk cId="0" sldId="2147483700"/>
            <pc:sldLayoutMk cId="1890854121" sldId="2147483965"/>
          </pc:sldLayoutMkLst>
        </pc:sldLayoutChg>
        <pc:sldLayoutChg chg="add">
          <pc:chgData name="Angela Robbins" userId="S::angela.robbins_elearningdoc.com#ext#@cisco.onmicrosoft.com::e406273b-12cd-460d-a763-85132e1718ac" providerId="AD" clId="Web-{98B2F631-530D-4433-7796-7ACA55A87E40}" dt="2022-10-23T20:45:50.095" v="163"/>
          <pc:sldLayoutMkLst>
            <pc:docMk/>
            <pc:sldMasterMk cId="0" sldId="2147483700"/>
            <pc:sldLayoutMk cId="542967988" sldId="2147483967"/>
          </pc:sldLayoutMkLst>
        </pc:sldLayoutChg>
        <pc:sldLayoutChg chg="add">
          <pc:chgData name="Angela Robbins" userId="S::angela.robbins_elearningdoc.com#ext#@cisco.onmicrosoft.com::e406273b-12cd-460d-a763-85132e1718ac" providerId="AD" clId="Web-{98B2F631-530D-4433-7796-7ACA55A87E40}" dt="2022-10-23T20:45:50.095" v="163"/>
          <pc:sldLayoutMkLst>
            <pc:docMk/>
            <pc:sldMasterMk cId="0" sldId="2147483700"/>
            <pc:sldLayoutMk cId="4222912136" sldId="2147483995"/>
          </pc:sldLayoutMkLst>
        </pc:sldLayoutChg>
        <pc:sldLayoutChg chg="add">
          <pc:chgData name="Angela Robbins" userId="S::angela.robbins_elearningdoc.com#ext#@cisco.onmicrosoft.com::e406273b-12cd-460d-a763-85132e1718ac" providerId="AD" clId="Web-{98B2F631-530D-4433-7796-7ACA55A87E40}" dt="2022-10-23T20:45:50.095" v="163"/>
          <pc:sldLayoutMkLst>
            <pc:docMk/>
            <pc:sldMasterMk cId="0" sldId="2147483700"/>
            <pc:sldLayoutMk cId="147974899" sldId="2147483998"/>
          </pc:sldLayoutMkLst>
        </pc:sldLayoutChg>
        <pc:sldLayoutChg chg="add">
          <pc:chgData name="Angela Robbins" userId="S::angela.robbins_elearningdoc.com#ext#@cisco.onmicrosoft.com::e406273b-12cd-460d-a763-85132e1718ac" providerId="AD" clId="Web-{98B2F631-530D-4433-7796-7ACA55A87E40}" dt="2022-10-23T20:45:50.095" v="163"/>
          <pc:sldLayoutMkLst>
            <pc:docMk/>
            <pc:sldMasterMk cId="0" sldId="2147483700"/>
            <pc:sldLayoutMk cId="3053872667" sldId="2147484007"/>
          </pc:sldLayoutMkLst>
        </pc:sldLayoutChg>
        <pc:sldLayoutChg chg="add">
          <pc:chgData name="Angela Robbins" userId="S::angela.robbins_elearningdoc.com#ext#@cisco.onmicrosoft.com::e406273b-12cd-460d-a763-85132e1718ac" providerId="AD" clId="Web-{98B2F631-530D-4433-7796-7ACA55A87E40}" dt="2022-10-23T20:45:50.095" v="163"/>
          <pc:sldLayoutMkLst>
            <pc:docMk/>
            <pc:sldMasterMk cId="0" sldId="2147483700"/>
            <pc:sldLayoutMk cId="2962125011" sldId="2147484010"/>
          </pc:sldLayoutMkLst>
        </pc:sldLayoutChg>
        <pc:sldLayoutChg chg="add">
          <pc:chgData name="Angela Robbins" userId="S::angela.robbins_elearningdoc.com#ext#@cisco.onmicrosoft.com::e406273b-12cd-460d-a763-85132e1718ac" providerId="AD" clId="Web-{98B2F631-530D-4433-7796-7ACA55A87E40}" dt="2022-10-23T20:45:50.095" v="163"/>
          <pc:sldLayoutMkLst>
            <pc:docMk/>
            <pc:sldMasterMk cId="0" sldId="2147483700"/>
            <pc:sldLayoutMk cId="3643099958" sldId="2147484011"/>
          </pc:sldLayoutMkLst>
        </pc:sldLayoutChg>
        <pc:sldLayoutChg chg="add">
          <pc:chgData name="Angela Robbins" userId="S::angela.robbins_elearningdoc.com#ext#@cisco.onmicrosoft.com::e406273b-12cd-460d-a763-85132e1718ac" providerId="AD" clId="Web-{98B2F631-530D-4433-7796-7ACA55A87E40}" dt="2022-10-23T20:45:50.095" v="163"/>
          <pc:sldLayoutMkLst>
            <pc:docMk/>
            <pc:sldMasterMk cId="0" sldId="2147483700"/>
            <pc:sldLayoutMk cId="3653042546" sldId="2147484013"/>
          </pc:sldLayoutMkLst>
        </pc:sldLayoutChg>
        <pc:sldLayoutChg chg="add">
          <pc:chgData name="Angela Robbins" userId="S::angela.robbins_elearningdoc.com#ext#@cisco.onmicrosoft.com::e406273b-12cd-460d-a763-85132e1718ac" providerId="AD" clId="Web-{98B2F631-530D-4433-7796-7ACA55A87E40}" dt="2022-10-23T20:45:50.095" v="163"/>
          <pc:sldLayoutMkLst>
            <pc:docMk/>
            <pc:sldMasterMk cId="0" sldId="2147483700"/>
            <pc:sldLayoutMk cId="1974617842" sldId="2147484014"/>
          </pc:sldLayoutMkLst>
        </pc:sldLayoutChg>
        <pc:sldLayoutChg chg="add">
          <pc:chgData name="Angela Robbins" userId="S::angela.robbins_elearningdoc.com#ext#@cisco.onmicrosoft.com::e406273b-12cd-460d-a763-85132e1718ac" providerId="AD" clId="Web-{98B2F631-530D-4433-7796-7ACA55A87E40}" dt="2022-10-23T20:45:50.095" v="163"/>
          <pc:sldLayoutMkLst>
            <pc:docMk/>
            <pc:sldMasterMk cId="0" sldId="2147483700"/>
            <pc:sldLayoutMk cId="1198843304" sldId="2147484015"/>
          </pc:sldLayoutMkLst>
        </pc:sldLayoutChg>
        <pc:sldLayoutChg chg="add">
          <pc:chgData name="Angela Robbins" userId="S::angela.robbins_elearningdoc.com#ext#@cisco.onmicrosoft.com::e406273b-12cd-460d-a763-85132e1718ac" providerId="AD" clId="Web-{98B2F631-530D-4433-7796-7ACA55A87E40}" dt="2022-10-23T20:45:50.095" v="163"/>
          <pc:sldLayoutMkLst>
            <pc:docMk/>
            <pc:sldMasterMk cId="0" sldId="2147483700"/>
            <pc:sldLayoutMk cId="1851544963" sldId="2147484027"/>
          </pc:sldLayoutMkLst>
        </pc:sldLayoutChg>
        <pc:sldLayoutChg chg="add">
          <pc:chgData name="Angela Robbins" userId="S::angela.robbins_elearningdoc.com#ext#@cisco.onmicrosoft.com::e406273b-12cd-460d-a763-85132e1718ac" providerId="AD" clId="Web-{98B2F631-530D-4433-7796-7ACA55A87E40}" dt="2022-10-23T20:45:50.095" v="163"/>
          <pc:sldLayoutMkLst>
            <pc:docMk/>
            <pc:sldMasterMk cId="0" sldId="2147483700"/>
            <pc:sldLayoutMk cId="2257996623" sldId="2147484029"/>
          </pc:sldLayoutMkLst>
        </pc:sldLayoutChg>
        <pc:sldLayoutChg chg="add">
          <pc:chgData name="Angela Robbins" userId="S::angela.robbins_elearningdoc.com#ext#@cisco.onmicrosoft.com::e406273b-12cd-460d-a763-85132e1718ac" providerId="AD" clId="Web-{98B2F631-530D-4433-7796-7ACA55A87E40}" dt="2022-10-23T20:45:50.095" v="163"/>
          <pc:sldLayoutMkLst>
            <pc:docMk/>
            <pc:sldMasterMk cId="0" sldId="2147483700"/>
            <pc:sldLayoutMk cId="2699250104" sldId="2147484031"/>
          </pc:sldLayoutMkLst>
        </pc:sldLayoutChg>
      </pc:sldMasterChg>
    </pc:docChg>
  </pc:docChgLst>
  <pc:docChgLst>
    <pc:chgData name="Angela Robbins" userId="S::angela.robbins_elearningdoc.com#ext#@cisco.onmicrosoft.com::e406273b-12cd-460d-a763-85132e1718ac" providerId="AD" clId="Web-{FB771FC5-B0F9-BA7F-0862-C3291B13A057}"/>
    <pc:docChg chg="addSld modSld">
      <pc:chgData name="Angela Robbins" userId="S::angela.robbins_elearningdoc.com#ext#@cisco.onmicrosoft.com::e406273b-12cd-460d-a763-85132e1718ac" providerId="AD" clId="Web-{FB771FC5-B0F9-BA7F-0862-C3291B13A057}" dt="2022-10-23T03:36:55.099" v="872" actId="14100"/>
      <pc:docMkLst>
        <pc:docMk/>
      </pc:docMkLst>
      <pc:sldChg chg="modSp">
        <pc:chgData name="Angela Robbins" userId="S::angela.robbins_elearningdoc.com#ext#@cisco.onmicrosoft.com::e406273b-12cd-460d-a763-85132e1718ac" providerId="AD" clId="Web-{FB771FC5-B0F9-BA7F-0862-C3291B13A057}" dt="2022-10-22T17:41:04.259" v="0" actId="1076"/>
        <pc:sldMkLst>
          <pc:docMk/>
          <pc:sldMk cId="0" sldId="257"/>
        </pc:sldMkLst>
        <pc:spChg chg="mod">
          <ac:chgData name="Angela Robbins" userId="S::angela.robbins_elearningdoc.com#ext#@cisco.onmicrosoft.com::e406273b-12cd-460d-a763-85132e1718ac" providerId="AD" clId="Web-{FB771FC5-B0F9-BA7F-0862-C3291B13A057}" dt="2022-10-22T17:41:04.259" v="0" actId="1076"/>
          <ac:spMkLst>
            <pc:docMk/>
            <pc:sldMk cId="0" sldId="257"/>
            <ac:spMk id="3" creationId="{00000000-0000-0000-0000-000000000000}"/>
          </ac:spMkLst>
        </pc:spChg>
      </pc:sldChg>
      <pc:sldChg chg="modSp">
        <pc:chgData name="Angela Robbins" userId="S::angela.robbins_elearningdoc.com#ext#@cisco.onmicrosoft.com::e406273b-12cd-460d-a763-85132e1718ac" providerId="AD" clId="Web-{FB771FC5-B0F9-BA7F-0862-C3291B13A057}" dt="2022-10-22T17:56:18.078" v="1" actId="1076"/>
        <pc:sldMkLst>
          <pc:docMk/>
          <pc:sldMk cId="0" sldId="261"/>
        </pc:sldMkLst>
        <pc:spChg chg="mod">
          <ac:chgData name="Angela Robbins" userId="S::angela.robbins_elearningdoc.com#ext#@cisco.onmicrosoft.com::e406273b-12cd-460d-a763-85132e1718ac" providerId="AD" clId="Web-{FB771FC5-B0F9-BA7F-0862-C3291B13A057}" dt="2022-10-22T17:56:18.078" v="1" actId="1076"/>
          <ac:spMkLst>
            <pc:docMk/>
            <pc:sldMk cId="0" sldId="261"/>
            <ac:spMk id="3" creationId="{00000000-0000-0000-0000-000000000000}"/>
          </ac:spMkLst>
        </pc:spChg>
      </pc:sldChg>
      <pc:sldChg chg="modSp">
        <pc:chgData name="Angela Robbins" userId="S::angela.robbins_elearningdoc.com#ext#@cisco.onmicrosoft.com::e406273b-12cd-460d-a763-85132e1718ac" providerId="AD" clId="Web-{FB771FC5-B0F9-BA7F-0862-C3291B13A057}" dt="2022-10-22T17:59:23.650" v="15" actId="20577"/>
        <pc:sldMkLst>
          <pc:docMk/>
          <pc:sldMk cId="0" sldId="264"/>
        </pc:sldMkLst>
        <pc:spChg chg="mod">
          <ac:chgData name="Angela Robbins" userId="S::angela.robbins_elearningdoc.com#ext#@cisco.onmicrosoft.com::e406273b-12cd-460d-a763-85132e1718ac" providerId="AD" clId="Web-{FB771FC5-B0F9-BA7F-0862-C3291B13A057}" dt="2022-10-22T17:59:23.650" v="15" actId="20577"/>
          <ac:spMkLst>
            <pc:docMk/>
            <pc:sldMk cId="0" sldId="264"/>
            <ac:spMk id="5" creationId="{00000000-0000-0000-0000-000000000000}"/>
          </ac:spMkLst>
        </pc:spChg>
      </pc:sldChg>
      <pc:sldChg chg="modSp">
        <pc:chgData name="Angela Robbins" userId="S::angela.robbins_elearningdoc.com#ext#@cisco.onmicrosoft.com::e406273b-12cd-460d-a763-85132e1718ac" providerId="AD" clId="Web-{FB771FC5-B0F9-BA7F-0862-C3291B13A057}" dt="2022-10-22T18:07:07.515" v="44" actId="1076"/>
        <pc:sldMkLst>
          <pc:docMk/>
          <pc:sldMk cId="0" sldId="265"/>
        </pc:sldMkLst>
        <pc:spChg chg="mod">
          <ac:chgData name="Angela Robbins" userId="S::angela.robbins_elearningdoc.com#ext#@cisco.onmicrosoft.com::e406273b-12cd-460d-a763-85132e1718ac" providerId="AD" clId="Web-{FB771FC5-B0F9-BA7F-0862-C3291B13A057}" dt="2022-10-22T18:07:07.515" v="44" actId="1076"/>
          <ac:spMkLst>
            <pc:docMk/>
            <pc:sldMk cId="0" sldId="265"/>
            <ac:spMk id="5" creationId="{00000000-0000-0000-0000-000000000000}"/>
          </ac:spMkLst>
        </pc:spChg>
      </pc:sldChg>
      <pc:sldChg chg="modSp">
        <pc:chgData name="Angela Robbins" userId="S::angela.robbins_elearningdoc.com#ext#@cisco.onmicrosoft.com::e406273b-12cd-460d-a763-85132e1718ac" providerId="AD" clId="Web-{FB771FC5-B0F9-BA7F-0862-C3291B13A057}" dt="2022-10-22T18:07:35.547" v="50" actId="20577"/>
        <pc:sldMkLst>
          <pc:docMk/>
          <pc:sldMk cId="0" sldId="266"/>
        </pc:sldMkLst>
        <pc:spChg chg="mod">
          <ac:chgData name="Angela Robbins" userId="S::angela.robbins_elearningdoc.com#ext#@cisco.onmicrosoft.com::e406273b-12cd-460d-a763-85132e1718ac" providerId="AD" clId="Web-{FB771FC5-B0F9-BA7F-0862-C3291B13A057}" dt="2022-10-22T18:07:16.796" v="45" actId="20577"/>
          <ac:spMkLst>
            <pc:docMk/>
            <pc:sldMk cId="0" sldId="266"/>
            <ac:spMk id="3" creationId="{00000000-0000-0000-0000-000000000000}"/>
          </ac:spMkLst>
        </pc:spChg>
        <pc:spChg chg="mod">
          <ac:chgData name="Angela Robbins" userId="S::angela.robbins_elearningdoc.com#ext#@cisco.onmicrosoft.com::e406273b-12cd-460d-a763-85132e1718ac" providerId="AD" clId="Web-{FB771FC5-B0F9-BA7F-0862-C3291B13A057}" dt="2022-10-22T18:07:35.547" v="50" actId="20577"/>
          <ac:spMkLst>
            <pc:docMk/>
            <pc:sldMk cId="0" sldId="266"/>
            <ac:spMk id="5" creationId="{00000000-0000-0000-0000-000000000000}"/>
          </ac:spMkLst>
        </pc:spChg>
      </pc:sldChg>
      <pc:sldChg chg="modSp">
        <pc:chgData name="Angela Robbins" userId="S::angela.robbins_elearningdoc.com#ext#@cisco.onmicrosoft.com::e406273b-12cd-460d-a763-85132e1718ac" providerId="AD" clId="Web-{FB771FC5-B0F9-BA7F-0862-C3291B13A057}" dt="2022-10-22T18:10:43.861" v="92" actId="20577"/>
        <pc:sldMkLst>
          <pc:docMk/>
          <pc:sldMk cId="0" sldId="267"/>
        </pc:sldMkLst>
        <pc:spChg chg="mod">
          <ac:chgData name="Angela Robbins" userId="S::angela.robbins_elearningdoc.com#ext#@cisco.onmicrosoft.com::e406273b-12cd-460d-a763-85132e1718ac" providerId="AD" clId="Web-{FB771FC5-B0F9-BA7F-0862-C3291B13A057}" dt="2022-10-22T18:10:43.861" v="92" actId="20577"/>
          <ac:spMkLst>
            <pc:docMk/>
            <pc:sldMk cId="0" sldId="267"/>
            <ac:spMk id="5" creationId="{00000000-0000-0000-0000-000000000000}"/>
          </ac:spMkLst>
        </pc:spChg>
      </pc:sldChg>
      <pc:sldChg chg="modSp">
        <pc:chgData name="Angela Robbins" userId="S::angela.robbins_elearningdoc.com#ext#@cisco.onmicrosoft.com::e406273b-12cd-460d-a763-85132e1718ac" providerId="AD" clId="Web-{FB771FC5-B0F9-BA7F-0862-C3291B13A057}" dt="2022-10-22T18:22:15.273" v="156" actId="20577"/>
        <pc:sldMkLst>
          <pc:docMk/>
          <pc:sldMk cId="0" sldId="268"/>
        </pc:sldMkLst>
        <pc:spChg chg="mod">
          <ac:chgData name="Angela Robbins" userId="S::angela.robbins_elearningdoc.com#ext#@cisco.onmicrosoft.com::e406273b-12cd-460d-a763-85132e1718ac" providerId="AD" clId="Web-{FB771FC5-B0F9-BA7F-0862-C3291B13A057}" dt="2022-10-22T18:22:15.273" v="156" actId="20577"/>
          <ac:spMkLst>
            <pc:docMk/>
            <pc:sldMk cId="0" sldId="268"/>
            <ac:spMk id="5" creationId="{00000000-0000-0000-0000-000000000000}"/>
          </ac:spMkLst>
        </pc:spChg>
      </pc:sldChg>
      <pc:sldChg chg="modSp">
        <pc:chgData name="Angela Robbins" userId="S::angela.robbins_elearningdoc.com#ext#@cisco.onmicrosoft.com::e406273b-12cd-460d-a763-85132e1718ac" providerId="AD" clId="Web-{FB771FC5-B0F9-BA7F-0862-C3291B13A057}" dt="2022-10-22T18:26:50.729" v="196" actId="20577"/>
        <pc:sldMkLst>
          <pc:docMk/>
          <pc:sldMk cId="0" sldId="269"/>
        </pc:sldMkLst>
        <pc:spChg chg="mod">
          <ac:chgData name="Angela Robbins" userId="S::angela.robbins_elearningdoc.com#ext#@cisco.onmicrosoft.com::e406273b-12cd-460d-a763-85132e1718ac" providerId="AD" clId="Web-{FB771FC5-B0F9-BA7F-0862-C3291B13A057}" dt="2022-10-22T18:26:50.729" v="196" actId="20577"/>
          <ac:spMkLst>
            <pc:docMk/>
            <pc:sldMk cId="0" sldId="269"/>
            <ac:spMk id="5" creationId="{00000000-0000-0000-0000-000000000000}"/>
          </ac:spMkLst>
        </pc:spChg>
      </pc:sldChg>
      <pc:sldChg chg="modSp">
        <pc:chgData name="Angela Robbins" userId="S::angela.robbins_elearningdoc.com#ext#@cisco.onmicrosoft.com::e406273b-12cd-460d-a763-85132e1718ac" providerId="AD" clId="Web-{FB771FC5-B0F9-BA7F-0862-C3291B13A057}" dt="2022-10-22T18:28:54.970" v="216" actId="1076"/>
        <pc:sldMkLst>
          <pc:docMk/>
          <pc:sldMk cId="0" sldId="270"/>
        </pc:sldMkLst>
        <pc:spChg chg="mod">
          <ac:chgData name="Angela Robbins" userId="S::angela.robbins_elearningdoc.com#ext#@cisco.onmicrosoft.com::e406273b-12cd-460d-a763-85132e1718ac" providerId="AD" clId="Web-{FB771FC5-B0F9-BA7F-0862-C3291B13A057}" dt="2022-10-22T18:28:54.970" v="216" actId="1076"/>
          <ac:spMkLst>
            <pc:docMk/>
            <pc:sldMk cId="0" sldId="270"/>
            <ac:spMk id="5" creationId="{00000000-0000-0000-0000-000000000000}"/>
          </ac:spMkLst>
        </pc:spChg>
      </pc:sldChg>
      <pc:sldChg chg="addSp modSp">
        <pc:chgData name="Angela Robbins" userId="S::angela.robbins_elearningdoc.com#ext#@cisco.onmicrosoft.com::e406273b-12cd-460d-a763-85132e1718ac" providerId="AD" clId="Web-{FB771FC5-B0F9-BA7F-0862-C3291B13A057}" dt="2022-10-22T18:31:41.447" v="255" actId="20577"/>
        <pc:sldMkLst>
          <pc:docMk/>
          <pc:sldMk cId="0" sldId="271"/>
        </pc:sldMkLst>
        <pc:spChg chg="add mod">
          <ac:chgData name="Angela Robbins" userId="S::angela.robbins_elearningdoc.com#ext#@cisco.onmicrosoft.com::e406273b-12cd-460d-a763-85132e1718ac" providerId="AD" clId="Web-{FB771FC5-B0F9-BA7F-0862-C3291B13A057}" dt="2022-10-22T18:31:41.447" v="255" actId="20577"/>
          <ac:spMkLst>
            <pc:docMk/>
            <pc:sldMk cId="0" sldId="271"/>
            <ac:spMk id="4" creationId="{81A6E128-8693-546A-4897-1D6FC1E27AEF}"/>
          </ac:spMkLst>
        </pc:spChg>
        <pc:spChg chg="mod">
          <ac:chgData name="Angela Robbins" userId="S::angela.robbins_elearningdoc.com#ext#@cisco.onmicrosoft.com::e406273b-12cd-460d-a763-85132e1718ac" providerId="AD" clId="Web-{FB771FC5-B0F9-BA7F-0862-C3291B13A057}" dt="2022-10-22T18:29:52.989" v="234" actId="20577"/>
          <ac:spMkLst>
            <pc:docMk/>
            <pc:sldMk cId="0" sldId="271"/>
            <ac:spMk id="5" creationId="{00000000-0000-0000-0000-000000000000}"/>
          </ac:spMkLst>
        </pc:spChg>
        <pc:picChg chg="add mod modCrop">
          <ac:chgData name="Angela Robbins" userId="S::angela.robbins_elearningdoc.com#ext#@cisco.onmicrosoft.com::e406273b-12cd-460d-a763-85132e1718ac" providerId="AD" clId="Web-{FB771FC5-B0F9-BA7F-0862-C3291B13A057}" dt="2022-10-22T18:31:34.681" v="252" actId="1076"/>
          <ac:picMkLst>
            <pc:docMk/>
            <pc:sldMk cId="0" sldId="271"/>
            <ac:picMk id="6" creationId="{F464CB9F-8F7A-5457-B739-5C8B79F1AE21}"/>
          </ac:picMkLst>
        </pc:picChg>
      </pc:sldChg>
      <pc:sldChg chg="addSp modSp">
        <pc:chgData name="Angela Robbins" userId="S::angela.robbins_elearningdoc.com#ext#@cisco.onmicrosoft.com::e406273b-12cd-460d-a763-85132e1718ac" providerId="AD" clId="Web-{FB771FC5-B0F9-BA7F-0862-C3291B13A057}" dt="2022-10-22T18:46:45.748" v="312" actId="1076"/>
        <pc:sldMkLst>
          <pc:docMk/>
          <pc:sldMk cId="0" sldId="272"/>
        </pc:sldMkLst>
        <pc:spChg chg="mod">
          <ac:chgData name="Angela Robbins" userId="S::angela.robbins_elearningdoc.com#ext#@cisco.onmicrosoft.com::e406273b-12cd-460d-a763-85132e1718ac" providerId="AD" clId="Web-{FB771FC5-B0F9-BA7F-0862-C3291B13A057}" dt="2022-10-22T18:46:16.497" v="306" actId="1076"/>
          <ac:spMkLst>
            <pc:docMk/>
            <pc:sldMk cId="0" sldId="272"/>
            <ac:spMk id="5" creationId="{00000000-0000-0000-0000-000000000000}"/>
          </ac:spMkLst>
        </pc:spChg>
        <pc:picChg chg="add mod modCrop">
          <ac:chgData name="Angela Robbins" userId="S::angela.robbins_elearningdoc.com#ext#@cisco.onmicrosoft.com::e406273b-12cd-460d-a763-85132e1718ac" providerId="AD" clId="Web-{FB771FC5-B0F9-BA7F-0862-C3291B13A057}" dt="2022-10-22T18:46:45.748" v="312" actId="1076"/>
          <ac:picMkLst>
            <pc:docMk/>
            <pc:sldMk cId="0" sldId="272"/>
            <ac:picMk id="4" creationId="{268A2860-C0BB-611E-9943-E1274CA2368C}"/>
          </ac:picMkLst>
        </pc:picChg>
      </pc:sldChg>
      <pc:sldChg chg="addSp modSp">
        <pc:chgData name="Angela Robbins" userId="S::angela.robbins_elearningdoc.com#ext#@cisco.onmicrosoft.com::e406273b-12cd-460d-a763-85132e1718ac" providerId="AD" clId="Web-{FB771FC5-B0F9-BA7F-0862-C3291B13A057}" dt="2022-10-23T03:03:44.162" v="765" actId="14100"/>
        <pc:sldMkLst>
          <pc:docMk/>
          <pc:sldMk cId="0" sldId="273"/>
        </pc:sldMkLst>
        <pc:spChg chg="mod">
          <ac:chgData name="Angela Robbins" userId="S::angela.robbins_elearningdoc.com#ext#@cisco.onmicrosoft.com::e406273b-12cd-460d-a763-85132e1718ac" providerId="AD" clId="Web-{FB771FC5-B0F9-BA7F-0862-C3291B13A057}" dt="2022-10-23T03:03:33.490" v="761" actId="20577"/>
          <ac:spMkLst>
            <pc:docMk/>
            <pc:sldMk cId="0" sldId="273"/>
            <ac:spMk id="5" creationId="{00000000-0000-0000-0000-000000000000}"/>
          </ac:spMkLst>
        </pc:spChg>
        <pc:picChg chg="add mod modCrop">
          <ac:chgData name="Angela Robbins" userId="S::angela.robbins_elearningdoc.com#ext#@cisco.onmicrosoft.com::e406273b-12cd-460d-a763-85132e1718ac" providerId="AD" clId="Web-{FB771FC5-B0F9-BA7F-0862-C3291B13A057}" dt="2022-10-23T03:03:44.162" v="765" actId="14100"/>
          <ac:picMkLst>
            <pc:docMk/>
            <pc:sldMk cId="0" sldId="273"/>
            <ac:picMk id="4" creationId="{4EB1552E-EDA0-26F0-E102-AEA0F871CA2D}"/>
          </ac:picMkLst>
        </pc:picChg>
      </pc:sldChg>
      <pc:sldChg chg="modSp">
        <pc:chgData name="Angela Robbins" userId="S::angela.robbins_elearningdoc.com#ext#@cisco.onmicrosoft.com::e406273b-12cd-460d-a763-85132e1718ac" providerId="AD" clId="Web-{FB771FC5-B0F9-BA7F-0862-C3291B13A057}" dt="2022-10-23T03:15:13.837" v="807" actId="1076"/>
        <pc:sldMkLst>
          <pc:docMk/>
          <pc:sldMk cId="0" sldId="274"/>
        </pc:sldMkLst>
        <pc:spChg chg="mod">
          <ac:chgData name="Angela Robbins" userId="S::angela.robbins_elearningdoc.com#ext#@cisco.onmicrosoft.com::e406273b-12cd-460d-a763-85132e1718ac" providerId="AD" clId="Web-{FB771FC5-B0F9-BA7F-0862-C3291B13A057}" dt="2022-10-23T03:15:13.837" v="807" actId="1076"/>
          <ac:spMkLst>
            <pc:docMk/>
            <pc:sldMk cId="0" sldId="274"/>
            <ac:spMk id="5" creationId="{00000000-0000-0000-0000-000000000000}"/>
          </ac:spMkLst>
        </pc:spChg>
      </pc:sldChg>
      <pc:sldChg chg="modSp">
        <pc:chgData name="Angela Robbins" userId="S::angela.robbins_elearningdoc.com#ext#@cisco.onmicrosoft.com::e406273b-12cd-460d-a763-85132e1718ac" providerId="AD" clId="Web-{FB771FC5-B0F9-BA7F-0862-C3291B13A057}" dt="2022-10-23T03:28:10.063" v="852" actId="1076"/>
        <pc:sldMkLst>
          <pc:docMk/>
          <pc:sldMk cId="0" sldId="276"/>
        </pc:sldMkLst>
        <pc:spChg chg="mod">
          <ac:chgData name="Angela Robbins" userId="S::angela.robbins_elearningdoc.com#ext#@cisco.onmicrosoft.com::e406273b-12cd-460d-a763-85132e1718ac" providerId="AD" clId="Web-{FB771FC5-B0F9-BA7F-0862-C3291B13A057}" dt="2022-10-22T19:49:58.950" v="459" actId="20577"/>
          <ac:spMkLst>
            <pc:docMk/>
            <pc:sldMk cId="0" sldId="276"/>
            <ac:spMk id="3" creationId="{00000000-0000-0000-0000-000000000000}"/>
          </ac:spMkLst>
        </pc:spChg>
        <pc:spChg chg="mod">
          <ac:chgData name="Angela Robbins" userId="S::angela.robbins_elearningdoc.com#ext#@cisco.onmicrosoft.com::e406273b-12cd-460d-a763-85132e1718ac" providerId="AD" clId="Web-{FB771FC5-B0F9-BA7F-0862-C3291B13A057}" dt="2022-10-23T03:28:10.063" v="852" actId="1076"/>
          <ac:spMkLst>
            <pc:docMk/>
            <pc:sldMk cId="0" sldId="276"/>
            <ac:spMk id="5" creationId="{00000000-0000-0000-0000-000000000000}"/>
          </ac:spMkLst>
        </pc:spChg>
      </pc:sldChg>
      <pc:sldChg chg="modSp">
        <pc:chgData name="Angela Robbins" userId="S::angela.robbins_elearningdoc.com#ext#@cisco.onmicrosoft.com::e406273b-12cd-460d-a763-85132e1718ac" providerId="AD" clId="Web-{FB771FC5-B0F9-BA7F-0862-C3291B13A057}" dt="2022-10-23T03:34:01.005" v="864" actId="1076"/>
        <pc:sldMkLst>
          <pc:docMk/>
          <pc:sldMk cId="0" sldId="277"/>
        </pc:sldMkLst>
        <pc:spChg chg="mod">
          <ac:chgData name="Angela Robbins" userId="S::angela.robbins_elearningdoc.com#ext#@cisco.onmicrosoft.com::e406273b-12cd-460d-a763-85132e1718ac" providerId="AD" clId="Web-{FB771FC5-B0F9-BA7F-0862-C3291B13A057}" dt="2022-10-23T03:34:01.005" v="864" actId="1076"/>
          <ac:spMkLst>
            <pc:docMk/>
            <pc:sldMk cId="0" sldId="277"/>
            <ac:spMk id="5" creationId="{00000000-0000-0000-0000-000000000000}"/>
          </ac:spMkLst>
        </pc:spChg>
      </pc:sldChg>
      <pc:sldChg chg="addSp modSp">
        <pc:chgData name="Angela Robbins" userId="S::angela.robbins_elearningdoc.com#ext#@cisco.onmicrosoft.com::e406273b-12cd-460d-a763-85132e1718ac" providerId="AD" clId="Web-{FB771FC5-B0F9-BA7F-0862-C3291B13A057}" dt="2022-10-23T03:36:55.099" v="872" actId="14100"/>
        <pc:sldMkLst>
          <pc:docMk/>
          <pc:sldMk cId="0" sldId="278"/>
        </pc:sldMkLst>
        <pc:spChg chg="mod">
          <ac:chgData name="Angela Robbins" userId="S::angela.robbins_elearningdoc.com#ext#@cisco.onmicrosoft.com::e406273b-12cd-460d-a763-85132e1718ac" providerId="AD" clId="Web-{FB771FC5-B0F9-BA7F-0862-C3291B13A057}" dt="2022-10-23T03:36:51.302" v="870" actId="20577"/>
          <ac:spMkLst>
            <pc:docMk/>
            <pc:sldMk cId="0" sldId="278"/>
            <ac:spMk id="5" creationId="{00000000-0000-0000-0000-000000000000}"/>
          </ac:spMkLst>
        </pc:spChg>
        <pc:picChg chg="add mod">
          <ac:chgData name="Angela Robbins" userId="S::angela.robbins_elearningdoc.com#ext#@cisco.onmicrosoft.com::e406273b-12cd-460d-a763-85132e1718ac" providerId="AD" clId="Web-{FB771FC5-B0F9-BA7F-0862-C3291B13A057}" dt="2022-10-23T03:36:55.099" v="872" actId="14100"/>
          <ac:picMkLst>
            <pc:docMk/>
            <pc:sldMk cId="0" sldId="278"/>
            <ac:picMk id="4" creationId="{78147C2C-AD17-2E63-0097-F925040B4FED}"/>
          </ac:picMkLst>
        </pc:picChg>
      </pc:sldChg>
      <pc:sldChg chg="modSp">
        <pc:chgData name="Angela Robbins" userId="S::angela.robbins_elearningdoc.com#ext#@cisco.onmicrosoft.com::e406273b-12cd-460d-a763-85132e1718ac" providerId="AD" clId="Web-{FB771FC5-B0F9-BA7F-0862-C3291B13A057}" dt="2022-10-22T20:10:12.614" v="532" actId="20577"/>
        <pc:sldMkLst>
          <pc:docMk/>
          <pc:sldMk cId="0" sldId="279"/>
        </pc:sldMkLst>
        <pc:spChg chg="mod">
          <ac:chgData name="Angela Robbins" userId="S::angela.robbins_elearningdoc.com#ext#@cisco.onmicrosoft.com::e406273b-12cd-460d-a763-85132e1718ac" providerId="AD" clId="Web-{FB771FC5-B0F9-BA7F-0862-C3291B13A057}" dt="2022-10-22T20:10:12.614" v="532" actId="20577"/>
          <ac:spMkLst>
            <pc:docMk/>
            <pc:sldMk cId="0" sldId="279"/>
            <ac:spMk id="5" creationId="{00000000-0000-0000-0000-000000000000}"/>
          </ac:spMkLst>
        </pc:spChg>
      </pc:sldChg>
      <pc:sldChg chg="addSp modSp">
        <pc:chgData name="Angela Robbins" userId="S::angela.robbins_elearningdoc.com#ext#@cisco.onmicrosoft.com::e406273b-12cd-460d-a763-85132e1718ac" providerId="AD" clId="Web-{FB771FC5-B0F9-BA7F-0862-C3291B13A057}" dt="2022-10-22T20:12:19.805" v="550" actId="14100"/>
        <pc:sldMkLst>
          <pc:docMk/>
          <pc:sldMk cId="0" sldId="280"/>
        </pc:sldMkLst>
        <pc:spChg chg="mod">
          <ac:chgData name="Angela Robbins" userId="S::angela.robbins_elearningdoc.com#ext#@cisco.onmicrosoft.com::e406273b-12cd-460d-a763-85132e1718ac" providerId="AD" clId="Web-{FB771FC5-B0F9-BA7F-0862-C3291B13A057}" dt="2022-10-22T20:11:12.397" v="547" actId="20577"/>
          <ac:spMkLst>
            <pc:docMk/>
            <pc:sldMk cId="0" sldId="280"/>
            <ac:spMk id="5" creationId="{00000000-0000-0000-0000-000000000000}"/>
          </ac:spMkLst>
        </pc:spChg>
        <pc:picChg chg="add mod">
          <ac:chgData name="Angela Robbins" userId="S::angela.robbins_elearningdoc.com#ext#@cisco.onmicrosoft.com::e406273b-12cd-460d-a763-85132e1718ac" providerId="AD" clId="Web-{FB771FC5-B0F9-BA7F-0862-C3291B13A057}" dt="2022-10-22T20:12:19.805" v="550" actId="14100"/>
          <ac:picMkLst>
            <pc:docMk/>
            <pc:sldMk cId="0" sldId="280"/>
            <ac:picMk id="4" creationId="{707D1387-EBDB-717F-EF08-0F3A501F7235}"/>
          </ac:picMkLst>
        </pc:picChg>
      </pc:sldChg>
      <pc:sldChg chg="modSp">
        <pc:chgData name="Angela Robbins" userId="S::angela.robbins_elearningdoc.com#ext#@cisco.onmicrosoft.com::e406273b-12cd-460d-a763-85132e1718ac" providerId="AD" clId="Web-{FB771FC5-B0F9-BA7F-0862-C3291B13A057}" dt="2022-10-22T20:13:06.213" v="556" actId="1076"/>
        <pc:sldMkLst>
          <pc:docMk/>
          <pc:sldMk cId="0" sldId="281"/>
        </pc:sldMkLst>
        <pc:spChg chg="mod">
          <ac:chgData name="Angela Robbins" userId="S::angela.robbins_elearningdoc.com#ext#@cisco.onmicrosoft.com::e406273b-12cd-460d-a763-85132e1718ac" providerId="AD" clId="Web-{FB771FC5-B0F9-BA7F-0862-C3291B13A057}" dt="2022-10-22T20:13:02.041" v="555" actId="20577"/>
          <ac:spMkLst>
            <pc:docMk/>
            <pc:sldMk cId="0" sldId="281"/>
            <ac:spMk id="3" creationId="{00000000-0000-0000-0000-000000000000}"/>
          </ac:spMkLst>
        </pc:spChg>
        <pc:spChg chg="mod">
          <ac:chgData name="Angela Robbins" userId="S::angela.robbins_elearningdoc.com#ext#@cisco.onmicrosoft.com::e406273b-12cd-460d-a763-85132e1718ac" providerId="AD" clId="Web-{FB771FC5-B0F9-BA7F-0862-C3291B13A057}" dt="2022-10-22T20:13:06.213" v="556" actId="1076"/>
          <ac:spMkLst>
            <pc:docMk/>
            <pc:sldMk cId="0" sldId="281"/>
            <ac:spMk id="5" creationId="{00000000-0000-0000-0000-000000000000}"/>
          </ac:spMkLst>
        </pc:spChg>
      </pc:sldChg>
      <pc:sldChg chg="modSp">
        <pc:chgData name="Angela Robbins" userId="S::angela.robbins_elearningdoc.com#ext#@cisco.onmicrosoft.com::e406273b-12cd-460d-a763-85132e1718ac" providerId="AD" clId="Web-{FB771FC5-B0F9-BA7F-0862-C3291B13A057}" dt="2022-10-22T20:14:23.480" v="561" actId="20577"/>
        <pc:sldMkLst>
          <pc:docMk/>
          <pc:sldMk cId="0" sldId="283"/>
        </pc:sldMkLst>
        <pc:spChg chg="mod">
          <ac:chgData name="Angela Robbins" userId="S::angela.robbins_elearningdoc.com#ext#@cisco.onmicrosoft.com::e406273b-12cd-460d-a763-85132e1718ac" providerId="AD" clId="Web-{FB771FC5-B0F9-BA7F-0862-C3291B13A057}" dt="2022-10-22T20:14:23.480" v="561" actId="20577"/>
          <ac:spMkLst>
            <pc:docMk/>
            <pc:sldMk cId="0" sldId="283"/>
            <ac:spMk id="5" creationId="{00000000-0000-0000-0000-000000000000}"/>
          </ac:spMkLst>
        </pc:spChg>
      </pc:sldChg>
      <pc:sldChg chg="addSp delSp modSp">
        <pc:chgData name="Angela Robbins" userId="S::angela.robbins_elearningdoc.com#ext#@cisco.onmicrosoft.com::e406273b-12cd-460d-a763-85132e1718ac" providerId="AD" clId="Web-{FB771FC5-B0F9-BA7F-0862-C3291B13A057}" dt="2022-10-22T20:20:44.193" v="581" actId="1076"/>
        <pc:sldMkLst>
          <pc:docMk/>
          <pc:sldMk cId="0" sldId="285"/>
        </pc:sldMkLst>
        <pc:spChg chg="add mod">
          <ac:chgData name="Angela Robbins" userId="S::angela.robbins_elearningdoc.com#ext#@cisco.onmicrosoft.com::e406273b-12cd-460d-a763-85132e1718ac" providerId="AD" clId="Web-{FB771FC5-B0F9-BA7F-0862-C3291B13A057}" dt="2022-10-22T20:20:44.193" v="581" actId="1076"/>
          <ac:spMkLst>
            <pc:docMk/>
            <pc:sldMk cId="0" sldId="285"/>
            <ac:spMk id="4" creationId="{E0FDED65-B71F-720A-D859-9D3B4A44A864}"/>
          </ac:spMkLst>
        </pc:spChg>
        <pc:graphicFrameChg chg="del mod">
          <ac:chgData name="Angela Robbins" userId="S::angela.robbins_elearningdoc.com#ext#@cisco.onmicrosoft.com::e406273b-12cd-460d-a763-85132e1718ac" providerId="AD" clId="Web-{FB771FC5-B0F9-BA7F-0862-C3291B13A057}" dt="2022-10-22T20:19:58.645" v="567"/>
          <ac:graphicFrameMkLst>
            <pc:docMk/>
            <pc:sldMk cId="0" sldId="285"/>
            <ac:graphicFrameMk id="31" creationId="{00000000-0000-0000-0000-000000000000}"/>
          </ac:graphicFrameMkLst>
        </pc:graphicFrameChg>
      </pc:sldChg>
      <pc:sldChg chg="addSp delSp modSp">
        <pc:chgData name="Angela Robbins" userId="S::angela.robbins_elearningdoc.com#ext#@cisco.onmicrosoft.com::e406273b-12cd-460d-a763-85132e1718ac" providerId="AD" clId="Web-{FB771FC5-B0F9-BA7F-0862-C3291B13A057}" dt="2022-10-22T20:22:46.087" v="609" actId="1076"/>
        <pc:sldMkLst>
          <pc:docMk/>
          <pc:sldMk cId="0" sldId="286"/>
        </pc:sldMkLst>
        <pc:spChg chg="add mod">
          <ac:chgData name="Angela Robbins" userId="S::angela.robbins_elearningdoc.com#ext#@cisco.onmicrosoft.com::e406273b-12cd-460d-a763-85132e1718ac" providerId="AD" clId="Web-{FB771FC5-B0F9-BA7F-0862-C3291B13A057}" dt="2022-10-22T20:22:46.087" v="609" actId="1076"/>
          <ac:spMkLst>
            <pc:docMk/>
            <pc:sldMk cId="0" sldId="286"/>
            <ac:spMk id="4" creationId="{E81660A1-5B96-AA03-BC8F-0603D2DA9A09}"/>
          </ac:spMkLst>
        </pc:spChg>
        <pc:graphicFrameChg chg="del mod">
          <ac:chgData name="Angela Robbins" userId="S::angela.robbins_elearningdoc.com#ext#@cisco.onmicrosoft.com::e406273b-12cd-460d-a763-85132e1718ac" providerId="AD" clId="Web-{FB771FC5-B0F9-BA7F-0862-C3291B13A057}" dt="2022-10-22T20:21:21.960" v="583"/>
          <ac:graphicFrameMkLst>
            <pc:docMk/>
            <pc:sldMk cId="0" sldId="286"/>
            <ac:graphicFrameMk id="32" creationId="{00000000-0000-0000-0000-000000000000}"/>
          </ac:graphicFrameMkLst>
        </pc:graphicFrameChg>
      </pc:sldChg>
      <pc:sldChg chg="addSp delSp modSp">
        <pc:chgData name="Angela Robbins" userId="S::angela.robbins_elearningdoc.com#ext#@cisco.onmicrosoft.com::e406273b-12cd-460d-a763-85132e1718ac" providerId="AD" clId="Web-{FB771FC5-B0F9-BA7F-0862-C3291B13A057}" dt="2022-10-23T02:49:51.281" v="639" actId="1076"/>
        <pc:sldMkLst>
          <pc:docMk/>
          <pc:sldMk cId="0" sldId="287"/>
        </pc:sldMkLst>
        <pc:spChg chg="add">
          <ac:chgData name="Angela Robbins" userId="S::angela.robbins_elearningdoc.com#ext#@cisco.onmicrosoft.com::e406273b-12cd-460d-a763-85132e1718ac" providerId="AD" clId="Web-{FB771FC5-B0F9-BA7F-0862-C3291B13A057}" dt="2022-10-23T02:45:24.139" v="614"/>
          <ac:spMkLst>
            <pc:docMk/>
            <pc:sldMk cId="0" sldId="287"/>
            <ac:spMk id="4" creationId="{41164343-A311-FEBB-5884-9A13799C63AC}"/>
          </ac:spMkLst>
        </pc:spChg>
        <pc:spChg chg="add mod">
          <ac:chgData name="Angela Robbins" userId="S::angela.robbins_elearningdoc.com#ext#@cisco.onmicrosoft.com::e406273b-12cd-460d-a763-85132e1718ac" providerId="AD" clId="Web-{FB771FC5-B0F9-BA7F-0862-C3291B13A057}" dt="2022-10-23T02:49:51.281" v="639" actId="1076"/>
          <ac:spMkLst>
            <pc:docMk/>
            <pc:sldMk cId="0" sldId="287"/>
            <ac:spMk id="5" creationId="{06E76AFF-736A-B78E-6793-5ADF918971E5}"/>
          </ac:spMkLst>
        </pc:spChg>
        <pc:graphicFrameChg chg="del mod">
          <ac:chgData name="Angela Robbins" userId="S::angela.robbins_elearningdoc.com#ext#@cisco.onmicrosoft.com::e406273b-12cd-460d-a763-85132e1718ac" providerId="AD" clId="Web-{FB771FC5-B0F9-BA7F-0862-C3291B13A057}" dt="2022-10-23T02:45:19.576" v="613"/>
          <ac:graphicFrameMkLst>
            <pc:docMk/>
            <pc:sldMk cId="0" sldId="287"/>
            <ac:graphicFrameMk id="33" creationId="{00000000-0000-0000-0000-000000000000}"/>
          </ac:graphicFrameMkLst>
        </pc:graphicFrameChg>
      </pc:sldChg>
      <pc:sldChg chg="modSp">
        <pc:chgData name="Angela Robbins" userId="S::angela.robbins_elearningdoc.com#ext#@cisco.onmicrosoft.com::e406273b-12cd-460d-a763-85132e1718ac" providerId="AD" clId="Web-{FB771FC5-B0F9-BA7F-0862-C3291B13A057}" dt="2022-10-23T02:51:12.852" v="654" actId="1076"/>
        <pc:sldMkLst>
          <pc:docMk/>
          <pc:sldMk cId="0" sldId="288"/>
        </pc:sldMkLst>
        <pc:spChg chg="mod">
          <ac:chgData name="Angela Robbins" userId="S::angela.robbins_elearningdoc.com#ext#@cisco.onmicrosoft.com::e406273b-12cd-460d-a763-85132e1718ac" providerId="AD" clId="Web-{FB771FC5-B0F9-BA7F-0862-C3291B13A057}" dt="2022-10-23T02:51:12.852" v="654" actId="1076"/>
          <ac:spMkLst>
            <pc:docMk/>
            <pc:sldMk cId="0" sldId="288"/>
            <ac:spMk id="5" creationId="{00000000-0000-0000-0000-000000000000}"/>
          </ac:spMkLst>
        </pc:spChg>
      </pc:sldChg>
      <pc:sldChg chg="modSp">
        <pc:chgData name="Angela Robbins" userId="S::angela.robbins_elearningdoc.com#ext#@cisco.onmicrosoft.com::e406273b-12cd-460d-a763-85132e1718ac" providerId="AD" clId="Web-{FB771FC5-B0F9-BA7F-0862-C3291B13A057}" dt="2022-10-23T02:52:04.355" v="665" actId="20577"/>
        <pc:sldMkLst>
          <pc:docMk/>
          <pc:sldMk cId="0" sldId="289"/>
        </pc:sldMkLst>
        <pc:spChg chg="mod">
          <ac:chgData name="Angela Robbins" userId="S::angela.robbins_elearningdoc.com#ext#@cisco.onmicrosoft.com::e406273b-12cd-460d-a763-85132e1718ac" providerId="AD" clId="Web-{FB771FC5-B0F9-BA7F-0862-C3291B13A057}" dt="2022-10-23T02:52:04.355" v="665" actId="20577"/>
          <ac:spMkLst>
            <pc:docMk/>
            <pc:sldMk cId="0" sldId="289"/>
            <ac:spMk id="5" creationId="{00000000-0000-0000-0000-000000000000}"/>
          </ac:spMkLst>
        </pc:spChg>
      </pc:sldChg>
      <pc:sldChg chg="modSp">
        <pc:chgData name="Angela Robbins" userId="S::angela.robbins_elearningdoc.com#ext#@cisco.onmicrosoft.com::e406273b-12cd-460d-a763-85132e1718ac" providerId="AD" clId="Web-{FB771FC5-B0F9-BA7F-0862-C3291B13A057}" dt="2022-10-23T02:58:39.659" v="682" actId="20577"/>
        <pc:sldMkLst>
          <pc:docMk/>
          <pc:sldMk cId="0" sldId="291"/>
        </pc:sldMkLst>
        <pc:spChg chg="mod">
          <ac:chgData name="Angela Robbins" userId="S::angela.robbins_elearningdoc.com#ext#@cisco.onmicrosoft.com::e406273b-12cd-460d-a763-85132e1718ac" providerId="AD" clId="Web-{FB771FC5-B0F9-BA7F-0862-C3291B13A057}" dt="2022-10-23T02:58:39.659" v="682" actId="20577"/>
          <ac:spMkLst>
            <pc:docMk/>
            <pc:sldMk cId="0" sldId="291"/>
            <ac:spMk id="5" creationId="{00000000-0000-0000-0000-000000000000}"/>
          </ac:spMkLst>
        </pc:spChg>
      </pc:sldChg>
      <pc:sldChg chg="modSp add replId">
        <pc:chgData name="Angela Robbins" userId="S::angela.robbins_elearningdoc.com#ext#@cisco.onmicrosoft.com::e406273b-12cd-460d-a763-85132e1718ac" providerId="AD" clId="Web-{FB771FC5-B0F9-BA7F-0862-C3291B13A057}" dt="2022-10-22T18:15:37.266" v="146" actId="1076"/>
        <pc:sldMkLst>
          <pc:docMk/>
          <pc:sldMk cId="2038563841" sldId="1076"/>
        </pc:sldMkLst>
        <pc:spChg chg="mod">
          <ac:chgData name="Angela Robbins" userId="S::angela.robbins_elearningdoc.com#ext#@cisco.onmicrosoft.com::e406273b-12cd-460d-a763-85132e1718ac" providerId="AD" clId="Web-{FB771FC5-B0F9-BA7F-0862-C3291B13A057}" dt="2022-10-22T18:15:37.266" v="146" actId="1076"/>
          <ac:spMkLst>
            <pc:docMk/>
            <pc:sldMk cId="2038563841" sldId="1076"/>
            <ac:spMk id="5" creationId="{00000000-0000-0000-0000-000000000000}"/>
          </ac:spMkLst>
        </pc:spChg>
      </pc:sldChg>
      <pc:sldChg chg="modSp add replId">
        <pc:chgData name="Angela Robbins" userId="S::angela.robbins_elearningdoc.com#ext#@cisco.onmicrosoft.com::e406273b-12cd-460d-a763-85132e1718ac" providerId="AD" clId="Web-{FB771FC5-B0F9-BA7F-0862-C3291B13A057}" dt="2022-10-22T18:28:30.984" v="213" actId="1076"/>
        <pc:sldMkLst>
          <pc:docMk/>
          <pc:sldMk cId="2255235262" sldId="1077"/>
        </pc:sldMkLst>
        <pc:spChg chg="mod">
          <ac:chgData name="Angela Robbins" userId="S::angela.robbins_elearningdoc.com#ext#@cisco.onmicrosoft.com::e406273b-12cd-460d-a763-85132e1718ac" providerId="AD" clId="Web-{FB771FC5-B0F9-BA7F-0862-C3291B13A057}" dt="2022-10-22T18:28:30.984" v="213" actId="1076"/>
          <ac:spMkLst>
            <pc:docMk/>
            <pc:sldMk cId="2255235262" sldId="1077"/>
            <ac:spMk id="5" creationId="{00000000-0000-0000-0000-000000000000}"/>
          </ac:spMkLst>
        </pc:spChg>
      </pc:sldChg>
      <pc:sldChg chg="delSp modSp add replId">
        <pc:chgData name="Angela Robbins" userId="S::angela.robbins_elearningdoc.com#ext#@cisco.onmicrosoft.com::e406273b-12cd-460d-a763-85132e1718ac" providerId="AD" clId="Web-{FB771FC5-B0F9-BA7F-0862-C3291B13A057}" dt="2022-10-23T03:01:14.715" v="750" actId="1076"/>
        <pc:sldMkLst>
          <pc:docMk/>
          <pc:sldMk cId="1397048152" sldId="1078"/>
        </pc:sldMkLst>
        <pc:spChg chg="del">
          <ac:chgData name="Angela Robbins" userId="S::angela.robbins_elearningdoc.com#ext#@cisco.onmicrosoft.com::e406273b-12cd-460d-a763-85132e1718ac" providerId="AD" clId="Web-{FB771FC5-B0F9-BA7F-0862-C3291B13A057}" dt="2022-10-22T18:34:13.580" v="258"/>
          <ac:spMkLst>
            <pc:docMk/>
            <pc:sldMk cId="1397048152" sldId="1078"/>
            <ac:spMk id="4" creationId="{81A6E128-8693-546A-4897-1D6FC1E27AEF}"/>
          </ac:spMkLst>
        </pc:spChg>
        <pc:spChg chg="mod">
          <ac:chgData name="Angela Robbins" userId="S::angela.robbins_elearningdoc.com#ext#@cisco.onmicrosoft.com::e406273b-12cd-460d-a763-85132e1718ac" providerId="AD" clId="Web-{FB771FC5-B0F9-BA7F-0862-C3291B13A057}" dt="2022-10-23T03:01:14.715" v="750" actId="1076"/>
          <ac:spMkLst>
            <pc:docMk/>
            <pc:sldMk cId="1397048152" sldId="1078"/>
            <ac:spMk id="5" creationId="{00000000-0000-0000-0000-000000000000}"/>
          </ac:spMkLst>
        </pc:spChg>
        <pc:picChg chg="del">
          <ac:chgData name="Angela Robbins" userId="S::angela.robbins_elearningdoc.com#ext#@cisco.onmicrosoft.com::e406273b-12cd-460d-a763-85132e1718ac" providerId="AD" clId="Web-{FB771FC5-B0F9-BA7F-0862-C3291B13A057}" dt="2022-10-22T18:34:12.236" v="257"/>
          <ac:picMkLst>
            <pc:docMk/>
            <pc:sldMk cId="1397048152" sldId="1078"/>
            <ac:picMk id="6" creationId="{F464CB9F-8F7A-5457-B739-5C8B79F1AE21}"/>
          </ac:picMkLst>
        </pc:picChg>
      </pc:sldChg>
      <pc:sldChg chg="delSp modSp add replId">
        <pc:chgData name="Angela Robbins" userId="S::angela.robbins_elearningdoc.com#ext#@cisco.onmicrosoft.com::e406273b-12cd-460d-a763-85132e1718ac" providerId="AD" clId="Web-{FB771FC5-B0F9-BA7F-0862-C3291B13A057}" dt="2022-10-22T18:58:53.746" v="332" actId="1076"/>
        <pc:sldMkLst>
          <pc:docMk/>
          <pc:sldMk cId="421762008" sldId="1079"/>
        </pc:sldMkLst>
        <pc:spChg chg="mod">
          <ac:chgData name="Angela Robbins" userId="S::angela.robbins_elearningdoc.com#ext#@cisco.onmicrosoft.com::e406273b-12cd-460d-a763-85132e1718ac" providerId="AD" clId="Web-{FB771FC5-B0F9-BA7F-0862-C3291B13A057}" dt="2022-10-22T18:58:53.746" v="332" actId="1076"/>
          <ac:spMkLst>
            <pc:docMk/>
            <pc:sldMk cId="421762008" sldId="1079"/>
            <ac:spMk id="5" creationId="{00000000-0000-0000-0000-000000000000}"/>
          </ac:spMkLst>
        </pc:spChg>
        <pc:picChg chg="del">
          <ac:chgData name="Angela Robbins" userId="S::angela.robbins_elearningdoc.com#ext#@cisco.onmicrosoft.com::e406273b-12cd-460d-a763-85132e1718ac" providerId="AD" clId="Web-{FB771FC5-B0F9-BA7F-0862-C3291B13A057}" dt="2022-10-22T18:55:04.844" v="314"/>
          <ac:picMkLst>
            <pc:docMk/>
            <pc:sldMk cId="421762008" sldId="1079"/>
            <ac:picMk id="4" creationId="{268A2860-C0BB-611E-9943-E1274CA2368C}"/>
          </ac:picMkLst>
        </pc:picChg>
      </pc:sldChg>
      <pc:sldChg chg="modSp add replId">
        <pc:chgData name="Angela Robbins" userId="S::angela.robbins_elearningdoc.com#ext#@cisco.onmicrosoft.com::e406273b-12cd-460d-a763-85132e1718ac" providerId="AD" clId="Web-{FB771FC5-B0F9-BA7F-0862-C3291B13A057}" dt="2022-10-23T03:03:06.879" v="757" actId="20577"/>
        <pc:sldMkLst>
          <pc:docMk/>
          <pc:sldMk cId="2736107614" sldId="1080"/>
        </pc:sldMkLst>
        <pc:spChg chg="mod">
          <ac:chgData name="Angela Robbins" userId="S::angela.robbins_elearningdoc.com#ext#@cisco.onmicrosoft.com::e406273b-12cd-460d-a763-85132e1718ac" providerId="AD" clId="Web-{FB771FC5-B0F9-BA7F-0862-C3291B13A057}" dt="2022-10-23T03:03:06.879" v="757" actId="20577"/>
          <ac:spMkLst>
            <pc:docMk/>
            <pc:sldMk cId="2736107614" sldId="1080"/>
            <ac:spMk id="5" creationId="{00000000-0000-0000-0000-000000000000}"/>
          </ac:spMkLst>
        </pc:spChg>
      </pc:sldChg>
      <pc:sldChg chg="addSp delSp modSp add replId">
        <pc:chgData name="Angela Robbins" userId="S::angela.robbins_elearningdoc.com#ext#@cisco.onmicrosoft.com::e406273b-12cd-460d-a763-85132e1718ac" providerId="AD" clId="Web-{FB771FC5-B0F9-BA7F-0862-C3291B13A057}" dt="2022-10-23T03:10:35.896" v="790" actId="1076"/>
        <pc:sldMkLst>
          <pc:docMk/>
          <pc:sldMk cId="3026021257" sldId="1081"/>
        </pc:sldMkLst>
        <pc:spChg chg="mod">
          <ac:chgData name="Angela Robbins" userId="S::angela.robbins_elearningdoc.com#ext#@cisco.onmicrosoft.com::e406273b-12cd-460d-a763-85132e1718ac" providerId="AD" clId="Web-{FB771FC5-B0F9-BA7F-0862-C3291B13A057}" dt="2022-10-23T03:10:35.896" v="790" actId="1076"/>
          <ac:spMkLst>
            <pc:docMk/>
            <pc:sldMk cId="3026021257" sldId="1081"/>
            <ac:spMk id="5" creationId="{00000000-0000-0000-0000-000000000000}"/>
          </ac:spMkLst>
        </pc:spChg>
        <pc:picChg chg="del mod">
          <ac:chgData name="Angela Robbins" userId="S::angela.robbins_elearningdoc.com#ext#@cisco.onmicrosoft.com::e406273b-12cd-460d-a763-85132e1718ac" providerId="AD" clId="Web-{FB771FC5-B0F9-BA7F-0862-C3291B13A057}" dt="2022-10-22T19:28:04.374" v="368"/>
          <ac:picMkLst>
            <pc:docMk/>
            <pc:sldMk cId="3026021257" sldId="1081"/>
            <ac:picMk id="4" creationId="{4EB1552E-EDA0-26F0-E102-AEA0F871CA2D}"/>
          </ac:picMkLst>
        </pc:picChg>
        <pc:picChg chg="add mod modCrop">
          <ac:chgData name="Angela Robbins" userId="S::angela.robbins_elearningdoc.com#ext#@cisco.onmicrosoft.com::e406273b-12cd-460d-a763-85132e1718ac" providerId="AD" clId="Web-{FB771FC5-B0F9-BA7F-0862-C3291B13A057}" dt="2022-10-23T03:10:31.474" v="789" actId="14100"/>
          <ac:picMkLst>
            <pc:docMk/>
            <pc:sldMk cId="3026021257" sldId="1081"/>
            <ac:picMk id="6" creationId="{5D7ED621-CDD9-C6CD-2EA9-34641E6066A2}"/>
          </ac:picMkLst>
        </pc:picChg>
      </pc:sldChg>
      <pc:sldChg chg="modSp add replId">
        <pc:chgData name="Angela Robbins" userId="S::angela.robbins_elearningdoc.com#ext#@cisco.onmicrosoft.com::e406273b-12cd-460d-a763-85132e1718ac" providerId="AD" clId="Web-{FB771FC5-B0F9-BA7F-0862-C3291B13A057}" dt="2022-10-23T03:17:00.468" v="817" actId="1076"/>
        <pc:sldMkLst>
          <pc:docMk/>
          <pc:sldMk cId="2492444332" sldId="1082"/>
        </pc:sldMkLst>
        <pc:spChg chg="mod">
          <ac:chgData name="Angela Robbins" userId="S::angela.robbins_elearningdoc.com#ext#@cisco.onmicrosoft.com::e406273b-12cd-460d-a763-85132e1718ac" providerId="AD" clId="Web-{FB771FC5-B0F9-BA7F-0862-C3291B13A057}" dt="2022-10-23T03:17:00.468" v="817" actId="1076"/>
          <ac:spMkLst>
            <pc:docMk/>
            <pc:sldMk cId="2492444332" sldId="1082"/>
            <ac:spMk id="5" creationId="{00000000-0000-0000-0000-000000000000}"/>
          </ac:spMkLst>
        </pc:spChg>
      </pc:sldChg>
      <pc:sldChg chg="modSp add replId">
        <pc:chgData name="Angela Robbins" userId="S::angela.robbins_elearningdoc.com#ext#@cisco.onmicrosoft.com::e406273b-12cd-460d-a763-85132e1718ac" providerId="AD" clId="Web-{FB771FC5-B0F9-BA7F-0862-C3291B13A057}" dt="2022-10-23T03:19:08.007" v="829" actId="1076"/>
        <pc:sldMkLst>
          <pc:docMk/>
          <pc:sldMk cId="3935741135" sldId="1083"/>
        </pc:sldMkLst>
        <pc:spChg chg="mod">
          <ac:chgData name="Angela Robbins" userId="S::angela.robbins_elearningdoc.com#ext#@cisco.onmicrosoft.com::e406273b-12cd-460d-a763-85132e1718ac" providerId="AD" clId="Web-{FB771FC5-B0F9-BA7F-0862-C3291B13A057}" dt="2022-10-23T03:19:08.007" v="829" actId="1076"/>
          <ac:spMkLst>
            <pc:docMk/>
            <pc:sldMk cId="3935741135" sldId="1083"/>
            <ac:spMk id="5" creationId="{00000000-0000-0000-0000-000000000000}"/>
          </ac:spMkLst>
        </pc:spChg>
      </pc:sldChg>
      <pc:sldChg chg="modSp add replId">
        <pc:chgData name="Angela Robbins" userId="S::angela.robbins_elearningdoc.com#ext#@cisco.onmicrosoft.com::e406273b-12cd-460d-a763-85132e1718ac" providerId="AD" clId="Web-{FB771FC5-B0F9-BA7F-0862-C3291B13A057}" dt="2022-10-23T03:24:15.784" v="840" actId="1076"/>
        <pc:sldMkLst>
          <pc:docMk/>
          <pc:sldMk cId="2795879655" sldId="1084"/>
        </pc:sldMkLst>
        <pc:spChg chg="mod">
          <ac:chgData name="Angela Robbins" userId="S::angela.robbins_elearningdoc.com#ext#@cisco.onmicrosoft.com::e406273b-12cd-460d-a763-85132e1718ac" providerId="AD" clId="Web-{FB771FC5-B0F9-BA7F-0862-C3291B13A057}" dt="2022-10-23T03:24:15.784" v="840" actId="1076"/>
          <ac:spMkLst>
            <pc:docMk/>
            <pc:sldMk cId="2795879655" sldId="1084"/>
            <ac:spMk id="5" creationId="{00000000-0000-0000-0000-000000000000}"/>
          </ac:spMkLst>
        </pc:spChg>
      </pc:sldChg>
      <pc:sldChg chg="modSp add replId">
        <pc:chgData name="Angela Robbins" userId="S::angela.robbins_elearningdoc.com#ext#@cisco.onmicrosoft.com::e406273b-12cd-460d-a763-85132e1718ac" providerId="AD" clId="Web-{FB771FC5-B0F9-BA7F-0862-C3291B13A057}" dt="2022-10-23T03:27:25.858" v="849" actId="1076"/>
        <pc:sldMkLst>
          <pc:docMk/>
          <pc:sldMk cId="3901501957" sldId="1085"/>
        </pc:sldMkLst>
        <pc:spChg chg="mod">
          <ac:chgData name="Angela Robbins" userId="S::angela.robbins_elearningdoc.com#ext#@cisco.onmicrosoft.com::e406273b-12cd-460d-a763-85132e1718ac" providerId="AD" clId="Web-{FB771FC5-B0F9-BA7F-0862-C3291B13A057}" dt="2022-10-23T03:27:25.858" v="849" actId="1076"/>
          <ac:spMkLst>
            <pc:docMk/>
            <pc:sldMk cId="3901501957" sldId="1085"/>
            <ac:spMk id="5" creationId="{00000000-0000-0000-0000-000000000000}"/>
          </ac:spMkLst>
        </pc:spChg>
      </pc:sldChg>
      <pc:sldChg chg="modSp add replId">
        <pc:chgData name="Angela Robbins" userId="S::angela.robbins_elearningdoc.com#ext#@cisco.onmicrosoft.com::e406273b-12cd-460d-a763-85132e1718ac" providerId="AD" clId="Web-{FB771FC5-B0F9-BA7F-0862-C3291B13A057}" dt="2022-10-23T03:34:10.256" v="865" actId="1076"/>
        <pc:sldMkLst>
          <pc:docMk/>
          <pc:sldMk cId="4220322222" sldId="1086"/>
        </pc:sldMkLst>
        <pc:spChg chg="mod">
          <ac:chgData name="Angela Robbins" userId="S::angela.robbins_elearningdoc.com#ext#@cisco.onmicrosoft.com::e406273b-12cd-460d-a763-85132e1718ac" providerId="AD" clId="Web-{FB771FC5-B0F9-BA7F-0862-C3291B13A057}" dt="2022-10-23T03:34:10.256" v="865" actId="1076"/>
          <ac:spMkLst>
            <pc:docMk/>
            <pc:sldMk cId="4220322222" sldId="1086"/>
            <ac:spMk id="5" creationId="{00000000-0000-0000-0000-000000000000}"/>
          </ac:spMkLst>
        </pc:spChg>
      </pc:sldChg>
      <pc:sldChg chg="add replId">
        <pc:chgData name="Angela Robbins" userId="S::angela.robbins_elearningdoc.com#ext#@cisco.onmicrosoft.com::e406273b-12cd-460d-a763-85132e1718ac" providerId="AD" clId="Web-{FB771FC5-B0F9-BA7F-0862-C3291B13A057}" dt="2022-10-22T20:19:55.427" v="566"/>
        <pc:sldMkLst>
          <pc:docMk/>
          <pc:sldMk cId="4090066676" sldId="1087"/>
        </pc:sldMkLst>
      </pc:sldChg>
      <pc:sldChg chg="add replId">
        <pc:chgData name="Angela Robbins" userId="S::angela.robbins_elearningdoc.com#ext#@cisco.onmicrosoft.com::e406273b-12cd-460d-a763-85132e1718ac" providerId="AD" clId="Web-{FB771FC5-B0F9-BA7F-0862-C3291B13A057}" dt="2022-10-22T20:21:19.382" v="582"/>
        <pc:sldMkLst>
          <pc:docMk/>
          <pc:sldMk cId="292766955" sldId="1088"/>
        </pc:sldMkLst>
      </pc:sldChg>
      <pc:sldChg chg="addSp modSp add replId">
        <pc:chgData name="Angela Robbins" userId="S::angela.robbins_elearningdoc.com#ext#@cisco.onmicrosoft.com::e406273b-12cd-460d-a763-85132e1718ac" providerId="AD" clId="Web-{FB771FC5-B0F9-BA7F-0862-C3291B13A057}" dt="2022-10-23T02:50:35.737" v="649" actId="1076"/>
        <pc:sldMkLst>
          <pc:docMk/>
          <pc:sldMk cId="3975993832" sldId="1089"/>
        </pc:sldMkLst>
        <pc:spChg chg="add mod">
          <ac:chgData name="Angela Robbins" userId="S::angela.robbins_elearningdoc.com#ext#@cisco.onmicrosoft.com::e406273b-12cd-460d-a763-85132e1718ac" providerId="AD" clId="Web-{FB771FC5-B0F9-BA7F-0862-C3291B13A057}" dt="2022-10-23T02:50:35.737" v="649" actId="1076"/>
          <ac:spMkLst>
            <pc:docMk/>
            <pc:sldMk cId="3975993832" sldId="1089"/>
            <ac:spMk id="4" creationId="{E3B9F206-C5BC-CBD8-81B6-9A58CAA83F5D}"/>
          </ac:spMkLst>
        </pc:spChg>
        <pc:graphicFrameChg chg="mod modGraphic">
          <ac:chgData name="Angela Robbins" userId="S::angela.robbins_elearningdoc.com#ext#@cisco.onmicrosoft.com::e406273b-12cd-460d-a763-85132e1718ac" providerId="AD" clId="Web-{FB771FC5-B0F9-BA7F-0862-C3291B13A057}" dt="2022-10-23T02:50:01.250" v="641" actId="1076"/>
          <ac:graphicFrameMkLst>
            <pc:docMk/>
            <pc:sldMk cId="3975993832" sldId="1089"/>
            <ac:graphicFrameMk id="33" creationId="{00000000-0000-0000-0000-000000000000}"/>
          </ac:graphicFrameMkLst>
        </pc:graphicFrameChg>
      </pc:sldChg>
      <pc:sldChg chg="modSp add replId">
        <pc:chgData name="Angela Robbins" userId="S::angela.robbins_elearningdoc.com#ext#@cisco.onmicrosoft.com::e406273b-12cd-460d-a763-85132e1718ac" providerId="AD" clId="Web-{FB771FC5-B0F9-BA7F-0862-C3291B13A057}" dt="2022-10-23T02:59:28.037" v="705" actId="20577"/>
        <pc:sldMkLst>
          <pc:docMk/>
          <pc:sldMk cId="592108853" sldId="1090"/>
        </pc:sldMkLst>
        <pc:spChg chg="mod">
          <ac:chgData name="Angela Robbins" userId="S::angela.robbins_elearningdoc.com#ext#@cisco.onmicrosoft.com::e406273b-12cd-460d-a763-85132e1718ac" providerId="AD" clId="Web-{FB771FC5-B0F9-BA7F-0862-C3291B13A057}" dt="2022-10-23T02:59:28.037" v="705" actId="20577"/>
          <ac:spMkLst>
            <pc:docMk/>
            <pc:sldMk cId="592108853" sldId="1090"/>
            <ac:spMk id="5" creationId="{00000000-0000-0000-0000-000000000000}"/>
          </ac:spMkLst>
        </pc:spChg>
      </pc:sldChg>
      <pc:sldChg chg="modSp add replId">
        <pc:chgData name="Angela Robbins" userId="S::angela.robbins_elearningdoc.com#ext#@cisco.onmicrosoft.com::e406273b-12cd-460d-a763-85132e1718ac" providerId="AD" clId="Web-{FB771FC5-B0F9-BA7F-0862-C3291B13A057}" dt="2022-10-23T03:00:55.870" v="749" actId="20577"/>
        <pc:sldMkLst>
          <pc:docMk/>
          <pc:sldMk cId="2882384118" sldId="1091"/>
        </pc:sldMkLst>
        <pc:spChg chg="mod">
          <ac:chgData name="Angela Robbins" userId="S::angela.robbins_elearningdoc.com#ext#@cisco.onmicrosoft.com::e406273b-12cd-460d-a763-85132e1718ac" providerId="AD" clId="Web-{FB771FC5-B0F9-BA7F-0862-C3291B13A057}" dt="2022-10-23T03:00:55.870" v="749" actId="20577"/>
          <ac:spMkLst>
            <pc:docMk/>
            <pc:sldMk cId="2882384118" sldId="1091"/>
            <ac:spMk id="5" creationId="{00000000-0000-0000-0000-000000000000}"/>
          </ac:spMkLst>
        </pc:spChg>
      </pc:sldChg>
    </pc:docChg>
  </pc:docChgLst>
  <pc:docChgLst>
    <pc:chgData name="Anna Bolen -X (abolen - UNICON INC at Cisco)" userId="8fcf5b57-97b6-40ce-9683-275924855fa8" providerId="ADAL" clId="{C3D1990A-73DE-4F42-B663-FE21CAC103C7}"/>
    <pc:docChg chg="modSld">
      <pc:chgData name="Anna Bolen -X (abolen - UNICON INC at Cisco)" userId="8fcf5b57-97b6-40ce-9683-275924855fa8" providerId="ADAL" clId="{C3D1990A-73DE-4F42-B663-FE21CAC103C7}" dt="2022-12-16T19:13:42.386" v="2" actId="14100"/>
      <pc:docMkLst>
        <pc:docMk/>
      </pc:docMkLst>
      <pc:sldChg chg="modSp mod">
        <pc:chgData name="Anna Bolen -X (abolen - UNICON INC at Cisco)" userId="8fcf5b57-97b6-40ce-9683-275924855fa8" providerId="ADAL" clId="{C3D1990A-73DE-4F42-B663-FE21CAC103C7}" dt="2022-12-16T19:13:42.386" v="2" actId="14100"/>
        <pc:sldMkLst>
          <pc:docMk/>
          <pc:sldMk cId="0" sldId="257"/>
        </pc:sldMkLst>
        <pc:spChg chg="mod">
          <ac:chgData name="Anna Bolen -X (abolen - UNICON INC at Cisco)" userId="8fcf5b57-97b6-40ce-9683-275924855fa8" providerId="ADAL" clId="{C3D1990A-73DE-4F42-B663-FE21CAC103C7}" dt="2022-12-16T19:13:42.386" v="2" actId="14100"/>
          <ac:spMkLst>
            <pc:docMk/>
            <pc:sldMk cId="0" sldId="257"/>
            <ac:spMk id="3" creationId="{00000000-0000-0000-0000-000000000000}"/>
          </ac:spMkLst>
        </pc:spChg>
      </pc:sldChg>
      <pc:sldChg chg="mod modShow">
        <pc:chgData name="Anna Bolen -X (abolen - UNICON INC at Cisco)" userId="8fcf5b57-97b6-40ce-9683-275924855fa8" providerId="ADAL" clId="{C3D1990A-73DE-4F42-B663-FE21CAC103C7}" dt="2022-12-13T21:09:19.750" v="0" actId="729"/>
        <pc:sldMkLst>
          <pc:docMk/>
          <pc:sldMk cId="0" sldId="262"/>
        </pc:sldMkLst>
      </pc:sldChg>
    </pc:docChg>
  </pc:docChgLst>
  <pc:docChgLst>
    <pc:chgData name="Anna Bolen -X (abolen - UNICON INC at Cisco)" userId="8fcf5b57-97b6-40ce-9683-275924855fa8" providerId="ADAL" clId="{598C33A2-B27B-4AFA-AB8E-A26970A006E4}"/>
    <pc:docChg chg="undo custSel delSld modSld">
      <pc:chgData name="Anna Bolen -X (abolen - UNICON INC at Cisco)" userId="8fcf5b57-97b6-40ce-9683-275924855fa8" providerId="ADAL" clId="{598C33A2-B27B-4AFA-AB8E-A26970A006E4}" dt="2022-11-11T21:56:13.490" v="278" actId="729"/>
      <pc:docMkLst>
        <pc:docMk/>
      </pc:docMkLst>
      <pc:sldChg chg="mod modShow">
        <pc:chgData name="Anna Bolen -X (abolen - UNICON INC at Cisco)" userId="8fcf5b57-97b6-40ce-9683-275924855fa8" providerId="ADAL" clId="{598C33A2-B27B-4AFA-AB8E-A26970A006E4}" dt="2022-11-11T21:56:13.490" v="278" actId="729"/>
        <pc:sldMkLst>
          <pc:docMk/>
          <pc:sldMk cId="0" sldId="257"/>
        </pc:sldMkLst>
      </pc:sldChg>
      <pc:sldChg chg="modSp mod modShow">
        <pc:chgData name="Anna Bolen -X (abolen - UNICON INC at Cisco)" userId="8fcf5b57-97b6-40ce-9683-275924855fa8" providerId="ADAL" clId="{598C33A2-B27B-4AFA-AB8E-A26970A006E4}" dt="2022-11-11T21:56:13.490" v="278" actId="729"/>
        <pc:sldMkLst>
          <pc:docMk/>
          <pc:sldMk cId="0" sldId="258"/>
        </pc:sldMkLst>
        <pc:graphicFrameChg chg="ord">
          <ac:chgData name="Anna Bolen -X (abolen - UNICON INC at Cisco)" userId="8fcf5b57-97b6-40ce-9683-275924855fa8" providerId="ADAL" clId="{598C33A2-B27B-4AFA-AB8E-A26970A006E4}" dt="2022-11-11T18:01:49.301" v="7" actId="13244"/>
          <ac:graphicFrameMkLst>
            <pc:docMk/>
            <pc:sldMk cId="0" sldId="258"/>
            <ac:graphicFrameMk id="6" creationId="{CEA739AB-83E7-3356-BA00-BC3B68876B93}"/>
          </ac:graphicFrameMkLst>
        </pc:graphicFrameChg>
      </pc:sldChg>
      <pc:sldChg chg="modSp mod modShow">
        <pc:chgData name="Anna Bolen -X (abolen - UNICON INC at Cisco)" userId="8fcf5b57-97b6-40ce-9683-275924855fa8" providerId="ADAL" clId="{598C33A2-B27B-4AFA-AB8E-A26970A006E4}" dt="2022-11-11T21:56:13.490" v="278" actId="729"/>
        <pc:sldMkLst>
          <pc:docMk/>
          <pc:sldMk cId="0" sldId="259"/>
        </pc:sldMkLst>
        <pc:spChg chg="ord">
          <ac:chgData name="Anna Bolen -X (abolen - UNICON INC at Cisco)" userId="8fcf5b57-97b6-40ce-9683-275924855fa8" providerId="ADAL" clId="{598C33A2-B27B-4AFA-AB8E-A26970A006E4}" dt="2022-11-11T18:02:04.002" v="9" actId="13244"/>
          <ac:spMkLst>
            <pc:docMk/>
            <pc:sldMk cId="0" sldId="259"/>
            <ac:spMk id="4" creationId="{31E8D1AB-6919-3FF9-F586-59A9DEAF6AD3}"/>
          </ac:spMkLst>
        </pc:spChg>
      </pc:sldChg>
      <pc:sldChg chg="delSp modSp mod modShow modNotesTx">
        <pc:chgData name="Anna Bolen -X (abolen - UNICON INC at Cisco)" userId="8fcf5b57-97b6-40ce-9683-275924855fa8" providerId="ADAL" clId="{598C33A2-B27B-4AFA-AB8E-A26970A006E4}" dt="2022-11-11T21:56:13.490" v="278" actId="729"/>
        <pc:sldMkLst>
          <pc:docMk/>
          <pc:sldMk cId="0" sldId="260"/>
        </pc:sldMkLst>
        <pc:spChg chg="del">
          <ac:chgData name="Anna Bolen -X (abolen - UNICON INC at Cisco)" userId="8fcf5b57-97b6-40ce-9683-275924855fa8" providerId="ADAL" clId="{598C33A2-B27B-4AFA-AB8E-A26970A006E4}" dt="2022-11-11T18:02:19.691" v="11" actId="478"/>
          <ac:spMkLst>
            <pc:docMk/>
            <pc:sldMk cId="0" sldId="260"/>
            <ac:spMk id="3" creationId="{00000000-0000-0000-0000-000000000000}"/>
          </ac:spMkLst>
        </pc:spChg>
        <pc:spChg chg="ord">
          <ac:chgData name="Anna Bolen -X (abolen - UNICON INC at Cisco)" userId="8fcf5b57-97b6-40ce-9683-275924855fa8" providerId="ADAL" clId="{598C33A2-B27B-4AFA-AB8E-A26970A006E4}" dt="2022-11-11T18:02:17.092" v="10" actId="13244"/>
          <ac:spMkLst>
            <pc:docMk/>
            <pc:sldMk cId="0" sldId="260"/>
            <ac:spMk id="25" creationId="{00000000-0000-0000-0000-000000000000}"/>
          </ac:spMkLst>
        </pc:spChg>
        <pc:graphicFrameChg chg="ord modGraphic">
          <ac:chgData name="Anna Bolen -X (abolen - UNICON INC at Cisco)" userId="8fcf5b57-97b6-40ce-9683-275924855fa8" providerId="ADAL" clId="{598C33A2-B27B-4AFA-AB8E-A26970A006E4}" dt="2022-11-11T21:55:34.274" v="275" actId="113"/>
          <ac:graphicFrameMkLst>
            <pc:docMk/>
            <pc:sldMk cId="0" sldId="260"/>
            <ac:graphicFrameMk id="4" creationId="{40064EF4-EE2B-342C-EA9E-699582F380FF}"/>
          </ac:graphicFrameMkLst>
        </pc:graphicFrameChg>
      </pc:sldChg>
      <pc:sldChg chg="modSp mod modShow">
        <pc:chgData name="Anna Bolen -X (abolen - UNICON INC at Cisco)" userId="8fcf5b57-97b6-40ce-9683-275924855fa8" providerId="ADAL" clId="{598C33A2-B27B-4AFA-AB8E-A26970A006E4}" dt="2022-11-11T21:56:13.490" v="278" actId="729"/>
        <pc:sldMkLst>
          <pc:docMk/>
          <pc:sldMk cId="0" sldId="261"/>
        </pc:sldMkLst>
        <pc:spChg chg="mod">
          <ac:chgData name="Anna Bolen -X (abolen - UNICON INC at Cisco)" userId="8fcf5b57-97b6-40ce-9683-275924855fa8" providerId="ADAL" clId="{598C33A2-B27B-4AFA-AB8E-A26970A006E4}" dt="2022-11-11T21:54:47.461" v="274" actId="14100"/>
          <ac:spMkLst>
            <pc:docMk/>
            <pc:sldMk cId="0" sldId="261"/>
            <ac:spMk id="3" creationId="{00000000-0000-0000-0000-000000000000}"/>
          </ac:spMkLst>
        </pc:spChg>
      </pc:sldChg>
      <pc:sldChg chg="modSp mod">
        <pc:chgData name="Anna Bolen -X (abolen - UNICON INC at Cisco)" userId="8fcf5b57-97b6-40ce-9683-275924855fa8" providerId="ADAL" clId="{598C33A2-B27B-4AFA-AB8E-A26970A006E4}" dt="2022-11-11T17:45:27.891" v="6" actId="13244"/>
        <pc:sldMkLst>
          <pc:docMk/>
          <pc:sldMk cId="0" sldId="262"/>
        </pc:sldMkLst>
        <pc:spChg chg="mod">
          <ac:chgData name="Anna Bolen -X (abolen - UNICON INC at Cisco)" userId="8fcf5b57-97b6-40ce-9683-275924855fa8" providerId="ADAL" clId="{598C33A2-B27B-4AFA-AB8E-A26970A006E4}" dt="2022-11-11T17:45:17.866" v="5" actId="20577"/>
          <ac:spMkLst>
            <pc:docMk/>
            <pc:sldMk cId="0" sldId="262"/>
            <ac:spMk id="2" creationId="{00000000-0000-0000-0000-000000000000}"/>
          </ac:spMkLst>
        </pc:spChg>
        <pc:spChg chg="mod">
          <ac:chgData name="Anna Bolen -X (abolen - UNICON INC at Cisco)" userId="8fcf5b57-97b6-40ce-9683-275924855fa8" providerId="ADAL" clId="{598C33A2-B27B-4AFA-AB8E-A26970A006E4}" dt="2022-11-11T17:44:59.686" v="1" actId="1076"/>
          <ac:spMkLst>
            <pc:docMk/>
            <pc:sldMk cId="0" sldId="262"/>
            <ac:spMk id="3" creationId="{00000000-0000-0000-0000-000000000000}"/>
          </ac:spMkLst>
        </pc:spChg>
        <pc:spChg chg="ord">
          <ac:chgData name="Anna Bolen -X (abolen - UNICON INC at Cisco)" userId="8fcf5b57-97b6-40ce-9683-275924855fa8" providerId="ADAL" clId="{598C33A2-B27B-4AFA-AB8E-A26970A006E4}" dt="2022-11-11T17:45:27.891" v="6" actId="13244"/>
          <ac:spMkLst>
            <pc:docMk/>
            <pc:sldMk cId="0" sldId="262"/>
            <ac:spMk id="4" creationId="{8F95551B-4FD6-2800-D201-D6D6A27780D0}"/>
          </ac:spMkLst>
        </pc:spChg>
      </pc:sldChg>
      <pc:sldChg chg="modSp mod">
        <pc:chgData name="Anna Bolen -X (abolen - UNICON INC at Cisco)" userId="8fcf5b57-97b6-40ce-9683-275924855fa8" providerId="ADAL" clId="{598C33A2-B27B-4AFA-AB8E-A26970A006E4}" dt="2022-11-11T19:09:41.363" v="16" actId="14100"/>
        <pc:sldMkLst>
          <pc:docMk/>
          <pc:sldMk cId="0" sldId="265"/>
        </pc:sldMkLst>
        <pc:spChg chg="mod">
          <ac:chgData name="Anna Bolen -X (abolen - UNICON INC at Cisco)" userId="8fcf5b57-97b6-40ce-9683-275924855fa8" providerId="ADAL" clId="{598C33A2-B27B-4AFA-AB8E-A26970A006E4}" dt="2022-11-11T19:09:41.363" v="16" actId="14100"/>
          <ac:spMkLst>
            <pc:docMk/>
            <pc:sldMk cId="0" sldId="265"/>
            <ac:spMk id="3" creationId="{00000000-0000-0000-0000-000000000000}"/>
          </ac:spMkLst>
        </pc:spChg>
      </pc:sldChg>
      <pc:sldChg chg="del">
        <pc:chgData name="Anna Bolen -X (abolen - UNICON INC at Cisco)" userId="8fcf5b57-97b6-40ce-9683-275924855fa8" providerId="ADAL" clId="{598C33A2-B27B-4AFA-AB8E-A26970A006E4}" dt="2022-11-11T19:11:51.880" v="37" actId="2696"/>
        <pc:sldMkLst>
          <pc:docMk/>
          <pc:sldMk cId="0" sldId="270"/>
        </pc:sldMkLst>
      </pc:sldChg>
      <pc:sldChg chg="modSp mod">
        <pc:chgData name="Anna Bolen -X (abolen - UNICON INC at Cisco)" userId="8fcf5b57-97b6-40ce-9683-275924855fa8" providerId="ADAL" clId="{598C33A2-B27B-4AFA-AB8E-A26970A006E4}" dt="2022-11-11T19:12:52.095" v="72" actId="13244"/>
        <pc:sldMkLst>
          <pc:docMk/>
          <pc:sldMk cId="0" sldId="271"/>
        </pc:sldMkLst>
        <pc:picChg chg="ord">
          <ac:chgData name="Anna Bolen -X (abolen - UNICON INC at Cisco)" userId="8fcf5b57-97b6-40ce-9683-275924855fa8" providerId="ADAL" clId="{598C33A2-B27B-4AFA-AB8E-A26970A006E4}" dt="2022-11-11T19:12:52.095" v="72" actId="13244"/>
          <ac:picMkLst>
            <pc:docMk/>
            <pc:sldMk cId="0" sldId="271"/>
            <ac:picMk id="6" creationId="{F464CB9F-8F7A-5457-B739-5C8B79F1AE21}"/>
          </ac:picMkLst>
        </pc:picChg>
      </pc:sldChg>
      <pc:sldChg chg="modSp mod">
        <pc:chgData name="Anna Bolen -X (abolen - UNICON INC at Cisco)" userId="8fcf5b57-97b6-40ce-9683-275924855fa8" providerId="ADAL" clId="{598C33A2-B27B-4AFA-AB8E-A26970A006E4}" dt="2022-11-11T19:13:16.567" v="74" actId="13244"/>
        <pc:sldMkLst>
          <pc:docMk/>
          <pc:sldMk cId="0" sldId="272"/>
        </pc:sldMkLst>
        <pc:spChg chg="ord">
          <ac:chgData name="Anna Bolen -X (abolen - UNICON INC at Cisco)" userId="8fcf5b57-97b6-40ce-9683-275924855fa8" providerId="ADAL" clId="{598C33A2-B27B-4AFA-AB8E-A26970A006E4}" dt="2022-11-11T19:13:16.567" v="74" actId="13244"/>
          <ac:spMkLst>
            <pc:docMk/>
            <pc:sldMk cId="0" sldId="272"/>
            <ac:spMk id="25" creationId="{00000000-0000-0000-0000-000000000000}"/>
          </ac:spMkLst>
        </pc:spChg>
      </pc:sldChg>
      <pc:sldChg chg="modSp mod">
        <pc:chgData name="Anna Bolen -X (abolen - UNICON INC at Cisco)" userId="8fcf5b57-97b6-40ce-9683-275924855fa8" providerId="ADAL" clId="{598C33A2-B27B-4AFA-AB8E-A26970A006E4}" dt="2022-11-11T19:14:09.184" v="75" actId="14100"/>
        <pc:sldMkLst>
          <pc:docMk/>
          <pc:sldMk cId="0" sldId="274"/>
        </pc:sldMkLst>
        <pc:spChg chg="mod">
          <ac:chgData name="Anna Bolen -X (abolen - UNICON INC at Cisco)" userId="8fcf5b57-97b6-40ce-9683-275924855fa8" providerId="ADAL" clId="{598C33A2-B27B-4AFA-AB8E-A26970A006E4}" dt="2022-11-11T19:14:09.184" v="75" actId="14100"/>
          <ac:spMkLst>
            <pc:docMk/>
            <pc:sldMk cId="0" sldId="274"/>
            <ac:spMk id="3" creationId="{00000000-0000-0000-0000-000000000000}"/>
          </ac:spMkLst>
        </pc:spChg>
      </pc:sldChg>
      <pc:sldChg chg="modSp mod">
        <pc:chgData name="Anna Bolen -X (abolen - UNICON INC at Cisco)" userId="8fcf5b57-97b6-40ce-9683-275924855fa8" providerId="ADAL" clId="{598C33A2-B27B-4AFA-AB8E-A26970A006E4}" dt="2022-11-11T19:14:24.198" v="76" actId="14100"/>
        <pc:sldMkLst>
          <pc:docMk/>
          <pc:sldMk cId="0" sldId="275"/>
        </pc:sldMkLst>
        <pc:spChg chg="mod">
          <ac:chgData name="Anna Bolen -X (abolen - UNICON INC at Cisco)" userId="8fcf5b57-97b6-40ce-9683-275924855fa8" providerId="ADAL" clId="{598C33A2-B27B-4AFA-AB8E-A26970A006E4}" dt="2022-11-11T19:14:24.198" v="76" actId="14100"/>
          <ac:spMkLst>
            <pc:docMk/>
            <pc:sldMk cId="0" sldId="275"/>
            <ac:spMk id="2" creationId="{00000000-0000-0000-0000-000000000000}"/>
          </ac:spMkLst>
        </pc:spChg>
      </pc:sldChg>
      <pc:sldChg chg="modSp mod modNotesTx">
        <pc:chgData name="Anna Bolen -X (abolen - UNICON INC at Cisco)" userId="8fcf5b57-97b6-40ce-9683-275924855fa8" providerId="ADAL" clId="{598C33A2-B27B-4AFA-AB8E-A26970A006E4}" dt="2022-11-11T21:55:51.672" v="277"/>
        <pc:sldMkLst>
          <pc:docMk/>
          <pc:sldMk cId="0" sldId="277"/>
        </pc:sldMkLst>
        <pc:spChg chg="mod">
          <ac:chgData name="Anna Bolen -X (abolen - UNICON INC at Cisco)" userId="8fcf5b57-97b6-40ce-9683-275924855fa8" providerId="ADAL" clId="{598C33A2-B27B-4AFA-AB8E-A26970A006E4}" dt="2022-11-11T19:16:03.531" v="77" actId="14100"/>
          <ac:spMkLst>
            <pc:docMk/>
            <pc:sldMk cId="0" sldId="277"/>
            <ac:spMk id="3" creationId="{00000000-0000-0000-0000-000000000000}"/>
          </ac:spMkLst>
        </pc:spChg>
      </pc:sldChg>
      <pc:sldChg chg="modSp mod">
        <pc:chgData name="Anna Bolen -X (abolen - UNICON INC at Cisco)" userId="8fcf5b57-97b6-40ce-9683-275924855fa8" providerId="ADAL" clId="{598C33A2-B27B-4AFA-AB8E-A26970A006E4}" dt="2022-11-11T19:16:49.831" v="97" actId="13244"/>
        <pc:sldMkLst>
          <pc:docMk/>
          <pc:sldMk cId="0" sldId="278"/>
        </pc:sldMkLst>
        <pc:spChg chg="mod">
          <ac:chgData name="Anna Bolen -X (abolen - UNICON INC at Cisco)" userId="8fcf5b57-97b6-40ce-9683-275924855fa8" providerId="ADAL" clId="{598C33A2-B27B-4AFA-AB8E-A26970A006E4}" dt="2022-11-11T19:16:22.783" v="78" actId="14100"/>
          <ac:spMkLst>
            <pc:docMk/>
            <pc:sldMk cId="0" sldId="278"/>
            <ac:spMk id="3" creationId="{00000000-0000-0000-0000-000000000000}"/>
          </ac:spMkLst>
        </pc:spChg>
        <pc:spChg chg="mod">
          <ac:chgData name="Anna Bolen -X (abolen - UNICON INC at Cisco)" userId="8fcf5b57-97b6-40ce-9683-275924855fa8" providerId="ADAL" clId="{598C33A2-B27B-4AFA-AB8E-A26970A006E4}" dt="2022-11-11T19:16:31.358" v="85" actId="1035"/>
          <ac:spMkLst>
            <pc:docMk/>
            <pc:sldMk cId="0" sldId="278"/>
            <ac:spMk id="5" creationId="{00000000-0000-0000-0000-000000000000}"/>
          </ac:spMkLst>
        </pc:spChg>
        <pc:spChg chg="ord">
          <ac:chgData name="Anna Bolen -X (abolen - UNICON INC at Cisco)" userId="8fcf5b57-97b6-40ce-9683-275924855fa8" providerId="ADAL" clId="{598C33A2-B27B-4AFA-AB8E-A26970A006E4}" dt="2022-11-11T19:16:49.831" v="97" actId="13244"/>
          <ac:spMkLst>
            <pc:docMk/>
            <pc:sldMk cId="0" sldId="278"/>
            <ac:spMk id="6" creationId="{BBD29ADF-3308-26D6-C456-068E7A72F090}"/>
          </ac:spMkLst>
        </pc:spChg>
        <pc:spChg chg="ord">
          <ac:chgData name="Anna Bolen -X (abolen - UNICON INC at Cisco)" userId="8fcf5b57-97b6-40ce-9683-275924855fa8" providerId="ADAL" clId="{598C33A2-B27B-4AFA-AB8E-A26970A006E4}" dt="2022-11-11T19:16:46.388" v="96" actId="13244"/>
          <ac:spMkLst>
            <pc:docMk/>
            <pc:sldMk cId="0" sldId="278"/>
            <ac:spMk id="25" creationId="{00000000-0000-0000-0000-000000000000}"/>
          </ac:spMkLst>
        </pc:spChg>
        <pc:picChg chg="mod">
          <ac:chgData name="Anna Bolen -X (abolen - UNICON INC at Cisco)" userId="8fcf5b57-97b6-40ce-9683-275924855fa8" providerId="ADAL" clId="{598C33A2-B27B-4AFA-AB8E-A26970A006E4}" dt="2022-11-11T19:16:38.019" v="95" actId="1036"/>
          <ac:picMkLst>
            <pc:docMk/>
            <pc:sldMk cId="0" sldId="278"/>
            <ac:picMk id="4" creationId="{78147C2C-AD17-2E63-0097-F925040B4FED}"/>
          </ac:picMkLst>
        </pc:picChg>
      </pc:sldChg>
      <pc:sldChg chg="modSp mod">
        <pc:chgData name="Anna Bolen -X (abolen - UNICON INC at Cisco)" userId="8fcf5b57-97b6-40ce-9683-275924855fa8" providerId="ADAL" clId="{598C33A2-B27B-4AFA-AB8E-A26970A006E4}" dt="2022-11-11T19:17:09.897" v="99" actId="14100"/>
        <pc:sldMkLst>
          <pc:docMk/>
          <pc:sldMk cId="0" sldId="279"/>
        </pc:sldMkLst>
        <pc:spChg chg="mod">
          <ac:chgData name="Anna Bolen -X (abolen - UNICON INC at Cisco)" userId="8fcf5b57-97b6-40ce-9683-275924855fa8" providerId="ADAL" clId="{598C33A2-B27B-4AFA-AB8E-A26970A006E4}" dt="2022-11-11T19:17:05.323" v="98" actId="14100"/>
          <ac:spMkLst>
            <pc:docMk/>
            <pc:sldMk cId="0" sldId="279"/>
            <ac:spMk id="3" creationId="{00000000-0000-0000-0000-000000000000}"/>
          </ac:spMkLst>
        </pc:spChg>
        <pc:spChg chg="mod">
          <ac:chgData name="Anna Bolen -X (abolen - UNICON INC at Cisco)" userId="8fcf5b57-97b6-40ce-9683-275924855fa8" providerId="ADAL" clId="{598C33A2-B27B-4AFA-AB8E-A26970A006E4}" dt="2022-11-11T19:17:09.897" v="99" actId="14100"/>
          <ac:spMkLst>
            <pc:docMk/>
            <pc:sldMk cId="0" sldId="279"/>
            <ac:spMk id="5" creationId="{00000000-0000-0000-0000-000000000000}"/>
          </ac:spMkLst>
        </pc:spChg>
      </pc:sldChg>
      <pc:sldChg chg="modSp mod modNotesTx">
        <pc:chgData name="Anna Bolen -X (abolen - UNICON INC at Cisco)" userId="8fcf5b57-97b6-40ce-9683-275924855fa8" providerId="ADAL" clId="{598C33A2-B27B-4AFA-AB8E-A26970A006E4}" dt="2022-11-11T19:17:51.012" v="130" actId="20577"/>
        <pc:sldMkLst>
          <pc:docMk/>
          <pc:sldMk cId="0" sldId="280"/>
        </pc:sldMkLst>
        <pc:spChg chg="ord">
          <ac:chgData name="Anna Bolen -X (abolen - UNICON INC at Cisco)" userId="8fcf5b57-97b6-40ce-9683-275924855fa8" providerId="ADAL" clId="{598C33A2-B27B-4AFA-AB8E-A26970A006E4}" dt="2022-11-11T19:17:24.810" v="101" actId="13244"/>
          <ac:spMkLst>
            <pc:docMk/>
            <pc:sldMk cId="0" sldId="280"/>
            <ac:spMk id="6" creationId="{273C3D0F-A286-413C-EABD-C69A62737A24}"/>
          </ac:spMkLst>
        </pc:spChg>
        <pc:spChg chg="ord">
          <ac:chgData name="Anna Bolen -X (abolen - UNICON INC at Cisco)" userId="8fcf5b57-97b6-40ce-9683-275924855fa8" providerId="ADAL" clId="{598C33A2-B27B-4AFA-AB8E-A26970A006E4}" dt="2022-11-11T19:17:20.063" v="100" actId="13244"/>
          <ac:spMkLst>
            <pc:docMk/>
            <pc:sldMk cId="0" sldId="280"/>
            <ac:spMk id="25" creationId="{00000000-0000-0000-0000-000000000000}"/>
          </ac:spMkLst>
        </pc:spChg>
      </pc:sldChg>
      <pc:sldChg chg="del">
        <pc:chgData name="Anna Bolen -X (abolen - UNICON INC at Cisco)" userId="8fcf5b57-97b6-40ce-9683-275924855fa8" providerId="ADAL" clId="{598C33A2-B27B-4AFA-AB8E-A26970A006E4}" dt="2022-11-11T19:18:43.755" v="217" actId="2696"/>
        <pc:sldMkLst>
          <pc:docMk/>
          <pc:sldMk cId="0" sldId="282"/>
        </pc:sldMkLst>
      </pc:sldChg>
      <pc:sldChg chg="modSp mod">
        <pc:chgData name="Anna Bolen -X (abolen - UNICON INC at Cisco)" userId="8fcf5b57-97b6-40ce-9683-275924855fa8" providerId="ADAL" clId="{598C33A2-B27B-4AFA-AB8E-A26970A006E4}" dt="2022-11-11T19:18:48.622" v="218" actId="14100"/>
        <pc:sldMkLst>
          <pc:docMk/>
          <pc:sldMk cId="0" sldId="284"/>
        </pc:sldMkLst>
        <pc:spChg chg="mod">
          <ac:chgData name="Anna Bolen -X (abolen - UNICON INC at Cisco)" userId="8fcf5b57-97b6-40ce-9683-275924855fa8" providerId="ADAL" clId="{598C33A2-B27B-4AFA-AB8E-A26970A006E4}" dt="2022-11-11T19:18:48.622" v="218" actId="14100"/>
          <ac:spMkLst>
            <pc:docMk/>
            <pc:sldMk cId="0" sldId="284"/>
            <ac:spMk id="2" creationId="{00000000-0000-0000-0000-000000000000}"/>
          </ac:spMkLst>
        </pc:spChg>
      </pc:sldChg>
      <pc:sldChg chg="modSp mod">
        <pc:chgData name="Anna Bolen -X (abolen - UNICON INC at Cisco)" userId="8fcf5b57-97b6-40ce-9683-275924855fa8" providerId="ADAL" clId="{598C33A2-B27B-4AFA-AB8E-A26970A006E4}" dt="2022-11-11T19:19:17.440" v="220" actId="13244"/>
        <pc:sldMkLst>
          <pc:docMk/>
          <pc:sldMk cId="0" sldId="286"/>
        </pc:sldMkLst>
        <pc:spChg chg="ord">
          <ac:chgData name="Anna Bolen -X (abolen - UNICON INC at Cisco)" userId="8fcf5b57-97b6-40ce-9683-275924855fa8" providerId="ADAL" clId="{598C33A2-B27B-4AFA-AB8E-A26970A006E4}" dt="2022-11-11T19:19:17.440" v="220" actId="13244"/>
          <ac:spMkLst>
            <pc:docMk/>
            <pc:sldMk cId="0" sldId="286"/>
            <ac:spMk id="4" creationId="{E81660A1-5B96-AA03-BC8F-0603D2DA9A09}"/>
          </ac:spMkLst>
        </pc:spChg>
      </pc:sldChg>
      <pc:sldChg chg="delSp modSp mod">
        <pc:chgData name="Anna Bolen -X (abolen - UNICON INC at Cisco)" userId="8fcf5b57-97b6-40ce-9683-275924855fa8" providerId="ADAL" clId="{598C33A2-B27B-4AFA-AB8E-A26970A006E4}" dt="2022-11-11T19:19:52.265" v="224" actId="478"/>
        <pc:sldMkLst>
          <pc:docMk/>
          <pc:sldMk cId="0" sldId="287"/>
        </pc:sldMkLst>
        <pc:spChg chg="del">
          <ac:chgData name="Anna Bolen -X (abolen - UNICON INC at Cisco)" userId="8fcf5b57-97b6-40ce-9683-275924855fa8" providerId="ADAL" clId="{598C33A2-B27B-4AFA-AB8E-A26970A006E4}" dt="2022-11-11T19:19:52.265" v="224" actId="478"/>
          <ac:spMkLst>
            <pc:docMk/>
            <pc:sldMk cId="0" sldId="287"/>
            <ac:spMk id="4" creationId="{41164343-A311-FEBB-5884-9A13799C63AC}"/>
          </ac:spMkLst>
        </pc:spChg>
        <pc:spChg chg="ord">
          <ac:chgData name="Anna Bolen -X (abolen - UNICON INC at Cisco)" userId="8fcf5b57-97b6-40ce-9683-275924855fa8" providerId="ADAL" clId="{598C33A2-B27B-4AFA-AB8E-A26970A006E4}" dt="2022-11-11T19:19:48.555" v="223" actId="13244"/>
          <ac:spMkLst>
            <pc:docMk/>
            <pc:sldMk cId="0" sldId="287"/>
            <ac:spMk id="25" creationId="{00000000-0000-0000-0000-000000000000}"/>
          </ac:spMkLst>
        </pc:spChg>
      </pc:sldChg>
      <pc:sldChg chg="modSp mod">
        <pc:chgData name="Anna Bolen -X (abolen - UNICON INC at Cisco)" userId="8fcf5b57-97b6-40ce-9683-275924855fa8" providerId="ADAL" clId="{598C33A2-B27B-4AFA-AB8E-A26970A006E4}" dt="2022-11-11T19:20:32.039" v="227" actId="14100"/>
        <pc:sldMkLst>
          <pc:docMk/>
          <pc:sldMk cId="0" sldId="289"/>
        </pc:sldMkLst>
        <pc:spChg chg="mod">
          <ac:chgData name="Anna Bolen -X (abolen - UNICON INC at Cisco)" userId="8fcf5b57-97b6-40ce-9683-275924855fa8" providerId="ADAL" clId="{598C33A2-B27B-4AFA-AB8E-A26970A006E4}" dt="2022-11-11T19:20:32.039" v="227" actId="14100"/>
          <ac:spMkLst>
            <pc:docMk/>
            <pc:sldMk cId="0" sldId="289"/>
            <ac:spMk id="3" creationId="{00000000-0000-0000-0000-000000000000}"/>
          </ac:spMkLst>
        </pc:spChg>
      </pc:sldChg>
      <pc:sldChg chg="modSp mod">
        <pc:chgData name="Anna Bolen -X (abolen - UNICON INC at Cisco)" userId="8fcf5b57-97b6-40ce-9683-275924855fa8" providerId="ADAL" clId="{598C33A2-B27B-4AFA-AB8E-A26970A006E4}" dt="2022-11-11T19:20:41.724" v="228" actId="14100"/>
        <pc:sldMkLst>
          <pc:docMk/>
          <pc:sldMk cId="0" sldId="290"/>
        </pc:sldMkLst>
        <pc:spChg chg="mod">
          <ac:chgData name="Anna Bolen -X (abolen - UNICON INC at Cisco)" userId="8fcf5b57-97b6-40ce-9683-275924855fa8" providerId="ADAL" clId="{598C33A2-B27B-4AFA-AB8E-A26970A006E4}" dt="2022-11-11T19:20:41.724" v="228" actId="14100"/>
          <ac:spMkLst>
            <pc:docMk/>
            <pc:sldMk cId="0" sldId="290"/>
            <ac:spMk id="2" creationId="{00000000-0000-0000-0000-000000000000}"/>
          </ac:spMkLst>
        </pc:spChg>
      </pc:sldChg>
      <pc:sldChg chg="modSp mod">
        <pc:chgData name="Anna Bolen -X (abolen - UNICON INC at Cisco)" userId="8fcf5b57-97b6-40ce-9683-275924855fa8" providerId="ADAL" clId="{598C33A2-B27B-4AFA-AB8E-A26970A006E4}" dt="2022-11-11T19:22:20.406" v="265" actId="1036"/>
        <pc:sldMkLst>
          <pc:docMk/>
          <pc:sldMk cId="0" sldId="291"/>
        </pc:sldMkLst>
        <pc:spChg chg="mod">
          <ac:chgData name="Anna Bolen -X (abolen - UNICON INC at Cisco)" userId="8fcf5b57-97b6-40ce-9683-275924855fa8" providerId="ADAL" clId="{598C33A2-B27B-4AFA-AB8E-A26970A006E4}" dt="2022-11-11T19:22:20.406" v="265" actId="1036"/>
          <ac:spMkLst>
            <pc:docMk/>
            <pc:sldMk cId="0" sldId="291"/>
            <ac:spMk id="5" creationId="{00000000-0000-0000-0000-000000000000}"/>
          </ac:spMkLst>
        </pc:spChg>
      </pc:sldChg>
      <pc:sldChg chg="modSp mod modShow">
        <pc:chgData name="Anna Bolen -X (abolen - UNICON INC at Cisco)" userId="8fcf5b57-97b6-40ce-9683-275924855fa8" providerId="ADAL" clId="{598C33A2-B27B-4AFA-AB8E-A26970A006E4}" dt="2022-11-11T21:56:13.490" v="278" actId="729"/>
        <pc:sldMkLst>
          <pc:docMk/>
          <pc:sldMk cId="2226954716" sldId="1072"/>
        </pc:sldMkLst>
        <pc:spChg chg="ord">
          <ac:chgData name="Anna Bolen -X (abolen - UNICON INC at Cisco)" userId="8fcf5b57-97b6-40ce-9683-275924855fa8" providerId="ADAL" clId="{598C33A2-B27B-4AFA-AB8E-A26970A006E4}" dt="2022-11-11T18:01:55.898" v="8" actId="13244"/>
          <ac:spMkLst>
            <pc:docMk/>
            <pc:sldMk cId="2226954716" sldId="1072"/>
            <ac:spMk id="25" creationId="{00000000-0000-0000-0000-000000000000}"/>
          </ac:spMkLst>
        </pc:spChg>
      </pc:sldChg>
      <pc:sldChg chg="delSp modSp mod">
        <pc:chgData name="Anna Bolen -X (abolen - UNICON INC at Cisco)" userId="8fcf5b57-97b6-40ce-9683-275924855fa8" providerId="ADAL" clId="{598C33A2-B27B-4AFA-AB8E-A26970A006E4}" dt="2022-11-11T19:09:17.605" v="15" actId="13244"/>
        <pc:sldMkLst>
          <pc:docMk/>
          <pc:sldMk cId="1525672446" sldId="1075"/>
        </pc:sldMkLst>
        <pc:spChg chg="del">
          <ac:chgData name="Anna Bolen -X (abolen - UNICON INC at Cisco)" userId="8fcf5b57-97b6-40ce-9683-275924855fa8" providerId="ADAL" clId="{598C33A2-B27B-4AFA-AB8E-A26970A006E4}" dt="2022-11-11T19:09:09.862" v="13" actId="478"/>
          <ac:spMkLst>
            <pc:docMk/>
            <pc:sldMk cId="1525672446" sldId="1075"/>
            <ac:spMk id="3" creationId="{00000000-0000-0000-0000-000000000000}"/>
          </ac:spMkLst>
        </pc:spChg>
        <pc:spChg chg="ord">
          <ac:chgData name="Anna Bolen -X (abolen - UNICON INC at Cisco)" userId="8fcf5b57-97b6-40ce-9683-275924855fa8" providerId="ADAL" clId="{598C33A2-B27B-4AFA-AB8E-A26970A006E4}" dt="2022-11-11T19:09:15.430" v="14" actId="13244"/>
          <ac:spMkLst>
            <pc:docMk/>
            <pc:sldMk cId="1525672446" sldId="1075"/>
            <ac:spMk id="5" creationId="{7188AF34-F17D-65FE-91B6-733B90851DC8}"/>
          </ac:spMkLst>
        </pc:spChg>
        <pc:spChg chg="ord">
          <ac:chgData name="Anna Bolen -X (abolen - UNICON INC at Cisco)" userId="8fcf5b57-97b6-40ce-9683-275924855fa8" providerId="ADAL" clId="{598C33A2-B27B-4AFA-AB8E-A26970A006E4}" dt="2022-11-11T19:09:17.605" v="15" actId="13244"/>
          <ac:spMkLst>
            <pc:docMk/>
            <pc:sldMk cId="1525672446" sldId="1075"/>
            <ac:spMk id="25" creationId="{00000000-0000-0000-0000-000000000000}"/>
          </ac:spMkLst>
        </pc:spChg>
      </pc:sldChg>
      <pc:sldChg chg="delSp modSp mod modNotesTx">
        <pc:chgData name="Anna Bolen -X (abolen - UNICON INC at Cisco)" userId="8fcf5b57-97b6-40ce-9683-275924855fa8" providerId="ADAL" clId="{598C33A2-B27B-4AFA-AB8E-A26970A006E4}" dt="2022-11-11T19:11:47.881" v="36" actId="20577"/>
        <pc:sldMkLst>
          <pc:docMk/>
          <pc:sldMk cId="2255235262" sldId="1077"/>
        </pc:sldMkLst>
        <pc:spChg chg="mod">
          <ac:chgData name="Anna Bolen -X (abolen - UNICON INC at Cisco)" userId="8fcf5b57-97b6-40ce-9683-275924855fa8" providerId="ADAL" clId="{598C33A2-B27B-4AFA-AB8E-A26970A006E4}" dt="2022-11-11T19:10:35.270" v="17" actId="14100"/>
          <ac:spMkLst>
            <pc:docMk/>
            <pc:sldMk cId="2255235262" sldId="1077"/>
            <ac:spMk id="3" creationId="{00000000-0000-0000-0000-000000000000}"/>
          </ac:spMkLst>
        </pc:spChg>
        <pc:spChg chg="del">
          <ac:chgData name="Anna Bolen -X (abolen - UNICON INC at Cisco)" userId="8fcf5b57-97b6-40ce-9683-275924855fa8" providerId="ADAL" clId="{598C33A2-B27B-4AFA-AB8E-A26970A006E4}" dt="2022-11-11T19:10:38.131" v="18" actId="478"/>
          <ac:spMkLst>
            <pc:docMk/>
            <pc:sldMk cId="2255235262" sldId="1077"/>
            <ac:spMk id="5" creationId="{00000000-0000-0000-0000-000000000000}"/>
          </ac:spMkLst>
        </pc:spChg>
        <pc:spChg chg="mod ord">
          <ac:chgData name="Anna Bolen -X (abolen - UNICON INC at Cisco)" userId="8fcf5b57-97b6-40ce-9683-275924855fa8" providerId="ADAL" clId="{598C33A2-B27B-4AFA-AB8E-A26970A006E4}" dt="2022-11-11T19:10:49.841" v="23" actId="13244"/>
          <ac:spMkLst>
            <pc:docMk/>
            <pc:sldMk cId="2255235262" sldId="1077"/>
            <ac:spMk id="7" creationId="{E0E35363-F718-B2BB-D358-FB0C6E045F6F}"/>
          </ac:spMkLst>
        </pc:spChg>
        <pc:graphicFrameChg chg="ord">
          <ac:chgData name="Anna Bolen -X (abolen - UNICON INC at Cisco)" userId="8fcf5b57-97b6-40ce-9683-275924855fa8" providerId="ADAL" clId="{598C33A2-B27B-4AFA-AB8E-A26970A006E4}" dt="2022-11-11T19:10:41.569" v="19" actId="13244"/>
          <ac:graphicFrameMkLst>
            <pc:docMk/>
            <pc:sldMk cId="2255235262" sldId="1077"/>
            <ac:graphicFrameMk id="4" creationId="{A627D418-319E-4F7A-247A-0C8EFE9F2296}"/>
          </ac:graphicFrameMkLst>
        </pc:graphicFrameChg>
      </pc:sldChg>
      <pc:sldChg chg="modSp mod">
        <pc:chgData name="Anna Bolen -X (abolen - UNICON INC at Cisco)" userId="8fcf5b57-97b6-40ce-9683-275924855fa8" providerId="ADAL" clId="{598C33A2-B27B-4AFA-AB8E-A26970A006E4}" dt="2022-11-11T19:13:01.203" v="73" actId="14100"/>
        <pc:sldMkLst>
          <pc:docMk/>
          <pc:sldMk cId="1397048152" sldId="1078"/>
        </pc:sldMkLst>
        <pc:spChg chg="mod">
          <ac:chgData name="Anna Bolen -X (abolen - UNICON INC at Cisco)" userId="8fcf5b57-97b6-40ce-9683-275924855fa8" providerId="ADAL" clId="{598C33A2-B27B-4AFA-AB8E-A26970A006E4}" dt="2022-11-11T19:13:01.203" v="73" actId="14100"/>
          <ac:spMkLst>
            <pc:docMk/>
            <pc:sldMk cId="1397048152" sldId="1078"/>
            <ac:spMk id="3" creationId="{00000000-0000-0000-0000-000000000000}"/>
          </ac:spMkLst>
        </pc:spChg>
      </pc:sldChg>
      <pc:sldChg chg="modSp mod">
        <pc:chgData name="Anna Bolen -X (abolen - UNICON INC at Cisco)" userId="8fcf5b57-97b6-40ce-9683-275924855fa8" providerId="ADAL" clId="{598C33A2-B27B-4AFA-AB8E-A26970A006E4}" dt="2022-11-11T19:19:34.013" v="222" actId="12"/>
        <pc:sldMkLst>
          <pc:docMk/>
          <pc:sldMk cId="4090066676" sldId="1087"/>
        </pc:sldMkLst>
        <pc:spChg chg="mod ord">
          <ac:chgData name="Anna Bolen -X (abolen - UNICON INC at Cisco)" userId="8fcf5b57-97b6-40ce-9683-275924855fa8" providerId="ADAL" clId="{598C33A2-B27B-4AFA-AB8E-A26970A006E4}" dt="2022-11-11T19:19:34.013" v="222" actId="12"/>
          <ac:spMkLst>
            <pc:docMk/>
            <pc:sldMk cId="4090066676" sldId="1087"/>
            <ac:spMk id="4" creationId="{3B3B49AF-4D6E-DA74-E5D4-8947CCE15E30}"/>
          </ac:spMkLst>
        </pc:spChg>
      </pc:sldChg>
      <pc:sldChg chg="modSp mod">
        <pc:chgData name="Anna Bolen -X (abolen - UNICON INC at Cisco)" userId="8fcf5b57-97b6-40ce-9683-275924855fa8" providerId="ADAL" clId="{598C33A2-B27B-4AFA-AB8E-A26970A006E4}" dt="2022-11-11T19:19:27.284" v="221" actId="12"/>
        <pc:sldMkLst>
          <pc:docMk/>
          <pc:sldMk cId="292766955" sldId="1088"/>
        </pc:sldMkLst>
        <pc:spChg chg="mod">
          <ac:chgData name="Anna Bolen -X (abolen - UNICON INC at Cisco)" userId="8fcf5b57-97b6-40ce-9683-275924855fa8" providerId="ADAL" clId="{598C33A2-B27B-4AFA-AB8E-A26970A006E4}" dt="2022-11-11T19:19:27.284" v="221" actId="12"/>
          <ac:spMkLst>
            <pc:docMk/>
            <pc:sldMk cId="292766955" sldId="1088"/>
            <ac:spMk id="4" creationId="{35CDA283-15E0-F69B-5826-CE401EA7EA1F}"/>
          </ac:spMkLst>
        </pc:spChg>
      </pc:sldChg>
      <pc:sldChg chg="modSp mod">
        <pc:chgData name="Anna Bolen -X (abolen - UNICON INC at Cisco)" userId="8fcf5b57-97b6-40ce-9683-275924855fa8" providerId="ADAL" clId="{598C33A2-B27B-4AFA-AB8E-A26970A006E4}" dt="2022-11-11T19:20:12.528" v="226" actId="13244"/>
        <pc:sldMkLst>
          <pc:docMk/>
          <pc:sldMk cId="3975993832" sldId="1089"/>
        </pc:sldMkLst>
        <pc:spChg chg="mod ord">
          <ac:chgData name="Anna Bolen -X (abolen - UNICON INC at Cisco)" userId="8fcf5b57-97b6-40ce-9683-275924855fa8" providerId="ADAL" clId="{598C33A2-B27B-4AFA-AB8E-A26970A006E4}" dt="2022-11-11T19:20:12.528" v="226" actId="13244"/>
          <ac:spMkLst>
            <pc:docMk/>
            <pc:sldMk cId="3975993832" sldId="1089"/>
            <ac:spMk id="4" creationId="{E3B9F206-C5BC-CBD8-81B6-9A58CAA83F5D}"/>
          </ac:spMkLst>
        </pc:spChg>
      </pc:sldChg>
      <pc:sldChg chg="modSp mod">
        <pc:chgData name="Anna Bolen -X (abolen - UNICON INC at Cisco)" userId="8fcf5b57-97b6-40ce-9683-275924855fa8" providerId="ADAL" clId="{598C33A2-B27B-4AFA-AB8E-A26970A006E4}" dt="2022-11-11T19:22:06.485" v="252" actId="14100"/>
        <pc:sldMkLst>
          <pc:docMk/>
          <pc:sldMk cId="592108853" sldId="1090"/>
        </pc:sldMkLst>
        <pc:spChg chg="mod">
          <ac:chgData name="Anna Bolen -X (abolen - UNICON INC at Cisco)" userId="8fcf5b57-97b6-40ce-9683-275924855fa8" providerId="ADAL" clId="{598C33A2-B27B-4AFA-AB8E-A26970A006E4}" dt="2022-11-11T19:22:06.485" v="252" actId="14100"/>
          <ac:spMkLst>
            <pc:docMk/>
            <pc:sldMk cId="592108853" sldId="1090"/>
            <ac:spMk id="5" creationId="{00000000-0000-0000-0000-000000000000}"/>
          </ac:spMkLst>
        </pc:spChg>
      </pc:sldChg>
      <pc:sldChg chg="modSp mod">
        <pc:chgData name="Anna Bolen -X (abolen - UNICON INC at Cisco)" userId="8fcf5b57-97b6-40ce-9683-275924855fa8" providerId="ADAL" clId="{598C33A2-B27B-4AFA-AB8E-A26970A006E4}" dt="2022-11-11T19:22:46.734" v="266" actId="20577"/>
        <pc:sldMkLst>
          <pc:docMk/>
          <pc:sldMk cId="132800338" sldId="1095"/>
        </pc:sldMkLst>
        <pc:graphicFrameChg chg="modGraphic">
          <ac:chgData name="Anna Bolen -X (abolen - UNICON INC at Cisco)" userId="8fcf5b57-97b6-40ce-9683-275924855fa8" providerId="ADAL" clId="{598C33A2-B27B-4AFA-AB8E-A26970A006E4}" dt="2022-11-11T19:22:46.734" v="266" actId="20577"/>
          <ac:graphicFrameMkLst>
            <pc:docMk/>
            <pc:sldMk cId="132800338" sldId="1095"/>
            <ac:graphicFrameMk id="3" creationId="{00000000-0000-0000-0000-000000000000}"/>
          </ac:graphicFrameMkLst>
        </pc:graphicFrameChg>
      </pc:sldChg>
      <pc:sldChg chg="modSp mod modShow">
        <pc:chgData name="Anna Bolen -X (abolen - UNICON INC at Cisco)" userId="8fcf5b57-97b6-40ce-9683-275924855fa8" providerId="ADAL" clId="{598C33A2-B27B-4AFA-AB8E-A26970A006E4}" dt="2022-11-11T21:56:13.490" v="278" actId="729"/>
        <pc:sldMkLst>
          <pc:docMk/>
          <pc:sldMk cId="1071222393" sldId="1096"/>
        </pc:sldMkLst>
        <pc:spChg chg="mod">
          <ac:chgData name="Anna Bolen -X (abolen - UNICON INC at Cisco)" userId="8fcf5b57-97b6-40ce-9683-275924855fa8" providerId="ADAL" clId="{598C33A2-B27B-4AFA-AB8E-A26970A006E4}" dt="2022-11-11T21:54:43.783" v="273" actId="14100"/>
          <ac:spMkLst>
            <pc:docMk/>
            <pc:sldMk cId="1071222393" sldId="1096"/>
            <ac:spMk id="3" creationId="{00000000-0000-0000-0000-000000000000}"/>
          </ac:spMkLst>
        </pc:spChg>
      </pc:sldChg>
    </pc:docChg>
  </pc:docChgLst>
  <pc:docChgLst>
    <pc:chgData name="Cláudia Naumann" userId="S::naumann_nce.ufrj.br#ext#@cisco.onmicrosoft.com::2c14c15b-0266-4182-83e5-84c7c06e2959" providerId="AD" clId="Web-{1AAF4889-A188-C0B5-9DD5-E9F69B402B9B}"/>
    <pc:docChg chg="modSld">
      <pc:chgData name="Cláudia Naumann" userId="S::naumann_nce.ufrj.br#ext#@cisco.onmicrosoft.com::2c14c15b-0266-4182-83e5-84c7c06e2959" providerId="AD" clId="Web-{1AAF4889-A188-C0B5-9DD5-E9F69B402B9B}" dt="2022-11-02T18:14:22.935" v="1"/>
      <pc:docMkLst>
        <pc:docMk/>
      </pc:docMkLst>
      <pc:sldChg chg="modSp">
        <pc:chgData name="Cláudia Naumann" userId="S::naumann_nce.ufrj.br#ext#@cisco.onmicrosoft.com::2c14c15b-0266-4182-83e5-84c7c06e2959" providerId="AD" clId="Web-{1AAF4889-A188-C0B5-9DD5-E9F69B402B9B}" dt="2022-11-02T18:14:22.935" v="1"/>
        <pc:sldMkLst>
          <pc:docMk/>
          <pc:sldMk cId="132800338" sldId="1095"/>
        </pc:sldMkLst>
        <pc:graphicFrameChg chg="mod modGraphic">
          <ac:chgData name="Cláudia Naumann" userId="S::naumann_nce.ufrj.br#ext#@cisco.onmicrosoft.com::2c14c15b-0266-4182-83e5-84c7c06e2959" providerId="AD" clId="Web-{1AAF4889-A188-C0B5-9DD5-E9F69B402B9B}" dt="2022-11-02T18:14:22.935" v="1"/>
          <ac:graphicFrameMkLst>
            <pc:docMk/>
            <pc:sldMk cId="132800338" sldId="1095"/>
            <ac:graphicFrameMk id="3" creationId="{00000000-0000-0000-0000-000000000000}"/>
          </ac:graphicFrameMkLst>
        </pc:graphicFrameChg>
      </pc:sldChg>
    </pc:docChg>
  </pc:docChgLst>
  <pc:docChgLst>
    <pc:chgData name="Anna Bolen -X (abolen - UNICON INC at Cisco)" userId="8fcf5b57-97b6-40ce-9683-275924855fa8" providerId="ADAL" clId="{5C74DF4F-1D54-42BE-9DE6-E14C0A8AAD74}"/>
    <pc:docChg chg="addSld delSld modSld sldOrd">
      <pc:chgData name="Anna Bolen -X (abolen - UNICON INC at Cisco)" userId="8fcf5b57-97b6-40ce-9683-275924855fa8" providerId="ADAL" clId="{5C74DF4F-1D54-42BE-9DE6-E14C0A8AAD74}" dt="2022-10-20T19:59:49.887" v="10"/>
      <pc:docMkLst>
        <pc:docMk/>
      </pc:docMkLst>
      <pc:sldChg chg="del">
        <pc:chgData name="Anna Bolen -X (abolen - UNICON INC at Cisco)" userId="8fcf5b57-97b6-40ce-9683-275924855fa8" providerId="ADAL" clId="{5C74DF4F-1D54-42BE-9DE6-E14C0A8AAD74}" dt="2022-10-20T19:52:10.340" v="0" actId="47"/>
        <pc:sldMkLst>
          <pc:docMk/>
          <pc:sldMk cId="0" sldId="256"/>
        </pc:sldMkLst>
      </pc:sldChg>
      <pc:sldChg chg="modSp add del mod">
        <pc:chgData name="Anna Bolen -X (abolen - UNICON INC at Cisco)" userId="8fcf5b57-97b6-40ce-9683-275924855fa8" providerId="ADAL" clId="{5C74DF4F-1D54-42BE-9DE6-E14C0A8AAD74}" dt="2022-10-20T19:52:58.338" v="2"/>
        <pc:sldMkLst>
          <pc:docMk/>
          <pc:sldMk cId="0" sldId="257"/>
        </pc:sldMkLst>
        <pc:spChg chg="mod">
          <ac:chgData name="Anna Bolen -X (abolen - UNICON INC at Cisco)" userId="8fcf5b57-97b6-40ce-9683-275924855fa8" providerId="ADAL" clId="{5C74DF4F-1D54-42BE-9DE6-E14C0A8AAD74}" dt="2022-10-20T19:52:58.338" v="2"/>
          <ac:spMkLst>
            <pc:docMk/>
            <pc:sldMk cId="0" sldId="257"/>
            <ac:spMk id="3" creationId="{00000000-0000-0000-0000-000000000000}"/>
          </ac:spMkLst>
        </pc:spChg>
      </pc:sldChg>
      <pc:sldChg chg="add del">
        <pc:chgData name="Anna Bolen -X (abolen - UNICON INC at Cisco)" userId="8fcf5b57-97b6-40ce-9683-275924855fa8" providerId="ADAL" clId="{5C74DF4F-1D54-42BE-9DE6-E14C0A8AAD74}" dt="2022-10-20T19:52:21.290" v="1"/>
        <pc:sldMkLst>
          <pc:docMk/>
          <pc:sldMk cId="0" sldId="258"/>
        </pc:sldMkLst>
      </pc:sldChg>
      <pc:sldChg chg="add del">
        <pc:chgData name="Anna Bolen -X (abolen - UNICON INC at Cisco)" userId="8fcf5b57-97b6-40ce-9683-275924855fa8" providerId="ADAL" clId="{5C74DF4F-1D54-42BE-9DE6-E14C0A8AAD74}" dt="2022-10-20T19:52:21.290" v="1"/>
        <pc:sldMkLst>
          <pc:docMk/>
          <pc:sldMk cId="0" sldId="259"/>
        </pc:sldMkLst>
      </pc:sldChg>
      <pc:sldChg chg="modSp add del mod">
        <pc:chgData name="Anna Bolen -X (abolen - UNICON INC at Cisco)" userId="8fcf5b57-97b6-40ce-9683-275924855fa8" providerId="ADAL" clId="{5C74DF4F-1D54-42BE-9DE6-E14C0A8AAD74}" dt="2022-10-20T19:53:44.300" v="3" actId="6549"/>
        <pc:sldMkLst>
          <pc:docMk/>
          <pc:sldMk cId="0" sldId="260"/>
        </pc:sldMkLst>
        <pc:graphicFrameChg chg="modGraphic">
          <ac:chgData name="Anna Bolen -X (abolen - UNICON INC at Cisco)" userId="8fcf5b57-97b6-40ce-9683-275924855fa8" providerId="ADAL" clId="{5C74DF4F-1D54-42BE-9DE6-E14C0A8AAD74}" dt="2022-10-20T19:53:44.300" v="3" actId="6549"/>
          <ac:graphicFrameMkLst>
            <pc:docMk/>
            <pc:sldMk cId="0" sldId="260"/>
            <ac:graphicFrameMk id="4" creationId="{40064EF4-EE2B-342C-EA9E-699582F380FF}"/>
          </ac:graphicFrameMkLst>
        </pc:graphicFrameChg>
      </pc:sldChg>
      <pc:sldChg chg="add del">
        <pc:chgData name="Anna Bolen -X (abolen - UNICON INC at Cisco)" userId="8fcf5b57-97b6-40ce-9683-275924855fa8" providerId="ADAL" clId="{5C74DF4F-1D54-42BE-9DE6-E14C0A8AAD74}" dt="2022-10-20T19:52:21.290" v="1"/>
        <pc:sldMkLst>
          <pc:docMk/>
          <pc:sldMk cId="0" sldId="261"/>
        </pc:sldMkLst>
      </pc:sldChg>
      <pc:sldChg chg="addSp modSp mod">
        <pc:chgData name="Anna Bolen -X (abolen - UNICON INC at Cisco)" userId="8fcf5b57-97b6-40ce-9683-275924855fa8" providerId="ADAL" clId="{5C74DF4F-1D54-42BE-9DE6-E14C0A8AAD74}" dt="2022-10-20T19:59:29.128" v="9" actId="1076"/>
        <pc:sldMkLst>
          <pc:docMk/>
          <pc:sldMk cId="0" sldId="262"/>
        </pc:sldMkLst>
        <pc:spChg chg="add mod">
          <ac:chgData name="Anna Bolen -X (abolen - UNICON INC at Cisco)" userId="8fcf5b57-97b6-40ce-9683-275924855fa8" providerId="ADAL" clId="{5C74DF4F-1D54-42BE-9DE6-E14C0A8AAD74}" dt="2022-10-20T19:59:29.128" v="9" actId="1076"/>
          <ac:spMkLst>
            <pc:docMk/>
            <pc:sldMk cId="0" sldId="262"/>
            <ac:spMk id="4" creationId="{8F95551B-4FD6-2800-D201-D6D6A27780D0}"/>
          </ac:spMkLst>
        </pc:spChg>
      </pc:sldChg>
      <pc:sldChg chg="add">
        <pc:chgData name="Anna Bolen -X (abolen - UNICON INC at Cisco)" userId="8fcf5b57-97b6-40ce-9683-275924855fa8" providerId="ADAL" clId="{5C74DF4F-1D54-42BE-9DE6-E14C0A8AAD74}" dt="2022-10-20T19:52:21.290" v="1"/>
        <pc:sldMkLst>
          <pc:docMk/>
          <pc:sldMk cId="2226954716" sldId="1072"/>
        </pc:sldMkLst>
      </pc:sldChg>
      <pc:sldChg chg="modSp add mod">
        <pc:chgData name="Anna Bolen -X (abolen - UNICON INC at Cisco)" userId="8fcf5b57-97b6-40ce-9683-275924855fa8" providerId="ADAL" clId="{5C74DF4F-1D54-42BE-9DE6-E14C0A8AAD74}" dt="2022-10-20T19:53:48.661" v="4" actId="6549"/>
        <pc:sldMkLst>
          <pc:docMk/>
          <pc:sldMk cId="3094066351" sldId="1073"/>
        </pc:sldMkLst>
        <pc:graphicFrameChg chg="modGraphic">
          <ac:chgData name="Anna Bolen -X (abolen - UNICON INC at Cisco)" userId="8fcf5b57-97b6-40ce-9683-275924855fa8" providerId="ADAL" clId="{5C74DF4F-1D54-42BE-9DE6-E14C0A8AAD74}" dt="2022-10-20T19:53:48.661" v="4" actId="6549"/>
          <ac:graphicFrameMkLst>
            <pc:docMk/>
            <pc:sldMk cId="3094066351" sldId="1073"/>
            <ac:graphicFrameMk id="4" creationId="{40064EF4-EE2B-342C-EA9E-699582F380FF}"/>
          </ac:graphicFrameMkLst>
        </pc:graphicFrameChg>
      </pc:sldChg>
      <pc:sldChg chg="add ord">
        <pc:chgData name="Anna Bolen -X (abolen - UNICON INC at Cisco)" userId="8fcf5b57-97b6-40ce-9683-275924855fa8" providerId="ADAL" clId="{5C74DF4F-1D54-42BE-9DE6-E14C0A8AAD74}" dt="2022-10-20T19:58:36.865" v="7"/>
        <pc:sldMkLst>
          <pc:docMk/>
          <pc:sldMk cId="1035141695" sldId="1074"/>
        </pc:sldMkLst>
      </pc:sldChg>
      <pc:sldChg chg="add">
        <pc:chgData name="Anna Bolen -X (abolen - UNICON INC at Cisco)" userId="8fcf5b57-97b6-40ce-9683-275924855fa8" providerId="ADAL" clId="{5C74DF4F-1D54-42BE-9DE6-E14C0A8AAD74}" dt="2022-10-20T19:59:49.887" v="10"/>
        <pc:sldMkLst>
          <pc:docMk/>
          <pc:sldMk cId="1525672446" sldId="10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6500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Cybersecurity Essentials 3.0
Module 11: Understanding Defense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11.1: Defense-in-Depth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11.1: Defense-in-Depth
11.1.1: Assets, Vulnerabilities, Threats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11.1: Defense-in-Depth
11.1.2: Identify Assets</a:t>
            </a:r>
            <a:endParaRPr lang="pt-BR" dirty="0"/>
          </a:p>
          <a:p>
            <a:r>
              <a:rPr lang="en-US" dirty="0"/>
              <a:t>11.1.3: Avatar
</a:t>
            </a:r>
            <a:endParaRPr lang="en-US" dirty="0">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11.1: Defense-in-Depth
11.1.4: Asset Classification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11.1: Defense-in-Depth
11.1.4: Asset Classification (Cont.)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05869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11.1: Defense-in-Depth
11.1.5: Asset Standardization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11.1: Defense-in-Depth
11.1.6: Asset Lifecycle Stages</a:t>
            </a:r>
          </a:p>
          <a:p>
            <a:r>
              <a:rPr lang="en-US" dirty="0"/>
              <a:t>11.1.7: Activity - Your Turn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5401379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11.1: Defense-in-Depth
11.1.8: Identify Vulnerabilities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11.1: Defense-in-Depth
11.1.8: Identify Vulnerabilities (Cont.)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5198305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11.1: Defense-in-Depth
11.1.9: Identify Threats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11.1: Defense-in-Depth
11.1.9: Identify Threats (Cont.)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7822208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11.1: Defense-in-Depth
11.1.10: The Security Onion and The Security Artichoke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11.1: Defense-in-Depth
11.1.10: The Security Onion and The Security Artichoke (Cont.)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3145058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11.1: Defense-in-Depth
11.1.11: Defense in Depth Strategies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11.1: Defense-in-Depth
11.1.11: Defense in Depth Strategies (Cont.)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4033650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11.2: Cybersecurity Operations Management</a:t>
            </a:r>
            <a:endParaRPr lang="pt-BR" dirty="0"/>
          </a:p>
          <a:p>
            <a:r>
              <a:rPr lang="en-US" dirty="0"/>
              <a:t>
</a:t>
            </a:r>
            <a:endParaRPr lang="en-US" dirty="0">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11.2: Cybersecurity Operations Management
11.2.1: Avatar</a:t>
            </a:r>
          </a:p>
          <a:p>
            <a:r>
              <a:rPr lang="en-US" dirty="0"/>
              <a:t>11.2.2: Configuration Management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11.2: Cybersecurity Operations Management
11.2.3: Log Files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11.2: Cybersecurity Operations Management
11.2.4: Operating System Logs and Application Security Logs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11.2: Cybersecurity Operations Management
11.2.5: Protocol Analyzers</a:t>
            </a:r>
            <a:endParaRPr lang="pt-BR" dirty="0"/>
          </a:p>
          <a:p>
            <a:r>
              <a:rPr lang="en-US" dirty="0"/>
              <a:t>11.2.6: Avatar</a:t>
            </a:r>
          </a:p>
          <a:p>
            <a:r>
              <a:rPr lang="en-US" dirty="0"/>
              <a:t>11.2.7: Check Your Understanding - Knowledge Check
</a:t>
            </a:r>
            <a:endParaRPr lang="en-US" dirty="0">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11.3: Security Policies, Regulations, and Standards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11.3: Security Policies, Regulations, and Standards
11.3.1: Business Policies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7078758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11.3: Security Policies, Regulations, and Standards
11.3.2: Security Policy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11.3: Security Policies, Regulations, and Standards
11.3.2: Security Policy (Cont.)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2923040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11.3: Security Policies, Regulations, and Standards
11.3.3: BYOD Policies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11.3: Security Policies, Regulations, and Standards
11.3.3: BYOD Policies (Cont.)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4707462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11.3: Security Policies, Regulations, and Standards
11.3.4: Regulatory and Standards Compliance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Understanding Defense 
11.3: Security Policies, Regulations, and Standards
11.3.5: Lab - Document Enterprise Cybersecurity Issues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12.1: Physical Security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2919102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12.1: Physical Security</a:t>
            </a:r>
          </a:p>
          <a:p>
            <a:r>
              <a:rPr lang="en-US" dirty="0"/>
              <a:t>12.1.1: Avatar
12.1.2: Fencing and Physical Barriers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6772846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12.1: Physical Security
12.1.2: Fencing and Physical Barriers (Cont.)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7052628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12.1: Physical Security
12.1.3: Biometrics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20523293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12.1: Physical Security
12.1.3: Biometrics (Cont.)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735111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12.1: Physical Security
12.1.3: Biometrics (Cont.)</a:t>
            </a:r>
          </a:p>
          <a:p>
            <a:r>
              <a:rPr lang="en-US" dirty="0"/>
              <a:t>12.1.4: Activity - Badges and Access Logs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999655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12.1: Physical Security
12.1.5: Surveillance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474483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12.1: Physical Security
12.1.5: Surveillance (Cont.)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41533222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12.1: Physical Security
12.1.5: Surveillance (Cont.)</a:t>
            </a:r>
          </a:p>
          <a:p>
            <a:r>
              <a:rPr lang="en-US" dirty="0"/>
              <a:t>12.1.6: Avatar</a:t>
            </a:r>
          </a:p>
          <a:p>
            <a:r>
              <a:rPr lang="en-US" dirty="0"/>
              <a:t>12.1.7: Activity - Effective Physical Security for @Apollo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21984523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12.2: Application Security</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30512229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12.2: Application Security</a:t>
            </a:r>
          </a:p>
          <a:p>
            <a:r>
              <a:rPr lang="en-US" dirty="0"/>
              <a:t>12.2.1: Avatar
12.2.2: Application Development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26418298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12.2: Application Security
12.2.2: Application Development (Cont.)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2626213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12.2: Application Security
12.2.3: Security Coding Techniques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42314999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12.2: Application Security
12.2.3: Security Coding Techniques</a:t>
            </a:r>
          </a:p>
          <a:p>
            <a:r>
              <a:rPr lang="en-US" dirty="0"/>
              <a:t>12.2.4: Avatar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25403825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12.2: Application Security
12.2.5: Input Validation
</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38099763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12.2: Application Security
12.2.6: Validation Rules
</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9824561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12.2: Application Security
12.2.7: Integrity Checks
</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2402647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12.2: Application Security
12.2.7: Integrity Checks (Cont.)
</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511014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12.2: Application Security
12.2.7: Integrity Checks (Cont.)
</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29766514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12.2: Application Security
12.2.8: Other Application Security Practices</a:t>
            </a:r>
          </a:p>
          <a:p>
            <a:r>
              <a:rPr lang="en-US" dirty="0"/>
              <a:t>12.2.9: Activity – Over to You …
</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324954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12.2: Application Security
12.2.10: Managing Threats to Applications
</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362540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12.2: Application Security
12.2.10: Managing Threats to Applications (Cont.)
</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62130244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12.2: Application Security
12.2.11: Lab - Investigating OWASP
</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297718965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12.3: Network Hardening: Services and Protocols</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4493675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12.3: Network Hardening: Services and Protocols
12.3.1: Avatar</a:t>
            </a:r>
          </a:p>
          <a:p>
            <a:r>
              <a:rPr lang="en-US" dirty="0"/>
              <a:t>12.3.2: Network and Routing Services
</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4489294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12.3: Network Hardening: Services and Protocols
12.3.2: Network and Routing Services (Cont.)
</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411518425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12.3: Network Hardening: Services and Protocols
12.3.2: Network and Routing Services (Cont.)
</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275877527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12.3: Network Hardening: Services and Protocols
12.3.2: Network and Routing Services (Cont.)
</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416867759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12.3: Network Hardening: Services and Protocols
12.3.2: Network and Routing Services (Cont.)
</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296286295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12.3: Network Hardening: Services and Protocols
12.3.2: Network and Routing Services (Cont.)
</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375917334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12.3: Network Hardening: Services and Protocols
12.3.3: Telnet, SSH and SCP
</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80306285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12.3: Network Hardening: Services and Protocols
12.3.3: Telnet, SSH and SCP (Cont.)
</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372049821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12.3: Network Hardening: Services and Protocols
12.3.3: Telnet, SSH and SCP (Cont.)
</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35050558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12.3: Network Hardening: Services and Protocols
12.3.3: Telnet, SSH and SCP (Cont.)
</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83001703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12.3: Network Hardening: Services and Protocols
12.3.3: Telnet, SSH and SCP (Cont.)
</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348142905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12.3: Network Hardening: Services and Protocols
12.3.4: Secure Protocols
</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70276001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12.3: Network Hardening: Services and Protocols
12.3.4: Secure Protocols (Cont.)</a:t>
            </a:r>
          </a:p>
          <a:p>
            <a:r>
              <a:rPr lang="en-US" dirty="0"/>
              <a:t>12.3.5: Activity - Securing @Apollo’s Network
</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80161018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12.4: Network Hardening: Segmentation
</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424565492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12.4: Network Hardening: Segmentation</a:t>
            </a:r>
          </a:p>
          <a:p>
            <a:r>
              <a:rPr lang="en-US" dirty="0"/>
              <a:t>12.4.1: Avatar
12.4.2: Virtual Local Area Networks (VLANs)
</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384569368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12.4: Network Hardening: Segmentation
12.4.2: Virtual Local Area Networks (VLANs) (Cont.)
</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402553634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12.4: Network Hardening: Segmentation
12.4.3: The Demilitarized Zone (DMZ)
</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86204860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12.4: Network Hardening: Segmentation
12.4.3: The Demilitarized Zone (DMZ) (Cont.)
</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372365311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12.4: Network Hardening: Segmentation
12.4.3: The Demilitarized Zone (DMZ) (Cont.)</a:t>
            </a:r>
          </a:p>
          <a:p>
            <a:r>
              <a:rPr lang="en-US" dirty="0"/>
              <a:t>12.4.4: Activity - Managing Threats to the LAN
</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220197437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12.5: Hardening Wireless and Mobile Devices</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261951742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12.5: Hardening Wireless and Mobile Devices</a:t>
            </a:r>
          </a:p>
          <a:p>
            <a:r>
              <a:rPr lang="en-US" dirty="0"/>
              <a:t>12.5.1: Avatar
12.5.2: Wireless Device Security
</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331760398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12.5: Hardening Wireless and Mobile Devices
12.5.2: Wireless Device Security (Cont.)
</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314756715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12.5: Hardening Wireless and Mobile Devices
12.5.3: PT Video - Configure Wireless Router Hardening and Security
</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215093686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12.5: Hardening Wireless and Mobile Devices
12.5.4: Packet Tracer - Configure Wireless Router Hardening and Security
</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289451304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12.5: Hardening Wireless and Mobile Devices
12.5.5: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74449349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12.5: Hardening Wireless and Mobile Devices
12.5.6: Authentication Protocols
</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264309383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12.5: Hardening Wireless and Mobile Devices
12.5.6: Authentication Protocols (Cont.)</a:t>
            </a:r>
          </a:p>
          <a:p>
            <a:r>
              <a:rPr lang="en-US" dirty="0"/>
              <a:t>12.5.7: Activity - What Are Your Options?
</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323187696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12.5: Hardening Wireless and Mobile Devices
12.5.8: Mutual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15694431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12.5: Hardening Wireless and Mobile Devices
12.5.8: Mutual Authentication (Cont.)</a:t>
            </a:r>
          </a:p>
          <a:p>
            <a:r>
              <a:rPr lang="en-US" dirty="0"/>
              <a:t>12.5.9: Avatar
</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83122707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12.5: Hardening Wireless and Mobile Devices
12.5.10: Communication Methods
</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273331619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12.5: Hardening Wireless and Mobile Devices
12.5.10: Communication Methods (Cont.)
</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391969015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12.5: Hardening Wireless and Mobile Devices
12.5.11: Mobile Device Management
</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271433776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12.5: Hardening Wireless and Mobile Devices
12.5.11: Mobile Device Management (Cont.)
</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286006896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12.5: Hardening Wireless and Mobile Devices
12.5.12: Mobile Device Protections
</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87422606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12.5: Hardening Wireless and Mobile Devices
12.5.12: Mobile Device Protections (Cont.)
</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429409195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12.5: Hardening Wireless and Mobile Devices
12.5.12: Mobile Device Protections (Cont.)
</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86616787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12.5: Hardening Wireless and Mobile Devices
12.5.13: GPS Tracking
12.5.14: Activity - Bring Your Own Device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0058830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89049324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a:t>
            </a:r>
          </a:p>
          <a:p>
            <a:r>
              <a:rPr lang="en-US" dirty="0"/>
              <a:t>12.6.1: Avatar
12.6.2: High Availability
</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71439901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12.6.2: High Availability (Cont.)
</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88768056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12.6.3: The Five Nines
</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391781963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12.6.3: The Five Nines (Cont.)
</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404130395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12.6.4: Single Points of Failure
12.6.5: Avatar</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82306669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12.6.6: N+1 Redundancy
</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378456614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12.6.6: N+1 Redundancy (Cont.)
</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306522501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12.6.7: RAID
</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212819248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12.6.7: RAID
</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27841779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12.6.8: Spanning Tree
</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382745004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12.6.8: Spanning Tree (Cont.)
</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57154757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12.6.9: Router Redundancy
</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2693408578"/>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12.6.9: Router Redundancy
</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95755692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12.6.10: Location Redundancy
</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52069565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12.6.11: Resilient Design
</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47696665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12.6.11: Resilient Design (Cont.)
</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39825095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12.6.11: Resilient Design (Cont.)
</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219485583"/>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12.6.12: System and Data Backups
</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12611973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12.6.12: System and Data Backups (Cont.)
</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299418494"/>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12.6.13: Designing High Availability Systems
</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46263727"/>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12.6.13: Designing High Availability Systems (Cont.)
</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268172604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12.6.14: Power
</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362327722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12.6.14: Power (Cont.)
</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23467710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12.6.15: Heating, Ventilation and Air Conditioning (HVAC)
</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818464652"/>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12.6.15: Heating, Ventilation and Air Conditioning (HVAC) (Cont.)
12.6.16: Avatar</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239512196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12.6: Cybersecurity Resilience
12.6.17: Managing Threats to Physical Facilities
12.6.18: Activity - Threat Manager</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307971811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12.7: Embedded and Specialized Systems
</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211280031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12.7: Embedded and Specialized Systems</a:t>
            </a:r>
          </a:p>
          <a:p>
            <a:r>
              <a:rPr lang="en-US" dirty="0"/>
              <a:t>12.7.1: Avatar
12.7.2: Threats to Key Industry Sectors
</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351781251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12.7: Embedded and Specialized Systems
12.7.2: Threats to Key Industry Sectors
</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94711576"/>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12.7: Embedded and Specialized Systems
12.7.3: The Emergence of the Internet of Things
</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3363038770"/>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12.7: Embedded and Specialized Systems
12.7.4: Embedded Systems
</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25883254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12.7: Embedded and Specialized Systems
12.7.4: Embedded Systems (Cont.)
</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3000568519"/>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12.7: Embedded and Specialized Systems
12.7.5: The Internet of Things (IoT)
</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529193899"/>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12.7: Embedded and Specialized Systems
12.7.5: The Internet of Things (IoT) (Cont.)
12.7.6: Avatar</a:t>
            </a:r>
          </a:p>
          <a:p>
            <a:r>
              <a:rPr lang="en-US" dirty="0"/>
              <a:t>12.7.7: Avatar</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407324537"/>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12.7: Embedded and Specialized Systems
12.7.5: The Internet of Things (IoT) (Cont.)
12.7.6: Avatar</a:t>
            </a:r>
          </a:p>
          <a:p>
            <a:r>
              <a:rPr lang="en-US" dirty="0"/>
              <a:t>12.7.7: Avatar</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385776286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12.7: Embedded and Specialized Systems
12.7.8: VoIP Equipment
</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2899067520"/>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12.7: Embedded and Specialized Systems
12.7.8: VoIP Equipment (Cont.)</a:t>
            </a:r>
          </a:p>
          <a:p>
            <a:r>
              <a:rPr lang="en-US" dirty="0"/>
              <a:t>12.7.9: Avatar
</a:t>
            </a:r>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82161970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12.7: Embedded and Specialized Systems
12.7.10: Special-Purpose Embedded Systems
</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2658808314"/>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12.7: Embedded and Specialized Systems
12.7.10: Special-Purpose Embedded Systems (Cont.)
</a:t>
            </a:r>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2171004424"/>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12.7: Embedded and Specialized Systems
12.7.10: Special-Purpose Embedded Systems (Cont.)
</a:t>
            </a:r>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265324027"/>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System and Network Defense
12.7: Embedded and Specialized Systems
12.7.11: Deception Technologies
</a:t>
            </a:r>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618174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a:solidFill>
                  <a:srgbClr val="AFE8FB"/>
                </a:solidFill>
                <a:latin typeface="Arial" pitchFamily="34" charset="0"/>
                <a:ea typeface="Arial" pitchFamily="34" charset="-122"/>
                <a:cs typeface="Arial" pitchFamily="34" charset="-120"/>
              </a:rPr>
              <a:t>(custom placeholder text!)</a:t>
            </a:r>
            <a:endParaRPr lang="en-US" sz="360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a:solidFill>
                  <a:srgbClr val="AFE8FB"/>
                </a:solidFill>
                <a:latin typeface="Arial" pitchFamily="34" charset="0"/>
                <a:ea typeface="Arial" pitchFamily="34" charset="-122"/>
                <a:cs typeface="Arial" pitchFamily="34" charset="-120"/>
              </a:rPr>
              <a:t>(custom placeholder text!)</a:t>
            </a:r>
            <a:endParaRPr lang="en-US" sz="1200"/>
          </a:p>
        </p:txBody>
      </p:sp>
      <p:pic>
        <p:nvPicPr>
          <p:cNvPr id="4" name="Image 0" descr="/Users/malashah/Desktop/Cisco/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a:solidFill>
                  <a:srgbClr val="AFE8FB"/>
                </a:solidFill>
                <a:latin typeface="Arial" pitchFamily="34" charset="0"/>
                <a:ea typeface="Arial" pitchFamily="34" charset="-122"/>
                <a:cs typeface="Arial" pitchFamily="34" charset="-120"/>
              </a:rPr>
              <a:t>(custom placeholder text!)</a:t>
            </a:r>
            <a:endParaRPr lang="en-US" sz="420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a:solidFill>
                  <a:srgbClr val="AFE8FB"/>
                </a:solidFill>
                <a:latin typeface="Arial" pitchFamily="34" charset="0"/>
                <a:ea typeface="Arial" pitchFamily="34" charset="-122"/>
                <a:cs typeface="Arial" pitchFamily="34" charset="-120"/>
              </a:rPr>
              <a:t>(custom placeholder text!)</a:t>
            </a:r>
            <a:endParaRPr lang="en-US" sz="1200"/>
          </a:p>
        </p:txBody>
      </p:sp>
      <p:pic>
        <p:nvPicPr>
          <p:cNvPr id="4" name="Image 0" descr="/Users/malashah/Desktop/Cisco/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a:solidFill>
                  <a:srgbClr val="024C69"/>
                </a:solidFill>
                <a:latin typeface="Arial" pitchFamily="34" charset="0"/>
                <a:ea typeface="Arial" pitchFamily="34" charset="-122"/>
                <a:cs typeface="Arial" pitchFamily="34" charset="-120"/>
              </a:rPr>
              <a:t>(custom placeholder text!)</a:t>
            </a:r>
            <a:endParaRPr lang="en-US" sz="1600"/>
          </a:p>
        </p:txBody>
      </p:sp>
      <p:sp>
        <p:nvSpPr>
          <p:cNvPr id="3" name="Text 0"/>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4" name="Image 0" descr="/Users/malashah/Desktop/Cisco/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a:solidFill>
                  <a:srgbClr val="B1E8FA"/>
                </a:solidFill>
                <a:latin typeface="Arial" pitchFamily="34" charset="0"/>
                <a:ea typeface="Arial" pitchFamily="34" charset="-122"/>
                <a:cs typeface="Arial" pitchFamily="34" charset="-120"/>
              </a:rPr>
              <a:t>(custom placeholder text!)</a:t>
            </a:r>
            <a:endParaRPr lang="en-US" sz="4600"/>
          </a:p>
        </p:txBody>
      </p:sp>
      <p:sp>
        <p:nvSpPr>
          <p:cNvPr id="3" name="Text 0"/>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4" name="Image 0" descr="/Users/malashah/Desktop/Cisco/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a:solidFill>
                  <a:srgbClr val="024C69"/>
                </a:solidFill>
                <a:latin typeface="Arial" pitchFamily="34" charset="0"/>
                <a:ea typeface="Arial" pitchFamily="34" charset="-122"/>
                <a:cs typeface="Arial" pitchFamily="34" charset="-120"/>
              </a:rPr>
              <a:t>(custom placeholder text!)</a:t>
            </a:r>
            <a:endParaRPr lang="en-US" sz="2200"/>
          </a:p>
        </p:txBody>
      </p:sp>
      <p:sp>
        <p:nvSpPr>
          <p:cNvPr id="3" name="Text 0"/>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a:solidFill>
                  <a:srgbClr val="024C69"/>
                </a:solidFill>
                <a:latin typeface="Arial" pitchFamily="34" charset="0"/>
                <a:ea typeface="Arial" pitchFamily="34" charset="-122"/>
                <a:cs typeface="Arial" pitchFamily="34" charset="-120"/>
              </a:rPr>
              <a:t>(custom placeholder text!)</a:t>
            </a:r>
            <a:endParaRPr lang="en-US" sz="1600"/>
          </a:p>
        </p:txBody>
      </p:sp>
      <p:sp>
        <p:nvSpPr>
          <p:cNvPr id="4" name="Text 0"/>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5" name="Image 0" descr="/Users/malashah/Desktop/Cisco/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31" r:id="rId13"/>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2.xml"/><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3.xml"/><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4.xml"/><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0">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1919866"/>
          </a:xfrm>
          <a:prstGeom prst="rect">
            <a:avLst/>
          </a:prstGeom>
          <a:noFill/>
          <a:ln/>
        </p:spPr>
        <p:txBody>
          <a:bodyPr wrap="square" rtlCol="0" anchor="ctr"/>
          <a:lstStyle/>
          <a:p>
            <a:pPr marL="0" indent="0">
              <a:buNone/>
            </a:pPr>
            <a:endParaRPr lang="en-US" sz="4200" dirty="0">
              <a:solidFill>
                <a:srgbClr val="AFE8FB"/>
              </a:solidFill>
              <a:latin typeface="Arial" pitchFamily="34" charset="0"/>
              <a:ea typeface="Arial" pitchFamily="34" charset="-122"/>
              <a:cs typeface="Arial" pitchFamily="34" charset="-120"/>
            </a:endParaRPr>
          </a:p>
          <a:p>
            <a:pPr marL="0" indent="0">
              <a:buNone/>
            </a:pPr>
            <a:r>
              <a:rPr lang="en-US" sz="4200" dirty="0">
                <a:solidFill>
                  <a:srgbClr val="AFE8FB"/>
                </a:solidFill>
                <a:latin typeface="Arial" pitchFamily="34" charset="0"/>
                <a:ea typeface="Arial" pitchFamily="34" charset="-122"/>
                <a:cs typeface="Arial" pitchFamily="34" charset="-120"/>
              </a:rPr>
              <a:t>Module 11: Understanding Defense </a:t>
            </a:r>
            <a:endParaRPr lang="en-US" sz="4200" dirty="0"/>
          </a:p>
        </p:txBody>
      </p:sp>
      <p:sp>
        <p:nvSpPr>
          <p:cNvPr id="4" name="Text 1">
            <a:extLst>
              <a:ext uri="{FF2B5EF4-FFF2-40B4-BE49-F238E27FC236}">
                <a16:creationId xmlns:a16="http://schemas.microsoft.com/office/drawing/2014/main" id="{8F95551B-4FD6-2800-D201-D6D6A27780D0}"/>
              </a:ext>
            </a:extLst>
          </p:cNvPr>
          <p:cNvSpPr/>
          <p:nvPr/>
        </p:nvSpPr>
        <p:spPr>
          <a:xfrm>
            <a:off x="457200" y="3462916"/>
            <a:ext cx="3657600" cy="408329"/>
          </a:xfrm>
          <a:prstGeom prst="rect">
            <a:avLst/>
          </a:prstGeom>
          <a:noFill/>
          <a:ln/>
        </p:spPr>
        <p:txBody>
          <a:bodyPr wrap="square" rtlCol="0" anchor="t"/>
          <a:lstStyle/>
          <a:p>
            <a:r>
              <a:rPr lang="en-US" sz="2000">
                <a:solidFill>
                  <a:srgbClr val="CEE8C3"/>
                </a:solidFill>
                <a:latin typeface="Arial" pitchFamily="34" charset="0"/>
                <a:ea typeface="Arial" pitchFamily="34" charset="-122"/>
                <a:cs typeface="Arial" pitchFamily="34" charset="-120"/>
              </a:rPr>
              <a:t>Instructor Materials</a:t>
            </a:r>
            <a:endParaRPr lang="en-US" sz="200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nchor="t"/>
          <a:lstStyle/>
          <a:p>
            <a:pPr marL="0" indent="0">
              <a:buNone/>
            </a:pPr>
            <a:r>
              <a:rPr lang="en-US" sz="1200" dirty="0">
                <a:solidFill>
                  <a:srgbClr val="AFE8FB"/>
                </a:solidFill>
                <a:latin typeface="Arial" pitchFamily="34" charset="0"/>
                <a:ea typeface="Arial" pitchFamily="34" charset="-122"/>
                <a:cs typeface="Arial" pitchFamily="34" charset="-120"/>
              </a:rPr>
              <a:t>Cybersecurity Essentials 3.0</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11.1 Defense-in-Depth</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Defense-in-Depth</a:t>
            </a:r>
            <a:endParaRPr lang="en-US" sz="1600"/>
          </a:p>
        </p:txBody>
      </p:sp>
      <p:sp>
        <p:nvSpPr>
          <p:cNvPr id="3" name="Text 0"/>
          <p:cNvSpPr>
            <a:spLocks noGrp="1"/>
          </p:cNvSpPr>
          <p:nvPr>
            <p:ph type="body" idx="100" hasCustomPrompt="1"/>
          </p:nvPr>
        </p:nvSpPr>
        <p:spPr>
          <a:xfrm>
            <a:off x="0" y="274320"/>
            <a:ext cx="9144000" cy="418382"/>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Assets, Vulnerabilities, Threats</a:t>
            </a:r>
            <a:endParaRPr lang="en-US" sz="2200"/>
          </a:p>
        </p:txBody>
      </p:sp>
      <p:sp>
        <p:nvSpPr>
          <p:cNvPr id="5" name="Text 2"/>
          <p:cNvSpPr/>
          <p:nvPr/>
        </p:nvSpPr>
        <p:spPr>
          <a:xfrm>
            <a:off x="175056" y="923161"/>
            <a:ext cx="8229600" cy="2571750"/>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cs typeface="Arial"/>
              </a:rPr>
              <a:t>Cybersecurity analysts must prepare for any type of attack. It is their job to secure the assets of the organization’s network. </a:t>
            </a:r>
            <a:endParaRPr lang="en-US">
              <a:solidFill>
                <a:srgbClr val="000000"/>
              </a:solidFill>
              <a:latin typeface="Calibri" panose="020F0502020204030204"/>
              <a:cs typeface="Calibri" panose="020F0502020204030204"/>
            </a:endParaRPr>
          </a:p>
          <a:p>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To do this, cybersecurity analysts must first identify:</a:t>
            </a:r>
            <a:endParaRPr lang="en-US">
              <a:cs typeface="Calibri"/>
            </a:endParaRPr>
          </a:p>
          <a:p>
            <a:pPr marL="742950" lvl="1" indent="-285750">
              <a:buFont typeface="Arial"/>
              <a:buChar char="•"/>
            </a:pPr>
            <a:r>
              <a:rPr lang="en-US" sz="1400" b="1">
                <a:solidFill>
                  <a:srgbClr val="000000"/>
                </a:solidFill>
                <a:latin typeface="Arial"/>
                <a:cs typeface="Arial"/>
              </a:rPr>
              <a:t>Assets </a:t>
            </a:r>
            <a:r>
              <a:rPr lang="en-US" sz="1400">
                <a:solidFill>
                  <a:srgbClr val="000000"/>
                </a:solidFill>
                <a:latin typeface="Arial"/>
                <a:cs typeface="Arial"/>
              </a:rPr>
              <a:t>- Anything of value to an organization that must be protected including servers, infrastructure devices, end devices, and the greatest asset, data.</a:t>
            </a:r>
            <a:endParaRPr lang="en-US">
              <a:solidFill>
                <a:srgbClr val="000000"/>
              </a:solidFill>
              <a:latin typeface="Calibri"/>
              <a:cs typeface="Calibri"/>
            </a:endParaRPr>
          </a:p>
          <a:p>
            <a:pPr marL="742950" lvl="1" indent="-285750">
              <a:buFont typeface="Arial"/>
              <a:buChar char="•"/>
            </a:pPr>
            <a:endParaRPr lang="en-US" sz="1400">
              <a:solidFill>
                <a:srgbClr val="000000"/>
              </a:solidFill>
              <a:latin typeface="Arial"/>
              <a:cs typeface="Arial"/>
            </a:endParaRPr>
          </a:p>
          <a:p>
            <a:pPr marL="742950" lvl="1" indent="-285750">
              <a:buFont typeface="Arial"/>
              <a:buChar char="•"/>
            </a:pPr>
            <a:r>
              <a:rPr lang="en-US" sz="1400" b="1">
                <a:solidFill>
                  <a:srgbClr val="000000"/>
                </a:solidFill>
                <a:latin typeface="Arial"/>
                <a:cs typeface="Arial"/>
              </a:rPr>
              <a:t>Vulnerabilities</a:t>
            </a:r>
            <a:r>
              <a:rPr lang="en-US" sz="1400">
                <a:solidFill>
                  <a:srgbClr val="000000"/>
                </a:solidFill>
                <a:latin typeface="Arial"/>
                <a:cs typeface="Arial"/>
              </a:rPr>
              <a:t> - A weakness in a system or its design that could be exploited by a threat actor.</a:t>
            </a:r>
            <a:endParaRPr lang="en-US">
              <a:cs typeface="Calibri"/>
            </a:endParaRPr>
          </a:p>
          <a:p>
            <a:pPr lvl="1"/>
            <a:endParaRPr lang="en-US" sz="1400">
              <a:solidFill>
                <a:srgbClr val="000000"/>
              </a:solidFill>
              <a:latin typeface="Arial"/>
              <a:cs typeface="Arial"/>
            </a:endParaRPr>
          </a:p>
          <a:p>
            <a:pPr marL="742950" lvl="1" indent="-285750">
              <a:buFont typeface="Arial"/>
              <a:buChar char="•"/>
            </a:pPr>
            <a:r>
              <a:rPr lang="en-US" sz="1400" b="1">
                <a:solidFill>
                  <a:srgbClr val="000000"/>
                </a:solidFill>
                <a:latin typeface="Arial"/>
                <a:cs typeface="Arial"/>
              </a:rPr>
              <a:t>Threats </a:t>
            </a:r>
            <a:r>
              <a:rPr lang="en-US" sz="1400">
                <a:solidFill>
                  <a:srgbClr val="000000"/>
                </a:solidFill>
                <a:latin typeface="Arial"/>
                <a:cs typeface="Arial"/>
              </a:rPr>
              <a:t>- Any potential danger to an asset.</a:t>
            </a:r>
            <a:endParaRPr lang="en-US">
              <a:cs typeface="Calibri"/>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Defense-in-Depth</a:t>
            </a:r>
            <a:endParaRPr lang="en-US" sz="1600"/>
          </a:p>
        </p:txBody>
      </p:sp>
      <p:sp>
        <p:nvSpPr>
          <p:cNvPr id="3" name="Text 0"/>
          <p:cNvSpPr>
            <a:spLocks noGrp="1"/>
          </p:cNvSpPr>
          <p:nvPr>
            <p:ph type="body" idx="100" hasCustomPrompt="1"/>
          </p:nvPr>
        </p:nvSpPr>
        <p:spPr>
          <a:xfrm>
            <a:off x="0" y="274320"/>
            <a:ext cx="9144000" cy="432262"/>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Identify Assets</a:t>
            </a:r>
            <a:endParaRPr lang="en-US" sz="2200"/>
          </a:p>
        </p:txBody>
      </p:sp>
      <p:sp>
        <p:nvSpPr>
          <p:cNvPr id="5" name="Text 2"/>
          <p:cNvSpPr/>
          <p:nvPr/>
        </p:nvSpPr>
        <p:spPr>
          <a:xfrm>
            <a:off x="239754" y="891148"/>
            <a:ext cx="8229600" cy="2960645"/>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cs typeface="Arial"/>
              </a:rPr>
              <a:t>The collection of all the devices and information owned or managed by an organization are assets. </a:t>
            </a:r>
            <a:endParaRPr lang="en-US">
              <a:solidFill>
                <a:srgbClr val="000000"/>
              </a:solidFill>
              <a:latin typeface="Calibri" panose="020F0502020204030204"/>
              <a:cs typeface="Calibri" panose="020F0502020204030204"/>
            </a:endParaRPr>
          </a:p>
          <a:p>
            <a:pPr marL="285750" indent="-285750">
              <a:buFont typeface="Arial"/>
              <a:buChar char="•"/>
            </a:pPr>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The assets constitute the attack surface that threat actors could target. </a:t>
            </a:r>
          </a:p>
          <a:p>
            <a:pPr marL="285750" indent="-285750">
              <a:buFont typeface="Arial"/>
              <a:buChar char="•"/>
            </a:pPr>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As an organization grows, so do its assets. Consider the number of assets a large organization would have to protect. </a:t>
            </a:r>
          </a:p>
          <a:p>
            <a:pPr marL="742950" lvl="1" indent="-285750">
              <a:buFont typeface="Arial"/>
              <a:buChar char="•"/>
            </a:pPr>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Asset management consists of inventorying all assets, and then developing and implementing policies and procedures to protect them. </a:t>
            </a:r>
            <a:endParaRPr lang="en-US">
              <a:solidFill>
                <a:srgbClr val="000000"/>
              </a:solidFill>
              <a:latin typeface="Calibri" panose="020F0502020204030204"/>
              <a:cs typeface="Calibri"/>
            </a:endParaRPr>
          </a:p>
          <a:p>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Organizations need to identify where critical information assets are stored, and how access is gained to that information. </a:t>
            </a: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Defense-in-Depth</a:t>
            </a:r>
            <a:endParaRPr lang="en-US" sz="1600"/>
          </a:p>
        </p:txBody>
      </p:sp>
      <p:sp>
        <p:nvSpPr>
          <p:cNvPr id="3" name="Text 0"/>
          <p:cNvSpPr>
            <a:spLocks noGrp="1"/>
          </p:cNvSpPr>
          <p:nvPr>
            <p:ph type="body" idx="100" hasCustomPrompt="1"/>
          </p:nvPr>
        </p:nvSpPr>
        <p:spPr>
          <a:xfrm>
            <a:off x="0" y="274320"/>
            <a:ext cx="9144000" cy="386033"/>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Asset Classification</a:t>
            </a:r>
            <a:endParaRPr lang="en-US" sz="2200"/>
          </a:p>
        </p:txBody>
      </p:sp>
      <p:sp>
        <p:nvSpPr>
          <p:cNvPr id="5" name="Text 2"/>
          <p:cNvSpPr/>
          <p:nvPr/>
        </p:nvSpPr>
        <p:spPr>
          <a:xfrm>
            <a:off x="371094" y="1005160"/>
            <a:ext cx="8229600" cy="3207947"/>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cs typeface="Arial"/>
              </a:rPr>
              <a:t>Asset classification assigns an organization’s resources into groups based on common characteristics. </a:t>
            </a:r>
            <a:endParaRPr lang="en-US">
              <a:solidFill>
                <a:srgbClr val="000000"/>
              </a:solidFill>
              <a:latin typeface="Calibri" panose="020F0502020204030204"/>
              <a:cs typeface="Calibri" panose="020F0502020204030204"/>
            </a:endParaRPr>
          </a:p>
          <a:p>
            <a:pPr marL="285750" indent="-285750">
              <a:buFont typeface="Arial"/>
              <a:buChar char="•"/>
            </a:pPr>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The most critical information needs to receive the highest level of protection and may even require special handling.</a:t>
            </a:r>
            <a:endParaRPr lang="en-US">
              <a:cs typeface="Calibri" panose="020F0502020204030204"/>
            </a:endParaRPr>
          </a:p>
          <a:p>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A labeling system can be used to determine how valuable, how sensitive, and how critical the information is.</a:t>
            </a:r>
            <a:endParaRPr lang="en-US">
              <a:cs typeface="Calibri" panose="020F0502020204030204"/>
            </a:endParaRPr>
          </a:p>
          <a:p>
            <a:endParaRPr lang="en-US" sz="1400">
              <a:latin typeface="Arial"/>
              <a:cs typeface="Arial"/>
            </a:endParaRPr>
          </a:p>
          <a:p>
            <a:pPr marL="285750" indent="-285750">
              <a:buFont typeface="Arial"/>
              <a:buChar char="•"/>
            </a:pPr>
            <a:r>
              <a:rPr lang="en-US" sz="1400">
                <a:solidFill>
                  <a:srgbClr val="000000"/>
                </a:solidFill>
                <a:latin typeface="Arial"/>
                <a:cs typeface="Arial"/>
              </a:rPr>
              <a:t>The steps for identifying and classifying assets are:</a:t>
            </a:r>
            <a:br>
              <a:rPr lang="en-US" sz="1400">
                <a:solidFill>
                  <a:srgbClr val="000000"/>
                </a:solidFill>
                <a:latin typeface="Arial"/>
                <a:cs typeface="Arial"/>
              </a:rPr>
            </a:br>
            <a:r>
              <a:rPr lang="en-US" sz="1400" b="1">
                <a:latin typeface="Arial"/>
                <a:cs typeface="Arial"/>
              </a:rPr>
              <a:t>Step 1</a:t>
            </a:r>
            <a:r>
              <a:rPr lang="en-US" sz="1400">
                <a:latin typeface="Arial"/>
                <a:cs typeface="Arial"/>
              </a:rPr>
              <a:t>: Determine the proper asset identification category:</a:t>
            </a:r>
            <a:endParaRPr lang="en-US">
              <a:cs typeface="Calibri"/>
            </a:endParaRPr>
          </a:p>
          <a:p>
            <a:pPr marL="742950" lvl="1" indent="-285750">
              <a:buFont typeface="Arial"/>
              <a:buChar char="•"/>
            </a:pPr>
            <a:r>
              <a:rPr lang="en-US" sz="1400">
                <a:latin typeface="Arial"/>
                <a:cs typeface="Arial"/>
              </a:rPr>
              <a:t>Information assets</a:t>
            </a:r>
            <a:endParaRPr lang="en-US">
              <a:latin typeface="Calibri"/>
              <a:cs typeface="Calibri"/>
            </a:endParaRPr>
          </a:p>
          <a:p>
            <a:pPr marL="742950" lvl="1" indent="-285750">
              <a:buFont typeface="Arial"/>
              <a:buChar char="•"/>
            </a:pPr>
            <a:r>
              <a:rPr lang="en-US" sz="1400">
                <a:latin typeface="Arial"/>
                <a:cs typeface="Arial"/>
              </a:rPr>
              <a:t>Software assets</a:t>
            </a:r>
            <a:endParaRPr lang="en-US">
              <a:cs typeface="Calibri"/>
            </a:endParaRPr>
          </a:p>
          <a:p>
            <a:pPr marL="742950" lvl="1" indent="-285750">
              <a:buFont typeface="Arial"/>
              <a:buChar char="•"/>
            </a:pPr>
            <a:r>
              <a:rPr lang="en-US" sz="1400">
                <a:latin typeface="Arial"/>
                <a:cs typeface="Arial"/>
              </a:rPr>
              <a:t>Physical assets</a:t>
            </a:r>
            <a:endParaRPr lang="en-US">
              <a:latin typeface="Calibri" panose="020F0502020204030204"/>
              <a:cs typeface="Calibri"/>
            </a:endParaRPr>
          </a:p>
          <a:p>
            <a:pPr marL="742950" lvl="1" indent="-285750">
              <a:buFont typeface="Arial"/>
              <a:buChar char="•"/>
            </a:pPr>
            <a:r>
              <a:rPr lang="en-US" sz="1400">
                <a:latin typeface="Arial"/>
                <a:cs typeface="Arial"/>
              </a:rPr>
              <a:t>Services</a:t>
            </a:r>
            <a:endParaRPr lang="en-US">
              <a:cs typeface="Calibri"/>
            </a:endParaRPr>
          </a:p>
          <a:p>
            <a:pPr marL="742950" lvl="1" indent="-285750">
              <a:buFont typeface="Arial"/>
              <a:buChar char="•"/>
            </a:pPr>
            <a:endParaRPr lang="en-US" sz="1400">
              <a:latin typeface="Arial"/>
              <a:cs typeface="Arial"/>
            </a:endParaRPr>
          </a:p>
          <a:p>
            <a:endParaRPr lang="en-US" sz="1400">
              <a:latin typeface="Arial"/>
              <a:cs typeface="Arial"/>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Defense-in-Depth</a:t>
            </a:r>
            <a:endParaRPr lang="en-US" sz="1600"/>
          </a:p>
        </p:txBody>
      </p:sp>
      <p:sp>
        <p:nvSpPr>
          <p:cNvPr id="3" name="Text 0"/>
          <p:cNvSpPr>
            <a:spLocks noGrp="1"/>
          </p:cNvSpPr>
          <p:nvPr>
            <p:ph type="body" idx="100" hasCustomPrompt="1"/>
          </p:nvPr>
        </p:nvSpPr>
        <p:spPr>
          <a:xfrm>
            <a:off x="0" y="274320"/>
            <a:ext cx="9144000" cy="515429"/>
          </a:xfrm>
          <a:prstGeom prst="rect">
            <a:avLst/>
          </a:prstGeom>
          <a:noFill/>
          <a:ln/>
        </p:spPr>
        <p:txBody>
          <a:bodyPr wrap="square" lIns="91440" tIns="45720" rIns="91440" bIns="45720" rtlCol="0" anchor="t"/>
          <a:lstStyle/>
          <a:p>
            <a:r>
              <a:rPr lang="en-US" sz="2200">
                <a:solidFill>
                  <a:srgbClr val="024C69"/>
                </a:solidFill>
                <a:latin typeface="Arial"/>
                <a:cs typeface="Arial"/>
              </a:rPr>
              <a:t>Asset Classification</a:t>
            </a:r>
            <a:r>
              <a:rPr lang="en-US">
                <a:latin typeface="Arial"/>
                <a:cs typeface="Arial"/>
              </a:rPr>
              <a:t> (Cont.)</a:t>
            </a:r>
            <a:endParaRPr lang="en-US" sz="2200"/>
          </a:p>
        </p:txBody>
      </p:sp>
      <p:sp>
        <p:nvSpPr>
          <p:cNvPr id="5" name="Text 2"/>
          <p:cNvSpPr/>
          <p:nvPr/>
        </p:nvSpPr>
        <p:spPr>
          <a:xfrm>
            <a:off x="455414" y="1110853"/>
            <a:ext cx="8463823" cy="3443053"/>
          </a:xfrm>
          <a:prstGeom prst="rect">
            <a:avLst/>
          </a:prstGeom>
          <a:noFill/>
          <a:ln/>
        </p:spPr>
        <p:txBody>
          <a:bodyPr wrap="square" lIns="91440" tIns="45720" rIns="91440" bIns="45720" rtlCol="0" anchor="t"/>
          <a:lstStyle/>
          <a:p>
            <a:r>
              <a:rPr lang="en-US" sz="1400" b="1">
                <a:latin typeface="Arial"/>
                <a:cs typeface="Arial"/>
              </a:rPr>
              <a:t>Step 2:</a:t>
            </a:r>
            <a:r>
              <a:rPr lang="en-US" sz="1400">
                <a:latin typeface="Arial"/>
                <a:cs typeface="Arial"/>
              </a:rPr>
              <a:t> Establish asset accountability by identifying the owner of each information asset and each </a:t>
            </a:r>
            <a:endParaRPr lang="en-US" sz="1400">
              <a:latin typeface="Calibri" panose="020F0502020204030204"/>
              <a:cs typeface="Calibri" panose="020F0502020204030204"/>
            </a:endParaRPr>
          </a:p>
          <a:p>
            <a:r>
              <a:rPr lang="en-US" sz="1400">
                <a:latin typeface="Arial"/>
                <a:cs typeface="Arial"/>
              </a:rPr>
              <a:t>piece of software:</a:t>
            </a:r>
            <a:endParaRPr lang="en-US" sz="1400">
              <a:ea typeface="+mn-lt"/>
              <a:cs typeface="+mn-lt"/>
            </a:endParaRPr>
          </a:p>
          <a:p>
            <a:pPr marL="742950" lvl="1" indent="-285750">
              <a:buFont typeface="Arial,Sans-Serif"/>
              <a:buChar char="•"/>
            </a:pPr>
            <a:r>
              <a:rPr lang="en-US" sz="1400">
                <a:latin typeface="Arial"/>
                <a:cs typeface="Arial"/>
              </a:rPr>
              <a:t>Identify the owner for all information assets.</a:t>
            </a:r>
            <a:endParaRPr lang="en-US" sz="1400">
              <a:ea typeface="+mn-lt"/>
              <a:cs typeface="+mn-lt"/>
            </a:endParaRPr>
          </a:p>
          <a:p>
            <a:pPr marL="742950" lvl="1" indent="-285750">
              <a:buFont typeface="Arial,Sans-Serif"/>
              <a:buChar char="•"/>
            </a:pPr>
            <a:r>
              <a:rPr lang="en-US" sz="1400">
                <a:latin typeface="Arial"/>
                <a:cs typeface="Arial"/>
              </a:rPr>
              <a:t>Identify the owner for all application software.</a:t>
            </a:r>
            <a:endParaRPr lang="en-US">
              <a:cs typeface="Calibri" panose="020F0502020204030204"/>
            </a:endParaRPr>
          </a:p>
          <a:p>
            <a:pPr marL="742950" lvl="1" indent="-285750">
              <a:buFont typeface="Arial"/>
              <a:buChar char="•"/>
            </a:pPr>
            <a:endParaRPr lang="en-US" sz="1400">
              <a:latin typeface="Arial"/>
              <a:cs typeface="Arial"/>
            </a:endParaRPr>
          </a:p>
          <a:p>
            <a:r>
              <a:rPr lang="en-US" sz="1400" b="1">
                <a:latin typeface="Arial"/>
                <a:cs typeface="Arial"/>
              </a:rPr>
              <a:t>Step 3:</a:t>
            </a:r>
            <a:r>
              <a:rPr lang="en-US" sz="1400">
                <a:latin typeface="Arial"/>
                <a:cs typeface="Arial"/>
              </a:rPr>
              <a:t> Determine the criteria for classification</a:t>
            </a:r>
          </a:p>
          <a:p>
            <a:pPr marL="742950" lvl="1" indent="-285750">
              <a:buFont typeface="Arial"/>
              <a:buChar char="•"/>
            </a:pPr>
            <a:r>
              <a:rPr lang="en-US" sz="1400">
                <a:latin typeface="Arial"/>
                <a:cs typeface="Arial"/>
              </a:rPr>
              <a:t>Confidentiality</a:t>
            </a:r>
            <a:endParaRPr lang="en-US">
              <a:latin typeface="Calibri" panose="020F0502020204030204"/>
              <a:cs typeface="Calibri" panose="020F0502020204030204"/>
            </a:endParaRPr>
          </a:p>
          <a:p>
            <a:pPr marL="742950" lvl="1" indent="-285750">
              <a:buFont typeface="Arial"/>
              <a:buChar char="•"/>
            </a:pPr>
            <a:r>
              <a:rPr lang="en-US" sz="1400">
                <a:latin typeface="Arial"/>
                <a:cs typeface="Arial"/>
              </a:rPr>
              <a:t>Value</a:t>
            </a:r>
            <a:endParaRPr lang="en-US">
              <a:cs typeface="Calibri" panose="020F0502020204030204"/>
            </a:endParaRPr>
          </a:p>
          <a:p>
            <a:pPr marL="742950" lvl="1" indent="-285750">
              <a:buFont typeface="Arial"/>
              <a:buChar char="•"/>
            </a:pPr>
            <a:r>
              <a:rPr lang="en-US" sz="1400">
                <a:latin typeface="Arial"/>
                <a:cs typeface="Arial"/>
              </a:rPr>
              <a:t>Time</a:t>
            </a:r>
            <a:endParaRPr lang="en-US">
              <a:cs typeface="Calibri"/>
            </a:endParaRPr>
          </a:p>
          <a:p>
            <a:pPr marL="742950" lvl="1" indent="-285750">
              <a:buFont typeface="Arial"/>
              <a:buChar char="•"/>
            </a:pPr>
            <a:r>
              <a:rPr lang="en-US" sz="1400">
                <a:latin typeface="Arial"/>
                <a:cs typeface="Arial"/>
              </a:rPr>
              <a:t>Access rights</a:t>
            </a:r>
            <a:endParaRPr lang="en-US">
              <a:cs typeface="Calibri"/>
            </a:endParaRPr>
          </a:p>
          <a:p>
            <a:pPr marL="742950" lvl="1" indent="-285750">
              <a:buFont typeface="Arial"/>
              <a:buChar char="•"/>
            </a:pPr>
            <a:r>
              <a:rPr lang="en-US" sz="1400">
                <a:latin typeface="Arial"/>
                <a:cs typeface="Arial"/>
              </a:rPr>
              <a:t>Destruction</a:t>
            </a:r>
            <a:endParaRPr lang="en-US">
              <a:cs typeface="Calibri"/>
            </a:endParaRPr>
          </a:p>
          <a:p>
            <a:endParaRPr lang="en-US" sz="1400">
              <a:latin typeface="Arial"/>
              <a:cs typeface="Arial"/>
            </a:endParaRPr>
          </a:p>
          <a:p>
            <a:r>
              <a:rPr lang="en-US" sz="1400" b="1">
                <a:latin typeface="Arial"/>
                <a:cs typeface="Arial"/>
              </a:rPr>
              <a:t>Step 4:</a:t>
            </a:r>
            <a:r>
              <a:rPr lang="en-US" sz="1400">
                <a:latin typeface="Arial"/>
                <a:cs typeface="Arial"/>
              </a:rPr>
              <a:t> Implement a classification schema:</a:t>
            </a:r>
          </a:p>
          <a:p>
            <a:pPr marL="742950" lvl="1" indent="-285750">
              <a:buFont typeface="Arial"/>
              <a:buChar char="•"/>
            </a:pPr>
            <a:r>
              <a:rPr lang="en-US" sz="1400">
                <a:latin typeface="Arial"/>
                <a:cs typeface="Arial"/>
              </a:rPr>
              <a:t>Adopt a consistent way of identifying information to ensure uniform protection and easier monitoring.</a:t>
            </a:r>
            <a:endParaRPr lang="en-US">
              <a:cs typeface="Calibri" panose="020F0502020204030204"/>
            </a:endParaRPr>
          </a:p>
          <a:p>
            <a:endParaRPr lang="en-US" sz="1400">
              <a:latin typeface="Arial"/>
              <a:cs typeface="Arial"/>
            </a:endParaRPr>
          </a:p>
          <a:p>
            <a:endParaRPr lang="en-US" sz="1400">
              <a:latin typeface="Arial"/>
              <a:cs typeface="Arial"/>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6</a:t>
            </a:fld>
            <a:endParaRPr lang="en-US"/>
          </a:p>
        </p:txBody>
      </p:sp>
    </p:spTree>
    <p:extLst>
      <p:ext uri="{BB962C8B-B14F-4D97-AF65-F5344CB8AC3E}">
        <p14:creationId xmlns:p14="http://schemas.microsoft.com/office/powerpoint/2010/main" val="2038563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Defense-in-Depth</a:t>
            </a:r>
            <a:endParaRPr lang="en-US" sz="1600"/>
          </a:p>
        </p:txBody>
      </p:sp>
      <p:sp>
        <p:nvSpPr>
          <p:cNvPr id="3" name="Text 0"/>
          <p:cNvSpPr>
            <a:spLocks noGrp="1"/>
          </p:cNvSpPr>
          <p:nvPr>
            <p:ph type="body" idx="100" hasCustomPrompt="1"/>
          </p:nvPr>
        </p:nvSpPr>
        <p:spPr>
          <a:xfrm>
            <a:off x="0" y="274320"/>
            <a:ext cx="9144000" cy="418382"/>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Asset Standardization</a:t>
            </a:r>
            <a:endParaRPr lang="en-US" sz="2200"/>
          </a:p>
        </p:txBody>
      </p:sp>
      <p:sp>
        <p:nvSpPr>
          <p:cNvPr id="5" name="Text 2"/>
          <p:cNvSpPr/>
          <p:nvPr/>
        </p:nvSpPr>
        <p:spPr>
          <a:xfrm>
            <a:off x="283239" y="833522"/>
            <a:ext cx="8229600" cy="1913986"/>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cs typeface="Arial"/>
              </a:rPr>
              <a:t>Asset standards identify specific hardware and software products used by an organization.</a:t>
            </a:r>
            <a:endParaRPr lang="en-US">
              <a:cs typeface="Calibri" panose="020F0502020204030204"/>
            </a:endParaRPr>
          </a:p>
          <a:p>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When a failure occurs, prompt action helps to maintain both access and security. </a:t>
            </a:r>
            <a:endParaRPr lang="en-US">
              <a:solidFill>
                <a:srgbClr val="000000"/>
              </a:solidFill>
              <a:latin typeface="Calibri" panose="020F0502020204030204"/>
              <a:cs typeface="Calibri" panose="020F0502020204030204"/>
            </a:endParaRPr>
          </a:p>
          <a:p>
            <a:pPr marL="742950" lvl="1" indent="-285750">
              <a:buFont typeface="Arial"/>
              <a:buChar char="•"/>
            </a:pPr>
            <a:r>
              <a:rPr lang="en-US" sz="1400">
                <a:solidFill>
                  <a:srgbClr val="000000"/>
                </a:solidFill>
                <a:latin typeface="Arial"/>
                <a:cs typeface="Arial"/>
              </a:rPr>
              <a:t>If an organization does not standardize its hardware selection, personnel may need to scramble to find a replacement component. </a:t>
            </a:r>
            <a:endParaRPr lang="en-US">
              <a:solidFill>
                <a:srgbClr val="000000"/>
              </a:solidFill>
              <a:latin typeface="Calibri" panose="020F0502020204030204"/>
              <a:cs typeface="Calibri" panose="020F0502020204030204"/>
            </a:endParaRPr>
          </a:p>
          <a:p>
            <a:pPr marL="742950" lvl="1" indent="-285750">
              <a:buFont typeface="Arial"/>
              <a:buChar char="•"/>
            </a:pPr>
            <a:endParaRPr lang="en-US" sz="1400">
              <a:solidFill>
                <a:srgbClr val="000000"/>
              </a:solidFill>
              <a:latin typeface="Arial"/>
              <a:cs typeface="Arial"/>
            </a:endParaRPr>
          </a:p>
          <a:p>
            <a:pPr marL="742950" lvl="1" indent="-285750">
              <a:buFont typeface="Arial"/>
              <a:buChar char="•"/>
            </a:pPr>
            <a:r>
              <a:rPr lang="en-US" sz="1400">
                <a:solidFill>
                  <a:srgbClr val="000000"/>
                </a:solidFill>
                <a:latin typeface="Arial"/>
                <a:cs typeface="Arial"/>
              </a:rPr>
              <a:t>Non-standard environments require more expertise to manage, and they increase the cost of maintenance contracts and inventory.</a:t>
            </a:r>
            <a:endParaRPr lang="en-US">
              <a:cs typeface="Calibri" panose="020F0502020204030204"/>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Defense-in-Depth</a:t>
            </a:r>
            <a:endParaRPr lang="en-US" sz="1600"/>
          </a:p>
        </p:txBody>
      </p:sp>
      <p:sp>
        <p:nvSpPr>
          <p:cNvPr id="3" name="Text 0"/>
          <p:cNvSpPr>
            <a:spLocks noGrp="1"/>
          </p:cNvSpPr>
          <p:nvPr>
            <p:ph type="body" idx="100" hasCustomPrompt="1"/>
          </p:nvPr>
        </p:nvSpPr>
        <p:spPr>
          <a:xfrm>
            <a:off x="0" y="274320"/>
            <a:ext cx="9144000" cy="461008"/>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Asset Lifecycle Stages</a:t>
            </a:r>
            <a:endParaRPr lang="en-US" sz="2200"/>
          </a:p>
        </p:txBody>
      </p:sp>
      <p:sp>
        <p:nvSpPr>
          <p:cNvPr id="7" name="CaixaDeTexto 6">
            <a:extLst>
              <a:ext uri="{FF2B5EF4-FFF2-40B4-BE49-F238E27FC236}">
                <a16:creationId xmlns:a16="http://schemas.microsoft.com/office/drawing/2014/main" id="{E0E35363-F718-B2BB-D358-FB0C6E045F6F}"/>
              </a:ext>
            </a:extLst>
          </p:cNvPr>
          <p:cNvSpPr txBox="1"/>
          <p:nvPr/>
        </p:nvSpPr>
        <p:spPr>
          <a:xfrm>
            <a:off x="196239" y="735328"/>
            <a:ext cx="885052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400">
                <a:latin typeface="Arial"/>
                <a:cs typeface="Arial"/>
              </a:rPr>
              <a:t>Part of the cybersecurity specialists’ job is to manage information assets and related systems throughout that asset´s lifecycle. The stages of asset´s lifecycle are:</a:t>
            </a:r>
            <a:endParaRPr lang="en-US">
              <a:cs typeface="Calibri" panose="020F0502020204030204"/>
            </a:endParaRPr>
          </a:p>
        </p:txBody>
      </p:sp>
      <p:graphicFrame>
        <p:nvGraphicFramePr>
          <p:cNvPr id="4" name="Tabela 5">
            <a:extLst>
              <a:ext uri="{FF2B5EF4-FFF2-40B4-BE49-F238E27FC236}">
                <a16:creationId xmlns:a16="http://schemas.microsoft.com/office/drawing/2014/main" id="{A627D418-319E-4F7A-247A-0C8EFE9F2296}"/>
              </a:ext>
            </a:extLst>
          </p:cNvPr>
          <p:cNvGraphicFramePr>
            <a:graphicFrameLocks noGrp="1"/>
          </p:cNvGraphicFramePr>
          <p:nvPr>
            <p:extLst>
              <p:ext uri="{D42A27DB-BD31-4B8C-83A1-F6EECF244321}">
                <p14:modId xmlns:p14="http://schemas.microsoft.com/office/powerpoint/2010/main" val="689932822"/>
              </p:ext>
            </p:extLst>
          </p:nvPr>
        </p:nvGraphicFramePr>
        <p:xfrm>
          <a:off x="195954" y="1360330"/>
          <a:ext cx="8704311" cy="3106007"/>
        </p:xfrm>
        <a:graphic>
          <a:graphicData uri="http://schemas.openxmlformats.org/drawingml/2006/table">
            <a:tbl>
              <a:tblPr firstRow="1" bandRow="1">
                <a:tableStyleId>{5C22544A-7EE6-4342-B048-85BDC9FD1C3A}</a:tableStyleId>
              </a:tblPr>
              <a:tblGrid>
                <a:gridCol w="1297458">
                  <a:extLst>
                    <a:ext uri="{9D8B030D-6E8A-4147-A177-3AD203B41FA5}">
                      <a16:colId xmlns:a16="http://schemas.microsoft.com/office/drawing/2014/main" val="2900646444"/>
                    </a:ext>
                  </a:extLst>
                </a:gridCol>
                <a:gridCol w="7406853">
                  <a:extLst>
                    <a:ext uri="{9D8B030D-6E8A-4147-A177-3AD203B41FA5}">
                      <a16:colId xmlns:a16="http://schemas.microsoft.com/office/drawing/2014/main" val="3720819451"/>
                    </a:ext>
                  </a:extLst>
                </a:gridCol>
              </a:tblGrid>
              <a:tr h="540607">
                <a:tc>
                  <a:txBody>
                    <a:bodyPr/>
                    <a:lstStyle/>
                    <a:p>
                      <a:r>
                        <a:rPr lang="en-US" sz="1400" b="0" kern="1200" noProof="0">
                          <a:solidFill>
                            <a:schemeClr val="dk1"/>
                          </a:solidFill>
                          <a:latin typeface="Arial"/>
                          <a:ea typeface="+mn-ea"/>
                          <a:cs typeface="+mn-cs"/>
                        </a:rPr>
                        <a:t>Procurement</a:t>
                      </a:r>
                    </a:p>
                  </a:txBody>
                  <a:tcPr anchor="ctr">
                    <a:solidFill>
                      <a:srgbClr val="CFD5EA"/>
                    </a:solidFill>
                  </a:tcPr>
                </a:tc>
                <a:tc>
                  <a:txBody>
                    <a:bodyPr/>
                    <a:lstStyle/>
                    <a:p>
                      <a:pPr marL="0" marR="0" lvl="0" indent="0" algn="l">
                        <a:lnSpc>
                          <a:spcPct val="100000"/>
                        </a:lnSpc>
                        <a:spcBef>
                          <a:spcPts val="0"/>
                        </a:spcBef>
                        <a:spcAft>
                          <a:spcPts val="0"/>
                        </a:spcAft>
                        <a:buNone/>
                      </a:pPr>
                      <a:r>
                        <a:rPr lang="en-US" sz="1400" b="0" kern="1200" noProof="0">
                          <a:solidFill>
                            <a:schemeClr val="dk1"/>
                          </a:solidFill>
                          <a:latin typeface="Arial"/>
                          <a:ea typeface="+mn-ea"/>
                          <a:cs typeface="+mn-cs"/>
                        </a:rPr>
                        <a:t>The organization purchases the assets based on the needs identified from data gathered to justify the purchase. The asset is added to the organization’s inventory.</a:t>
                      </a:r>
                    </a:p>
                  </a:txBody>
                  <a:tcPr anchor="ctr">
                    <a:solidFill>
                      <a:srgbClr val="CFD5EA"/>
                    </a:solidFill>
                  </a:tcPr>
                </a:tc>
                <a:extLst>
                  <a:ext uri="{0D108BD9-81ED-4DB2-BD59-A6C34878D82A}">
                    <a16:rowId xmlns:a16="http://schemas.microsoft.com/office/drawing/2014/main" val="213490313"/>
                  </a:ext>
                </a:extLst>
              </a:tr>
              <a:tr h="370840">
                <a:tc>
                  <a:txBody>
                    <a:bodyPr/>
                    <a:lstStyle/>
                    <a:p>
                      <a:r>
                        <a:rPr lang="en-US" sz="1400" b="0" kern="1200" noProof="0">
                          <a:solidFill>
                            <a:schemeClr val="dk1"/>
                          </a:solidFill>
                          <a:latin typeface="Arial"/>
                          <a:ea typeface="+mn-ea"/>
                          <a:cs typeface="+mn-cs"/>
                        </a:rPr>
                        <a:t>Deployment</a:t>
                      </a:r>
                    </a:p>
                  </a:txBody>
                  <a:tcPr anchor="ctr">
                    <a:solidFill>
                      <a:srgbClr val="E9EBF5"/>
                    </a:solidFill>
                  </a:tcPr>
                </a:tc>
                <a:tc>
                  <a:txBody>
                    <a:bodyPr/>
                    <a:lstStyle/>
                    <a:p>
                      <a:pPr lvl="0">
                        <a:buNone/>
                      </a:pPr>
                      <a:r>
                        <a:rPr lang="en-US" sz="1400" b="0" kern="1200" noProof="0">
                          <a:solidFill>
                            <a:schemeClr val="dk1"/>
                          </a:solidFill>
                          <a:latin typeface="Arial"/>
                          <a:ea typeface="+mn-ea"/>
                          <a:cs typeface="+mn-cs"/>
                        </a:rPr>
                        <a:t>The asset is assembled and inspected to check for defects or other problems. Staff perform tests and install tags or barcodes for tracking purposes. The asset moves from inventory to in-use.</a:t>
                      </a:r>
                    </a:p>
                  </a:txBody>
                  <a:tcPr>
                    <a:solidFill>
                      <a:srgbClr val="E9EBF5"/>
                    </a:solidFill>
                  </a:tcPr>
                </a:tc>
                <a:extLst>
                  <a:ext uri="{0D108BD9-81ED-4DB2-BD59-A6C34878D82A}">
                    <a16:rowId xmlns:a16="http://schemas.microsoft.com/office/drawing/2014/main" val="1964850484"/>
                  </a:ext>
                </a:extLst>
              </a:tr>
              <a:tr h="370840">
                <a:tc>
                  <a:txBody>
                    <a:bodyPr/>
                    <a:lstStyle/>
                    <a:p>
                      <a:r>
                        <a:rPr lang="en-US" sz="1400" b="0" kern="1200" noProof="0">
                          <a:solidFill>
                            <a:schemeClr val="dk1"/>
                          </a:solidFill>
                          <a:latin typeface="Arial"/>
                          <a:ea typeface="+mn-ea"/>
                          <a:cs typeface="+mn-cs"/>
                        </a:rPr>
                        <a:t>Utilization</a:t>
                      </a:r>
                    </a:p>
                  </a:txBody>
                  <a:tcPr anchor="ctr">
                    <a:solidFill>
                      <a:srgbClr val="CFD5EA"/>
                    </a:solidFill>
                  </a:tcPr>
                </a:tc>
                <a:tc>
                  <a:txBody>
                    <a:bodyPr/>
                    <a:lstStyle/>
                    <a:p>
                      <a:pPr lvl="0" algn="l">
                        <a:lnSpc>
                          <a:spcPct val="100000"/>
                        </a:lnSpc>
                        <a:spcBef>
                          <a:spcPts val="0"/>
                        </a:spcBef>
                        <a:spcAft>
                          <a:spcPts val="0"/>
                        </a:spcAft>
                        <a:buNone/>
                      </a:pPr>
                      <a:r>
                        <a:rPr lang="en-US" sz="1400" b="0" i="0" u="none" strike="noStrike" kern="1200" baseline="0" noProof="0">
                          <a:solidFill>
                            <a:srgbClr val="000000"/>
                          </a:solidFill>
                          <a:latin typeface="Arial"/>
                        </a:rPr>
                        <a:t>This is the longest stage of the cycle. The asset’s performance is continuously checked. Upgrades, patch fixes, new license purchases, and compliance audits are all part of the utilization stage.</a:t>
                      </a:r>
                    </a:p>
                  </a:txBody>
                  <a:tcPr>
                    <a:solidFill>
                      <a:srgbClr val="CFD5EA"/>
                    </a:solidFill>
                  </a:tcPr>
                </a:tc>
                <a:extLst>
                  <a:ext uri="{0D108BD9-81ED-4DB2-BD59-A6C34878D82A}">
                    <a16:rowId xmlns:a16="http://schemas.microsoft.com/office/drawing/2014/main" val="1756051363"/>
                  </a:ext>
                </a:extLst>
              </a:tr>
              <a:tr h="370840">
                <a:tc>
                  <a:txBody>
                    <a:bodyPr/>
                    <a:lstStyle/>
                    <a:p>
                      <a:r>
                        <a:rPr lang="en-US" sz="1400" b="0" kern="1200" noProof="0">
                          <a:solidFill>
                            <a:schemeClr val="dk1"/>
                          </a:solidFill>
                          <a:latin typeface="Arial"/>
                          <a:ea typeface="+mn-ea"/>
                          <a:cs typeface="+mn-cs"/>
                        </a:rPr>
                        <a:t>Maintenance</a:t>
                      </a:r>
                    </a:p>
                  </a:txBody>
                  <a:tcPr anchor="ctr">
                    <a:solidFill>
                      <a:srgbClr val="E9EBF5"/>
                    </a:solidFill>
                  </a:tcPr>
                </a:tc>
                <a:tc>
                  <a:txBody>
                    <a:bodyPr/>
                    <a:lstStyle/>
                    <a:p>
                      <a:pPr lvl="0" algn="l">
                        <a:lnSpc>
                          <a:spcPct val="100000"/>
                        </a:lnSpc>
                        <a:spcBef>
                          <a:spcPts val="0"/>
                        </a:spcBef>
                        <a:spcAft>
                          <a:spcPts val="0"/>
                        </a:spcAft>
                        <a:buNone/>
                      </a:pPr>
                      <a:r>
                        <a:rPr lang="en-US" sz="1400" b="0" kern="1200" noProof="0">
                          <a:solidFill>
                            <a:schemeClr val="dk1"/>
                          </a:solidFill>
                          <a:latin typeface="Arial"/>
                          <a:ea typeface="+mn-ea"/>
                          <a:cs typeface="+mn-cs"/>
                        </a:rPr>
                        <a:t>It helps to extend an asset’s productive life. Staff may modify or upgrade the asset.</a:t>
                      </a:r>
                    </a:p>
                  </a:txBody>
                  <a:tcPr anchor="ctr">
                    <a:solidFill>
                      <a:srgbClr val="E9EBF5"/>
                    </a:solidFill>
                  </a:tcPr>
                </a:tc>
                <a:extLst>
                  <a:ext uri="{0D108BD9-81ED-4DB2-BD59-A6C34878D82A}">
                    <a16:rowId xmlns:a16="http://schemas.microsoft.com/office/drawing/2014/main" val="3174161653"/>
                  </a:ext>
                </a:extLst>
              </a:tr>
              <a:tr h="370840">
                <a:tc>
                  <a:txBody>
                    <a:bodyPr/>
                    <a:lstStyle/>
                    <a:p>
                      <a:r>
                        <a:rPr lang="en-US" sz="1400" noProof="0">
                          <a:latin typeface="Arial"/>
                        </a:rPr>
                        <a:t>Disposal</a:t>
                      </a:r>
                    </a:p>
                  </a:txBody>
                  <a:tcPr anchor="ctr">
                    <a:solidFill>
                      <a:srgbClr val="CFD5EA"/>
                    </a:solidFill>
                  </a:tcPr>
                </a:tc>
                <a:tc>
                  <a:txBody>
                    <a:bodyPr/>
                    <a:lstStyle/>
                    <a:p>
                      <a:pPr lvl="0" algn="l">
                        <a:lnSpc>
                          <a:spcPct val="100000"/>
                        </a:lnSpc>
                        <a:spcBef>
                          <a:spcPts val="0"/>
                        </a:spcBef>
                        <a:spcAft>
                          <a:spcPts val="0"/>
                        </a:spcAft>
                        <a:buNone/>
                      </a:pPr>
                      <a:r>
                        <a:rPr lang="en-US" sz="1400" b="0" kern="1200" noProof="0">
                          <a:solidFill>
                            <a:schemeClr val="dk1"/>
                          </a:solidFill>
                          <a:latin typeface="Arial"/>
                          <a:ea typeface="+mn-ea"/>
                          <a:cs typeface="+mn-cs"/>
                        </a:rPr>
                        <a:t>At the end of the asset’s productive life, it must be disposed of. All data must be wiped from the asset. Disposal may include dismantling an asset for parts. Any parts that can cause an environmental hazard must be disposed of according to local guidelines.</a:t>
                      </a:r>
                      <a:endParaRPr lang="en-US" sz="1800" b="0" i="0" u="none" strike="noStrike" noProof="0">
                        <a:latin typeface="Arial"/>
                      </a:endParaRPr>
                    </a:p>
                  </a:txBody>
                  <a:tcPr>
                    <a:solidFill>
                      <a:srgbClr val="CFD5EA"/>
                    </a:solidFill>
                  </a:tcPr>
                </a:tc>
                <a:extLst>
                  <a:ext uri="{0D108BD9-81ED-4DB2-BD59-A6C34878D82A}">
                    <a16:rowId xmlns:a16="http://schemas.microsoft.com/office/drawing/2014/main" val="2943736174"/>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8</a:t>
            </a:fld>
            <a:endParaRPr lang="en-US"/>
          </a:p>
        </p:txBody>
      </p:sp>
    </p:spTree>
    <p:extLst>
      <p:ext uri="{BB962C8B-B14F-4D97-AF65-F5344CB8AC3E}">
        <p14:creationId xmlns:p14="http://schemas.microsoft.com/office/powerpoint/2010/main" val="2255235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Defense-in-Depth</a:t>
            </a:r>
            <a:endParaRPr lang="en-US" sz="1600"/>
          </a:p>
        </p:txBody>
      </p:sp>
      <p:sp>
        <p:nvSpPr>
          <p:cNvPr id="3" name="Text 0"/>
          <p:cNvSpPr>
            <a:spLocks noGrp="1"/>
          </p:cNvSpPr>
          <p:nvPr>
            <p:ph type="body" idx="100" hasCustomPrompt="1"/>
          </p:nvPr>
        </p:nvSpPr>
        <p:spPr>
          <a:xfrm>
            <a:off x="0" y="274320"/>
            <a:ext cx="9144000" cy="450731"/>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Identify Vulnerabilities</a:t>
            </a:r>
            <a:endParaRPr lang="en-US" sz="2200"/>
          </a:p>
        </p:txBody>
      </p:sp>
      <p:sp>
        <p:nvSpPr>
          <p:cNvPr id="5" name="Text 2"/>
          <p:cNvSpPr/>
          <p:nvPr/>
        </p:nvSpPr>
        <p:spPr>
          <a:xfrm>
            <a:off x="207405" y="804885"/>
            <a:ext cx="8229600" cy="1633628"/>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cs typeface="Arial"/>
              </a:rPr>
              <a:t>Threat identification provides an organization with a list of likely threats for a particular environment. </a:t>
            </a:r>
            <a:endParaRPr lang="en-US">
              <a:solidFill>
                <a:srgbClr val="000000"/>
              </a:solidFill>
              <a:latin typeface="Calibri" panose="020F0502020204030204"/>
              <a:cs typeface="Calibri" panose="020F0502020204030204"/>
            </a:endParaRPr>
          </a:p>
          <a:p>
            <a:pPr marL="285750" indent="-285750">
              <a:buFont typeface="Arial"/>
              <a:buChar char="•"/>
            </a:pPr>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When identifying threats, it is important to ask several questions:</a:t>
            </a:r>
            <a:endParaRPr lang="en-US">
              <a:cs typeface="Calibri" panose="020F0502020204030204"/>
            </a:endParaRPr>
          </a:p>
          <a:p>
            <a:pPr marL="742950" lvl="1" indent="-285750">
              <a:buFont typeface="Arial"/>
              <a:buChar char="•"/>
            </a:pPr>
            <a:r>
              <a:rPr lang="en-US" sz="1400">
                <a:solidFill>
                  <a:srgbClr val="000000"/>
                </a:solidFill>
                <a:latin typeface="Arial"/>
                <a:cs typeface="Arial"/>
              </a:rPr>
              <a:t>What are the possible vulnerabilities of a system?</a:t>
            </a:r>
            <a:endParaRPr lang="en-US">
              <a:solidFill>
                <a:srgbClr val="000000"/>
              </a:solidFill>
              <a:latin typeface="Calibri" panose="020F0502020204030204"/>
              <a:cs typeface="Calibri"/>
            </a:endParaRPr>
          </a:p>
          <a:p>
            <a:pPr marL="742950" lvl="1" indent="-285750">
              <a:buFont typeface="Arial"/>
              <a:buChar char="•"/>
            </a:pPr>
            <a:r>
              <a:rPr lang="en-US" sz="1400">
                <a:solidFill>
                  <a:srgbClr val="000000"/>
                </a:solidFill>
                <a:latin typeface="Arial"/>
                <a:cs typeface="Arial"/>
              </a:rPr>
              <a:t>Who may want to exploit those vulnerabilities to access specific information assets?</a:t>
            </a:r>
            <a:endParaRPr lang="en-US">
              <a:solidFill>
                <a:srgbClr val="000000"/>
              </a:solidFill>
              <a:latin typeface="Calibri" panose="020F0502020204030204"/>
              <a:cs typeface="Calibri"/>
            </a:endParaRPr>
          </a:p>
          <a:p>
            <a:pPr marL="742950" lvl="1" indent="-285750">
              <a:buFont typeface="Arial"/>
              <a:buChar char="•"/>
            </a:pPr>
            <a:r>
              <a:rPr lang="en-US" sz="1400">
                <a:solidFill>
                  <a:srgbClr val="000000"/>
                </a:solidFill>
                <a:latin typeface="Arial"/>
                <a:cs typeface="Arial"/>
              </a:rPr>
              <a:t>What are the consequences if system vulnerabilities are exploited, and assets are lost?</a:t>
            </a:r>
            <a:endParaRPr lang="en-US">
              <a:cs typeface="Calibri"/>
            </a:endParaRPr>
          </a:p>
          <a:p>
            <a:pPr>
              <a:lnSpc>
                <a:spcPts val="2000"/>
              </a:lnSpc>
            </a:pPr>
            <a:endParaRPr lang="en-US" sz="1400">
              <a:latin typeface="Arial"/>
              <a:cs typeface="Arial"/>
            </a:endParaRPr>
          </a:p>
        </p:txBody>
      </p:sp>
      <p:pic>
        <p:nvPicPr>
          <p:cNvPr id="6" name="Picture 6" descr="Diagram&#10;&#10;Description automatically generated">
            <a:extLst>
              <a:ext uri="{FF2B5EF4-FFF2-40B4-BE49-F238E27FC236}">
                <a16:creationId xmlns:a16="http://schemas.microsoft.com/office/drawing/2014/main" id="{F464CB9F-8F7A-5457-B739-5C8B79F1AE21}"/>
              </a:ext>
            </a:extLst>
          </p:cNvPr>
          <p:cNvPicPr>
            <a:picLocks noChangeAspect="1"/>
          </p:cNvPicPr>
          <p:nvPr/>
        </p:nvPicPr>
        <p:blipFill rotWithShape="1">
          <a:blip r:embed="rId3"/>
          <a:srcRect l="28742" t="27321" r="28643" b="21190"/>
          <a:stretch/>
        </p:blipFill>
        <p:spPr>
          <a:xfrm>
            <a:off x="2616264" y="2480735"/>
            <a:ext cx="3347376" cy="2259926"/>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Defense-in-Depth</a:t>
            </a:r>
            <a:endParaRPr lang="en-US" sz="1600"/>
          </a:p>
        </p:txBody>
      </p:sp>
      <p:sp>
        <p:nvSpPr>
          <p:cNvPr id="3" name="Text 0"/>
          <p:cNvSpPr>
            <a:spLocks noGrp="1"/>
          </p:cNvSpPr>
          <p:nvPr>
            <p:ph type="body" idx="100" hasCustomPrompt="1"/>
          </p:nvPr>
        </p:nvSpPr>
        <p:spPr>
          <a:xfrm>
            <a:off x="0" y="274320"/>
            <a:ext cx="9144000" cy="516581"/>
          </a:xfrm>
          <a:prstGeom prst="rect">
            <a:avLst/>
          </a:prstGeom>
          <a:noFill/>
          <a:ln/>
        </p:spPr>
        <p:txBody>
          <a:bodyPr wrap="square" lIns="91440" tIns="45720" rIns="91440" bIns="45720" rtlCol="0" anchor="t"/>
          <a:lstStyle/>
          <a:p>
            <a:r>
              <a:rPr lang="en-US" sz="2200">
                <a:solidFill>
                  <a:srgbClr val="024C69"/>
                </a:solidFill>
                <a:latin typeface="Arial"/>
                <a:cs typeface="Arial"/>
              </a:rPr>
              <a:t>Identify Vulnerabilities</a:t>
            </a:r>
            <a:r>
              <a:rPr lang="en-US">
                <a:latin typeface="Arial"/>
                <a:cs typeface="Arial"/>
              </a:rPr>
              <a:t> (Cont.)</a:t>
            </a:r>
            <a:endParaRPr lang="en-US" sz="2200"/>
          </a:p>
        </p:txBody>
      </p:sp>
      <p:sp>
        <p:nvSpPr>
          <p:cNvPr id="5" name="Text 2"/>
          <p:cNvSpPr/>
          <p:nvPr/>
        </p:nvSpPr>
        <p:spPr>
          <a:xfrm>
            <a:off x="164272" y="790901"/>
            <a:ext cx="8229600" cy="3822580"/>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cs typeface="Arial"/>
              </a:rPr>
              <a:t>The threat identification for an e-banking system would include:</a:t>
            </a:r>
            <a:endParaRPr lang="en-US">
              <a:cs typeface="Calibri" panose="020F0502020204030204"/>
            </a:endParaRPr>
          </a:p>
          <a:p>
            <a:pPr marL="742950" lvl="1" indent="-285750">
              <a:buFont typeface="Arial"/>
              <a:buChar char="•"/>
            </a:pPr>
            <a:r>
              <a:rPr lang="en-US" sz="1400" b="1">
                <a:solidFill>
                  <a:srgbClr val="000000"/>
                </a:solidFill>
                <a:latin typeface="Arial"/>
                <a:cs typeface="Arial"/>
              </a:rPr>
              <a:t>Internal system compromise</a:t>
            </a:r>
            <a:r>
              <a:rPr lang="en-US" sz="1400">
                <a:solidFill>
                  <a:srgbClr val="000000"/>
                </a:solidFill>
                <a:latin typeface="Arial"/>
                <a:cs typeface="Arial"/>
              </a:rPr>
              <a:t> - The attacker uses the exposed e-banking servers to break into an internal bank system.</a:t>
            </a:r>
            <a:endParaRPr lang="en-US">
              <a:solidFill>
                <a:srgbClr val="000000"/>
              </a:solidFill>
              <a:latin typeface="Calibri"/>
              <a:cs typeface="Calibri"/>
            </a:endParaRPr>
          </a:p>
          <a:p>
            <a:pPr marL="742950" lvl="1" indent="-285750">
              <a:buFont typeface="Arial"/>
              <a:buChar char="•"/>
            </a:pPr>
            <a:r>
              <a:rPr lang="en-US" sz="1400" b="1">
                <a:solidFill>
                  <a:srgbClr val="000000"/>
                </a:solidFill>
                <a:latin typeface="Arial"/>
                <a:cs typeface="Arial"/>
              </a:rPr>
              <a:t>Stolen customer data</a:t>
            </a:r>
            <a:r>
              <a:rPr lang="en-US" sz="1400">
                <a:solidFill>
                  <a:srgbClr val="000000"/>
                </a:solidFill>
                <a:latin typeface="Arial"/>
                <a:cs typeface="Arial"/>
              </a:rPr>
              <a:t> - An attacker steals the personal and financial data of bank customers from the customer database.</a:t>
            </a:r>
            <a:endParaRPr lang="en-US">
              <a:solidFill>
                <a:srgbClr val="000000"/>
              </a:solidFill>
              <a:latin typeface="Calibri"/>
              <a:cs typeface="Calibri"/>
            </a:endParaRPr>
          </a:p>
          <a:p>
            <a:pPr marL="742950" lvl="1" indent="-285750">
              <a:buFont typeface="Arial"/>
              <a:buChar char="•"/>
            </a:pPr>
            <a:r>
              <a:rPr lang="en-US" sz="1400" b="1">
                <a:solidFill>
                  <a:srgbClr val="000000"/>
                </a:solidFill>
                <a:latin typeface="Arial"/>
                <a:cs typeface="Arial"/>
              </a:rPr>
              <a:t>Phony transactions from an external server</a:t>
            </a:r>
            <a:r>
              <a:rPr lang="en-US" sz="1400">
                <a:solidFill>
                  <a:srgbClr val="000000"/>
                </a:solidFill>
                <a:latin typeface="Arial"/>
                <a:cs typeface="Arial"/>
              </a:rPr>
              <a:t> - An attacker alters the code of the e-banking application and makes transactions by impersonating a legitimate user.</a:t>
            </a:r>
          </a:p>
          <a:p>
            <a:pPr marL="742950" lvl="1" indent="-285750">
              <a:buFont typeface="Arial"/>
              <a:buChar char="•"/>
            </a:pPr>
            <a:r>
              <a:rPr lang="en-US" sz="1400" b="1">
                <a:solidFill>
                  <a:srgbClr val="000000"/>
                </a:solidFill>
                <a:latin typeface="Arial"/>
                <a:cs typeface="Arial"/>
              </a:rPr>
              <a:t>Phony transactions using a stolen customer PIN or smart card</a:t>
            </a:r>
            <a:r>
              <a:rPr lang="en-US" sz="1400">
                <a:solidFill>
                  <a:srgbClr val="000000"/>
                </a:solidFill>
                <a:latin typeface="Arial"/>
                <a:cs typeface="Arial"/>
              </a:rPr>
              <a:t> - An attacker steals the identity of a customer and completes malicious transactions from the compromised account.</a:t>
            </a:r>
            <a:endParaRPr lang="en-US">
              <a:solidFill>
                <a:srgbClr val="000000"/>
              </a:solidFill>
              <a:latin typeface="Calibri" panose="020F0502020204030204"/>
              <a:cs typeface="Calibri" panose="020F0502020204030204"/>
            </a:endParaRPr>
          </a:p>
          <a:p>
            <a:pPr marL="742950" lvl="1" indent="-285750">
              <a:buFont typeface="Arial"/>
              <a:buChar char="•"/>
            </a:pPr>
            <a:r>
              <a:rPr lang="en-US" sz="1400" b="1">
                <a:solidFill>
                  <a:srgbClr val="000000"/>
                </a:solidFill>
                <a:latin typeface="Arial"/>
                <a:cs typeface="Arial"/>
              </a:rPr>
              <a:t>Insider attack on the system</a:t>
            </a:r>
            <a:r>
              <a:rPr lang="en-US" sz="1400">
                <a:solidFill>
                  <a:srgbClr val="000000"/>
                </a:solidFill>
                <a:latin typeface="Arial"/>
                <a:cs typeface="Arial"/>
              </a:rPr>
              <a:t> - A bank employee finds a flaw in the system from which to mount an attack.</a:t>
            </a:r>
            <a:endParaRPr lang="en-US">
              <a:solidFill>
                <a:srgbClr val="000000"/>
              </a:solidFill>
              <a:latin typeface="Calibri" panose="020F0502020204030204"/>
              <a:cs typeface="Calibri" panose="020F0502020204030204"/>
            </a:endParaRPr>
          </a:p>
          <a:p>
            <a:pPr marL="742950" lvl="1" indent="-285750">
              <a:buFont typeface="Arial"/>
              <a:buChar char="•"/>
            </a:pPr>
            <a:r>
              <a:rPr lang="en-US" sz="1400" b="1">
                <a:solidFill>
                  <a:srgbClr val="000000"/>
                </a:solidFill>
                <a:latin typeface="Arial"/>
                <a:cs typeface="Arial"/>
              </a:rPr>
              <a:t>Data input errors</a:t>
            </a:r>
            <a:r>
              <a:rPr lang="en-US" sz="1400">
                <a:solidFill>
                  <a:srgbClr val="000000"/>
                </a:solidFill>
                <a:latin typeface="Arial"/>
                <a:cs typeface="Arial"/>
              </a:rPr>
              <a:t> - A user inputs incorrect data or makes incorrect transaction requests.</a:t>
            </a:r>
            <a:endParaRPr lang="en-US">
              <a:cs typeface="Calibri" panose="020F0502020204030204"/>
            </a:endParaRPr>
          </a:p>
          <a:p>
            <a:pPr marL="742950" lvl="1" indent="-285750">
              <a:buFont typeface="Arial"/>
              <a:buChar char="•"/>
            </a:pPr>
            <a:r>
              <a:rPr lang="en-US" sz="1400" b="1">
                <a:solidFill>
                  <a:srgbClr val="000000"/>
                </a:solidFill>
                <a:latin typeface="Arial"/>
                <a:cs typeface="Arial"/>
              </a:rPr>
              <a:t>Data center destruction</a:t>
            </a:r>
            <a:r>
              <a:rPr lang="en-US" sz="1400">
                <a:solidFill>
                  <a:srgbClr val="000000"/>
                </a:solidFill>
                <a:latin typeface="Arial"/>
                <a:cs typeface="Arial"/>
              </a:rPr>
              <a:t> - A cataclysmic event severely damages or destroys the data center.</a:t>
            </a:r>
            <a:endParaRPr lang="en-US">
              <a:latin typeface="Calibri"/>
              <a:cs typeface="Calibri"/>
            </a:endParaRPr>
          </a:p>
          <a:p>
            <a:pPr lvl="1"/>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Identifying vulnerabilities on a network requires an understanding of the important applications that are used, as well as the different vulnerabilities of that application and hardware. </a:t>
            </a:r>
            <a:endParaRPr lang="en-US" sz="1400">
              <a:latin typeface="Arial"/>
              <a:cs typeface="Arial"/>
            </a:endParaRPr>
          </a:p>
          <a:p>
            <a:endParaRPr lang="en-US" sz="1400">
              <a:latin typeface="Arial"/>
              <a:cs typeface="Arial"/>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10</a:t>
            </a:fld>
            <a:endParaRPr lang="en-US"/>
          </a:p>
        </p:txBody>
      </p:sp>
    </p:spTree>
    <p:extLst>
      <p:ext uri="{BB962C8B-B14F-4D97-AF65-F5344CB8AC3E}">
        <p14:creationId xmlns:p14="http://schemas.microsoft.com/office/powerpoint/2010/main" val="1397048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Defense-in-Depth</a:t>
            </a:r>
            <a:endParaRPr lang="en-US" sz="1600"/>
          </a:p>
        </p:txBody>
      </p:sp>
      <p:sp>
        <p:nvSpPr>
          <p:cNvPr id="3" name="Text 0"/>
          <p:cNvSpPr>
            <a:spLocks noGrp="1"/>
          </p:cNvSpPr>
          <p:nvPr>
            <p:ph type="body" idx="100" hasCustomPrompt="1"/>
          </p:nvPr>
        </p:nvSpPr>
        <p:spPr>
          <a:xfrm>
            <a:off x="0" y="274320"/>
            <a:ext cx="9144000" cy="407599"/>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Identify Threats</a:t>
            </a:r>
            <a:endParaRPr lang="en-US" sz="2200"/>
          </a:p>
        </p:txBody>
      </p:sp>
      <p:sp>
        <p:nvSpPr>
          <p:cNvPr id="5" name="Text 2"/>
          <p:cNvSpPr/>
          <p:nvPr/>
        </p:nvSpPr>
        <p:spPr>
          <a:xfrm>
            <a:off x="131923" y="736312"/>
            <a:ext cx="8229600" cy="835685"/>
          </a:xfrm>
          <a:prstGeom prst="rect">
            <a:avLst/>
          </a:prstGeom>
          <a:noFill/>
          <a:ln/>
        </p:spPr>
        <p:txBody>
          <a:bodyPr wrap="square" lIns="91440" tIns="45720" rIns="91440" bIns="45720" rtlCol="0" anchor="t"/>
          <a:lstStyle/>
          <a:p>
            <a:pPr marL="285750" indent="-285750">
              <a:lnSpc>
                <a:spcPts val="2000"/>
              </a:lnSpc>
              <a:buFont typeface="Arial"/>
              <a:buChar char="•"/>
            </a:pPr>
            <a:r>
              <a:rPr lang="en-US" sz="1400">
                <a:solidFill>
                  <a:srgbClr val="000000"/>
                </a:solidFill>
                <a:latin typeface="Arial"/>
                <a:cs typeface="Arial"/>
              </a:rPr>
              <a:t>Organizations must use a defense-in-depth approach to identify threats and secure vulnerable assets. It uses multiple layers of security at the network edge, within the network, and on network endpoints.</a:t>
            </a:r>
            <a:endParaRPr lang="pt-BR">
              <a:cs typeface="Calibri"/>
            </a:endParaRPr>
          </a:p>
          <a:p>
            <a:pPr>
              <a:lnSpc>
                <a:spcPts val="2000"/>
              </a:lnSpc>
            </a:pPr>
            <a:endParaRPr lang="en-US" sz="1400">
              <a:latin typeface="Arial"/>
              <a:cs typeface="Arial"/>
            </a:endParaRPr>
          </a:p>
          <a:p>
            <a:pPr>
              <a:lnSpc>
                <a:spcPts val="2000"/>
              </a:lnSpc>
            </a:pPr>
            <a:endParaRPr lang="en-US" sz="1400" b="1">
              <a:latin typeface="Arial"/>
              <a:cs typeface="Calibri"/>
            </a:endParaRPr>
          </a:p>
        </p:txBody>
      </p:sp>
      <p:pic>
        <p:nvPicPr>
          <p:cNvPr id="4" name="Picture 5" descr="Diagram&#10;&#10;Description automatically generated">
            <a:extLst>
              <a:ext uri="{FF2B5EF4-FFF2-40B4-BE49-F238E27FC236}">
                <a16:creationId xmlns:a16="http://schemas.microsoft.com/office/drawing/2014/main" id="{268A2860-C0BB-611E-9943-E1274CA2368C}"/>
              </a:ext>
            </a:extLst>
          </p:cNvPr>
          <p:cNvPicPr>
            <a:picLocks noChangeAspect="1"/>
          </p:cNvPicPr>
          <p:nvPr/>
        </p:nvPicPr>
        <p:blipFill rotWithShape="1">
          <a:blip r:embed="rId3"/>
          <a:srcRect l="6783" t="32784" r="6064" b="43040"/>
          <a:stretch/>
        </p:blipFill>
        <p:spPr>
          <a:xfrm>
            <a:off x="652406" y="1671336"/>
            <a:ext cx="7067137" cy="1102815"/>
          </a:xfrm>
          <a:prstGeom prst="rect">
            <a:avLst/>
          </a:prstGeom>
        </p:spPr>
      </p:pic>
      <p:sp>
        <p:nvSpPr>
          <p:cNvPr id="6" name="CaixaDeTexto 5">
            <a:extLst>
              <a:ext uri="{FF2B5EF4-FFF2-40B4-BE49-F238E27FC236}">
                <a16:creationId xmlns:a16="http://schemas.microsoft.com/office/drawing/2014/main" id="{4907BE27-C973-832A-5F49-6A10D0DBDF63}"/>
              </a:ext>
            </a:extLst>
          </p:cNvPr>
          <p:cNvSpPr txBox="1"/>
          <p:nvPr/>
        </p:nvSpPr>
        <p:spPr>
          <a:xfrm>
            <a:off x="202546" y="2771818"/>
            <a:ext cx="8416583"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1400">
                <a:solidFill>
                  <a:srgbClr val="000000"/>
                </a:solidFill>
                <a:latin typeface="Arial"/>
                <a:cs typeface="Arial"/>
              </a:rPr>
              <a:t>Edge router (R1) - The first line of defense is the edge router, that has a set of rules specifying which traffic it allows or denies. It passes all connections that are intended for the internal LAN to the firewall.</a:t>
            </a:r>
          </a:p>
          <a:p>
            <a:pPr marL="285750" indent="-285750">
              <a:buFont typeface="Arial,Sans-Serif"/>
              <a:buChar char="•"/>
            </a:pPr>
            <a:endParaRPr lang="en-US" sz="1400">
              <a:solidFill>
                <a:srgbClr val="000000"/>
              </a:solidFill>
              <a:latin typeface="Arial"/>
              <a:cs typeface="Arial"/>
            </a:endParaRPr>
          </a:p>
          <a:p>
            <a:pPr marL="285750" indent="-285750">
              <a:buFont typeface="Arial,Sans-Serif"/>
              <a:buChar char="•"/>
            </a:pPr>
            <a:r>
              <a:rPr lang="en-US" sz="1400">
                <a:solidFill>
                  <a:srgbClr val="000000"/>
                </a:solidFill>
                <a:latin typeface="Arial"/>
                <a:cs typeface="Arial"/>
              </a:rPr>
              <a:t>Firewall</a:t>
            </a:r>
            <a:r>
              <a:rPr lang="en-US" sz="1400" b="1">
                <a:latin typeface="Arial"/>
                <a:cs typeface="Arial"/>
              </a:rPr>
              <a:t> </a:t>
            </a:r>
            <a:r>
              <a:rPr lang="en-US" sz="1400">
                <a:latin typeface="Arial"/>
                <a:cs typeface="Arial"/>
              </a:rPr>
              <a:t>- The second line of defense is the firewall. It is a checkpoint device that performs additional filtering and tracks the state of the connections. </a:t>
            </a:r>
            <a:endParaRPr lang="en-US" sz="1400">
              <a:solidFill>
                <a:srgbClr val="000000"/>
              </a:solidFill>
              <a:latin typeface="Calibri" panose="020F0502020204030204"/>
              <a:cs typeface="Calibri" panose="020F0502020204030204"/>
            </a:endParaRPr>
          </a:p>
          <a:p>
            <a:endParaRPr lang="en-US" sz="1400">
              <a:solidFill>
                <a:srgbClr val="000000"/>
              </a:solidFill>
              <a:latin typeface="Arial"/>
              <a:cs typeface="Arial"/>
            </a:endParaRPr>
          </a:p>
          <a:p>
            <a:pPr marL="285750" indent="-285750">
              <a:buFont typeface="Arial,Sans-Serif"/>
              <a:buChar char="•"/>
            </a:pPr>
            <a:r>
              <a:rPr lang="en-US" sz="1400">
                <a:solidFill>
                  <a:srgbClr val="000000"/>
                </a:solidFill>
                <a:latin typeface="Arial"/>
                <a:cs typeface="Arial"/>
              </a:rPr>
              <a:t>Internal router (R2) </a:t>
            </a:r>
            <a:r>
              <a:rPr lang="en-US" sz="1400">
                <a:latin typeface="Arial"/>
                <a:ea typeface="+mn-lt"/>
                <a:cs typeface="Arial"/>
              </a:rPr>
              <a:t>- Another line of defense is the internal router. It can apply final filtering rules on the traffic before it is forwarded to its destination.</a:t>
            </a:r>
            <a:endParaRPr lang="en-US" sz="1400">
              <a:ea typeface="+mn-lt"/>
              <a:cs typeface="+mn-lt"/>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Defense-in-Depth</a:t>
            </a:r>
            <a:endParaRPr lang="en-US" sz="1600"/>
          </a:p>
        </p:txBody>
      </p:sp>
      <p:sp>
        <p:nvSpPr>
          <p:cNvPr id="3" name="Text 0"/>
          <p:cNvSpPr>
            <a:spLocks noGrp="1"/>
          </p:cNvSpPr>
          <p:nvPr>
            <p:ph type="body" idx="100" hasCustomPrompt="1"/>
          </p:nvPr>
        </p:nvSpPr>
        <p:spPr>
          <a:xfrm>
            <a:off x="0" y="274320"/>
            <a:ext cx="9144000" cy="493863"/>
          </a:xfrm>
          <a:prstGeom prst="rect">
            <a:avLst/>
          </a:prstGeom>
          <a:noFill/>
          <a:ln/>
        </p:spPr>
        <p:txBody>
          <a:bodyPr wrap="square" lIns="91440" tIns="45720" rIns="91440" bIns="45720" rtlCol="0" anchor="t"/>
          <a:lstStyle/>
          <a:p>
            <a:r>
              <a:rPr lang="en-US" sz="2200">
                <a:solidFill>
                  <a:srgbClr val="024C69"/>
                </a:solidFill>
                <a:latin typeface="Arial"/>
                <a:cs typeface="Arial"/>
              </a:rPr>
              <a:t>Identify Threats</a:t>
            </a:r>
            <a:r>
              <a:rPr lang="en-US">
                <a:latin typeface="Arial"/>
                <a:cs typeface="Arial"/>
              </a:rPr>
              <a:t> (Cont.)</a:t>
            </a:r>
            <a:endParaRPr lang="en-US" sz="2200"/>
          </a:p>
        </p:txBody>
      </p:sp>
      <p:sp>
        <p:nvSpPr>
          <p:cNvPr id="5" name="Text 2"/>
          <p:cNvSpPr/>
          <p:nvPr/>
        </p:nvSpPr>
        <p:spPr>
          <a:xfrm>
            <a:off x="196622" y="934282"/>
            <a:ext cx="8229600" cy="1989467"/>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cs typeface="Arial"/>
              </a:rPr>
              <a:t>Routers and firewalls are not the only devices that are used in a defense-in-depth approach.</a:t>
            </a:r>
          </a:p>
          <a:p>
            <a:pPr marL="285750" indent="-285750">
              <a:buFont typeface="Arial"/>
              <a:buChar char="•"/>
            </a:pPr>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Other security devices include Intrusion Prevention Systems (IPS), Advanced Malware Protection (AMP), web and email content security systems, identity services, network access controls, and more.</a:t>
            </a:r>
            <a:endParaRPr lang="en-US" sz="1400">
              <a:latin typeface="Arial"/>
              <a:cs typeface="Arial"/>
            </a:endParaRPr>
          </a:p>
          <a:p>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In the layered defense-in-depth security approach, the different layers work together to create a security architecture in which the failure of one safeguard does not affect the effectiveness of the other safeguards.</a:t>
            </a:r>
          </a:p>
          <a:p>
            <a:endParaRPr lang="en-US" sz="1400">
              <a:solidFill>
                <a:srgbClr val="000000"/>
              </a:solidFill>
              <a:latin typeface="Arial"/>
              <a:cs typeface="Arial"/>
            </a:endParaRPr>
          </a:p>
          <a:p>
            <a:endParaRPr lang="en-US" sz="1400">
              <a:latin typeface="Arial"/>
              <a:cs typeface="Arial"/>
            </a:endParaRPr>
          </a:p>
          <a:p>
            <a:endParaRPr lang="en-US" sz="1400">
              <a:solidFill>
                <a:srgbClr val="000000"/>
              </a:solidFill>
              <a:latin typeface="Arial"/>
              <a:cs typeface="Arial"/>
            </a:endParaRPr>
          </a:p>
          <a:p>
            <a:pPr marL="285750" indent="-285750">
              <a:buFont typeface="Arial"/>
              <a:buChar char="•"/>
            </a:pPr>
            <a:endParaRPr lang="en-US" sz="1400">
              <a:latin typeface="Arial"/>
              <a:cs typeface="Arial"/>
            </a:endParaRPr>
          </a:p>
          <a:p>
            <a:pPr marL="285750" indent="-285750">
              <a:buFont typeface="Arial"/>
              <a:buChar char="•"/>
            </a:pPr>
            <a:endParaRPr lang="en-US">
              <a:solidFill>
                <a:srgbClr val="000000"/>
              </a:solidFill>
              <a:latin typeface="Calibri" panose="020F0502020204030204"/>
              <a:cs typeface="Calibri" panose="020F0502020204030204"/>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12</a:t>
            </a:fld>
            <a:endParaRPr lang="en-US"/>
          </a:p>
        </p:txBody>
      </p:sp>
    </p:spTree>
    <p:extLst>
      <p:ext uri="{BB962C8B-B14F-4D97-AF65-F5344CB8AC3E}">
        <p14:creationId xmlns:p14="http://schemas.microsoft.com/office/powerpoint/2010/main" val="2736107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Defense-in-Depth</a:t>
            </a:r>
            <a:endParaRPr lang="en-US" sz="1600"/>
          </a:p>
        </p:txBody>
      </p:sp>
      <p:sp>
        <p:nvSpPr>
          <p:cNvPr id="3" name="Text 0"/>
          <p:cNvSpPr>
            <a:spLocks noGrp="1"/>
          </p:cNvSpPr>
          <p:nvPr>
            <p:ph type="body" idx="100" hasCustomPrompt="1"/>
          </p:nvPr>
        </p:nvSpPr>
        <p:spPr>
          <a:xfrm>
            <a:off x="0" y="274320"/>
            <a:ext cx="9144000" cy="429165"/>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The Security Onion and The Security Artichoke</a:t>
            </a:r>
            <a:endParaRPr lang="en-US" sz="2200"/>
          </a:p>
        </p:txBody>
      </p:sp>
      <p:sp>
        <p:nvSpPr>
          <p:cNvPr id="5" name="Text 2"/>
          <p:cNvSpPr/>
          <p:nvPr/>
        </p:nvSpPr>
        <p:spPr>
          <a:xfrm>
            <a:off x="185839" y="882557"/>
            <a:ext cx="8229600" cy="1773807"/>
          </a:xfrm>
          <a:prstGeom prst="rect">
            <a:avLst/>
          </a:prstGeom>
          <a:noFill/>
          <a:ln/>
        </p:spPr>
        <p:txBody>
          <a:bodyPr wrap="square" lIns="91440" tIns="45720" rIns="91440" bIns="45720" rtlCol="0" anchor="t"/>
          <a:lstStyle/>
          <a:p>
            <a:pPr marL="285750" indent="-285750">
              <a:buFont typeface="Arial"/>
              <a:buChar char="•"/>
            </a:pPr>
            <a:r>
              <a:rPr lang="en-US" sz="1400" b="1">
                <a:latin typeface="Arial"/>
                <a:cs typeface="Arial"/>
              </a:rPr>
              <a:t>Security Onion</a:t>
            </a:r>
            <a:endParaRPr lang="en-US">
              <a:latin typeface="Calibri" panose="020F0502020204030204"/>
              <a:cs typeface="Calibri" panose="020F0502020204030204"/>
            </a:endParaRPr>
          </a:p>
          <a:p>
            <a:pPr marL="742950" lvl="1" indent="-285750">
              <a:buFont typeface="Arial"/>
              <a:buChar char="•"/>
            </a:pPr>
            <a:r>
              <a:rPr lang="en-US" sz="1400">
                <a:latin typeface="Arial"/>
                <a:cs typeface="Arial"/>
              </a:rPr>
              <a:t> A common analogy used to describe a defense-in-depth approach.</a:t>
            </a:r>
            <a:endParaRPr lang="en-US">
              <a:latin typeface="Calibri" panose="020F0502020204030204"/>
              <a:cs typeface="Calibri" panose="020F0502020204030204"/>
            </a:endParaRPr>
          </a:p>
          <a:p>
            <a:pPr marL="742950" lvl="1" indent="-285750">
              <a:buFont typeface="Arial"/>
              <a:buChar char="•"/>
            </a:pPr>
            <a:r>
              <a:rPr lang="en-US" sz="1400">
                <a:latin typeface="Arial"/>
                <a:cs typeface="Arial"/>
              </a:rPr>
              <a:t> A threat actor would have to peel away at a network’s defenses layer by layer in a manner like peeling an onion. </a:t>
            </a:r>
            <a:endParaRPr lang="en-US">
              <a:latin typeface="Calibri" panose="020F0502020204030204"/>
              <a:cs typeface="Calibri" panose="020F0502020204030204"/>
            </a:endParaRPr>
          </a:p>
          <a:p>
            <a:pPr marL="742950" lvl="1" indent="-285750">
              <a:buFont typeface="Arial"/>
              <a:buChar char="•"/>
            </a:pPr>
            <a:r>
              <a:rPr lang="en-US" sz="1400">
                <a:latin typeface="Arial"/>
                <a:cs typeface="Arial"/>
              </a:rPr>
              <a:t>Only after penetrating each layer would the threat actor reach the target data or system.</a:t>
            </a:r>
            <a:endParaRPr lang="en-US">
              <a:cs typeface="Calibri" panose="020F0502020204030204"/>
            </a:endParaRPr>
          </a:p>
          <a:p>
            <a:endParaRPr lang="en-US" sz="1400">
              <a:latin typeface="Arial"/>
              <a:cs typeface="Arial"/>
            </a:endParaRPr>
          </a:p>
          <a:p>
            <a:r>
              <a:rPr lang="en-US" sz="1400" b="1">
                <a:latin typeface="Arial"/>
                <a:cs typeface="Arial"/>
              </a:rPr>
              <a:t>Note: </a:t>
            </a:r>
            <a:r>
              <a:rPr lang="en-US" sz="1400">
                <a:latin typeface="Arial"/>
                <a:cs typeface="Arial"/>
              </a:rPr>
              <a:t>The security onion described on this page is a way of visualizing defense-in-depth. This is not to be confused with the Security Onion suite of network security tools.</a:t>
            </a:r>
            <a:endParaRPr lang="en-US"/>
          </a:p>
          <a:p>
            <a:pPr>
              <a:lnSpc>
                <a:spcPts val="2000"/>
              </a:lnSpc>
            </a:pPr>
            <a:r>
              <a:rPr lang="en-US"/>
              <a:t/>
            </a:r>
            <a:br>
              <a:rPr lang="en-US"/>
            </a:br>
            <a:r>
              <a:rPr lang="en-US"/>
              <a:t/>
            </a:r>
            <a:br>
              <a:rPr lang="en-US"/>
            </a:br>
            <a:endParaRPr lang="en-US"/>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13</a:t>
            </a:fld>
            <a:endParaRPr lang="en-US"/>
          </a:p>
        </p:txBody>
      </p:sp>
      <p:pic>
        <p:nvPicPr>
          <p:cNvPr id="4" name="Picture 5" descr="Diagram&#10;&#10;Description automatically generated">
            <a:extLst>
              <a:ext uri="{FF2B5EF4-FFF2-40B4-BE49-F238E27FC236}">
                <a16:creationId xmlns:a16="http://schemas.microsoft.com/office/drawing/2014/main" id="{4EB1552E-EDA0-26F0-E102-AEA0F871CA2D}"/>
              </a:ext>
            </a:extLst>
          </p:cNvPr>
          <p:cNvPicPr>
            <a:picLocks noChangeAspect="1"/>
          </p:cNvPicPr>
          <p:nvPr/>
        </p:nvPicPr>
        <p:blipFill rotWithShape="1">
          <a:blip r:embed="rId3"/>
          <a:srcRect l="20850" t="24392" r="17510" b="18592"/>
          <a:stretch/>
        </p:blipFill>
        <p:spPr>
          <a:xfrm>
            <a:off x="2115022" y="2722690"/>
            <a:ext cx="3836826" cy="195474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Defense-in-Depth</a:t>
            </a:r>
            <a:endParaRPr lang="en-US" sz="1600"/>
          </a:p>
        </p:txBody>
      </p:sp>
      <p:sp>
        <p:nvSpPr>
          <p:cNvPr id="3" name="Text 0"/>
          <p:cNvSpPr>
            <a:spLocks noGrp="1"/>
          </p:cNvSpPr>
          <p:nvPr>
            <p:ph type="body" idx="100" hasCustomPrompt="1"/>
          </p:nvPr>
        </p:nvSpPr>
        <p:spPr>
          <a:xfrm>
            <a:off x="0" y="274320"/>
            <a:ext cx="9144000" cy="483080"/>
          </a:xfrm>
          <a:prstGeom prst="rect">
            <a:avLst/>
          </a:prstGeom>
          <a:noFill/>
          <a:ln/>
        </p:spPr>
        <p:txBody>
          <a:bodyPr wrap="square" lIns="91440" tIns="45720" rIns="91440" bIns="45720" rtlCol="0" anchor="t"/>
          <a:lstStyle/>
          <a:p>
            <a:r>
              <a:rPr lang="en-US" sz="2200">
                <a:solidFill>
                  <a:srgbClr val="024C69"/>
                </a:solidFill>
                <a:latin typeface="Arial"/>
                <a:cs typeface="Arial"/>
              </a:rPr>
              <a:t>The Security Onion and The Security Artichoke</a:t>
            </a:r>
            <a:r>
              <a:rPr lang="en-US">
                <a:latin typeface="Arial"/>
                <a:cs typeface="Arial"/>
              </a:rPr>
              <a:t> (Cont.)</a:t>
            </a:r>
            <a:endParaRPr lang="en-US" sz="2200"/>
          </a:p>
        </p:txBody>
      </p:sp>
      <p:sp>
        <p:nvSpPr>
          <p:cNvPr id="5" name="Text 2"/>
          <p:cNvSpPr/>
          <p:nvPr/>
        </p:nvSpPr>
        <p:spPr>
          <a:xfrm>
            <a:off x="4755985" y="1063003"/>
            <a:ext cx="4036859" cy="3197165"/>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cs typeface="Arial"/>
              </a:rPr>
              <a:t>The changing landscape of networking, such as the evolution of borderless networks, has changed this </a:t>
            </a:r>
            <a:r>
              <a:rPr lang="en-US" sz="1400">
                <a:latin typeface="Arial"/>
                <a:cs typeface="Arial"/>
              </a:rPr>
              <a:t>analogy to the “security artichoke”, which benefits the threat actor.</a:t>
            </a:r>
            <a:endParaRPr lang="en-US">
              <a:cs typeface="Calibri" panose="020F0502020204030204"/>
            </a:endParaRPr>
          </a:p>
          <a:p>
            <a:pPr marL="285750" indent="-285750">
              <a:buFont typeface="Arial"/>
              <a:buChar char="•"/>
            </a:pPr>
            <a:r>
              <a:rPr lang="en-US" sz="1400">
                <a:latin typeface="Arial"/>
                <a:cs typeface="Arial"/>
              </a:rPr>
              <a:t>Threat actors no longer peel away each layer. </a:t>
            </a:r>
            <a:endParaRPr lang="en-US">
              <a:latin typeface="Calibri" panose="020F0502020204030204"/>
              <a:cs typeface="Calibri" panose="020F0502020204030204"/>
            </a:endParaRPr>
          </a:p>
          <a:p>
            <a:pPr marL="285750" indent="-285750">
              <a:buFont typeface="Arial"/>
              <a:buChar char="•"/>
            </a:pPr>
            <a:r>
              <a:rPr lang="en-US" sz="1400">
                <a:latin typeface="Arial"/>
                <a:cs typeface="Arial"/>
              </a:rPr>
              <a:t>They only need to remove certain “artichoke leaves.”</a:t>
            </a:r>
            <a:endParaRPr lang="en-US">
              <a:latin typeface="Calibri" panose="020F0502020204030204"/>
              <a:cs typeface="Calibri" panose="020F0502020204030204"/>
            </a:endParaRPr>
          </a:p>
          <a:p>
            <a:pPr marL="285750" indent="-285750">
              <a:buFont typeface="Arial"/>
              <a:buChar char="•"/>
            </a:pPr>
            <a:r>
              <a:rPr lang="en-US" sz="1400">
                <a:latin typeface="Arial"/>
                <a:cs typeface="Arial"/>
              </a:rPr>
              <a:t>The bonus is that each “leaf” of the network may reveal sensitive data that is not well secured. </a:t>
            </a:r>
            <a:endParaRPr lang="en-US">
              <a:latin typeface="Calibri" panose="020F0502020204030204"/>
              <a:cs typeface="Calibri" panose="020F0502020204030204"/>
            </a:endParaRPr>
          </a:p>
          <a:p>
            <a:pPr marL="285750" indent="-285750">
              <a:buFont typeface="Arial"/>
              <a:buChar char="•"/>
            </a:pPr>
            <a:r>
              <a:rPr lang="en-US" sz="1400">
                <a:latin typeface="Arial"/>
                <a:cs typeface="Arial"/>
              </a:rPr>
              <a:t>The hacker chips away at the security armor along the perimeter to get to the “heart” of the enterprise.</a:t>
            </a:r>
            <a:endParaRPr lang="en-US">
              <a:cs typeface="Calibri" panose="020F0502020204030204"/>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14</a:t>
            </a:fld>
            <a:endParaRPr lang="en-US"/>
          </a:p>
        </p:txBody>
      </p:sp>
      <p:pic>
        <p:nvPicPr>
          <p:cNvPr id="6" name="Picture 6" descr="Chart&#10;&#10;Description automatically generated">
            <a:extLst>
              <a:ext uri="{FF2B5EF4-FFF2-40B4-BE49-F238E27FC236}">
                <a16:creationId xmlns:a16="http://schemas.microsoft.com/office/drawing/2014/main" id="{5D7ED621-CDD9-C6CD-2EA9-34641E6066A2}"/>
              </a:ext>
            </a:extLst>
          </p:cNvPr>
          <p:cNvPicPr>
            <a:picLocks noChangeAspect="1"/>
          </p:cNvPicPr>
          <p:nvPr/>
        </p:nvPicPr>
        <p:blipFill rotWithShape="1">
          <a:blip r:embed="rId3"/>
          <a:srcRect l="31563" t="27372" r="34934" b="17153"/>
          <a:stretch/>
        </p:blipFill>
        <p:spPr>
          <a:xfrm>
            <a:off x="619214" y="862609"/>
            <a:ext cx="3947018" cy="3695739"/>
          </a:xfrm>
          <a:prstGeom prst="rect">
            <a:avLst/>
          </a:prstGeom>
        </p:spPr>
      </p:pic>
    </p:spTree>
    <p:extLst>
      <p:ext uri="{BB962C8B-B14F-4D97-AF65-F5344CB8AC3E}">
        <p14:creationId xmlns:p14="http://schemas.microsoft.com/office/powerpoint/2010/main" val="30260212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Defense-in-Depth</a:t>
            </a:r>
            <a:endParaRPr lang="en-US" sz="1600"/>
          </a:p>
        </p:txBody>
      </p:sp>
      <p:sp>
        <p:nvSpPr>
          <p:cNvPr id="3" name="Text 0"/>
          <p:cNvSpPr>
            <a:spLocks noGrp="1"/>
          </p:cNvSpPr>
          <p:nvPr>
            <p:ph type="body" idx="100" hasCustomPrompt="1"/>
          </p:nvPr>
        </p:nvSpPr>
        <p:spPr>
          <a:xfrm>
            <a:off x="0" y="274320"/>
            <a:ext cx="9144000" cy="539157"/>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Defense in Depth Strategies</a:t>
            </a:r>
            <a:endParaRPr lang="en-US" sz="2200"/>
          </a:p>
        </p:txBody>
      </p:sp>
      <p:sp>
        <p:nvSpPr>
          <p:cNvPr id="5" name="Text 2"/>
          <p:cNvSpPr/>
          <p:nvPr/>
        </p:nvSpPr>
        <p:spPr>
          <a:xfrm>
            <a:off x="196622" y="813477"/>
            <a:ext cx="8229600" cy="3995108"/>
          </a:xfrm>
          <a:prstGeom prst="rect">
            <a:avLst/>
          </a:prstGeom>
          <a:noFill/>
          <a:ln/>
        </p:spPr>
        <p:txBody>
          <a:bodyPr wrap="square" lIns="91440" tIns="45720" rIns="91440" bIns="45720" rtlCol="0" anchor="t"/>
          <a:lstStyle/>
          <a:p>
            <a:pPr marL="285750" indent="-285750">
              <a:lnSpc>
                <a:spcPts val="2000"/>
              </a:lnSpc>
              <a:buFont typeface="Arial"/>
              <a:buChar char="•"/>
            </a:pPr>
            <a:r>
              <a:rPr lang="en-US" sz="1400">
                <a:solidFill>
                  <a:srgbClr val="000000"/>
                </a:solidFill>
                <a:latin typeface="Arial"/>
                <a:cs typeface="Arial"/>
              </a:rPr>
              <a:t>To make sure data and infrastructure remain secure, an organization should create different layers of protection:</a:t>
            </a:r>
            <a:endParaRPr lang="en-US">
              <a:solidFill>
                <a:srgbClr val="000000"/>
              </a:solidFill>
              <a:latin typeface="Calibri" panose="020F0502020204030204"/>
              <a:cs typeface="Calibri"/>
            </a:endParaRPr>
          </a:p>
          <a:p>
            <a:pPr marL="742950" lvl="1" indent="-285750">
              <a:buFont typeface="Arial"/>
              <a:buChar char="•"/>
            </a:pPr>
            <a:r>
              <a:rPr lang="en-US" sz="1400" b="1">
                <a:latin typeface="Arial"/>
                <a:cs typeface="Arial"/>
              </a:rPr>
              <a:t>Layering:</a:t>
            </a:r>
            <a:r>
              <a:rPr lang="en-US" sz="1400">
                <a:latin typeface="Arial"/>
                <a:cs typeface="Arial"/>
              </a:rPr>
              <a:t> To make sure data and information remains available, an organization must set up different layers of protection, creating a barrier of multiple defenses that work together to prevent attacks. </a:t>
            </a:r>
            <a:endParaRPr lang="en-US" sz="1400">
              <a:latin typeface="Calibri" panose="020F0502020204030204"/>
              <a:cs typeface="Calibri" panose="020F0502020204030204"/>
            </a:endParaRPr>
          </a:p>
          <a:p>
            <a:pPr marL="742950" lvl="1" indent="-285750">
              <a:buFont typeface="Arial"/>
              <a:buChar char="•"/>
            </a:pPr>
            <a:endParaRPr lang="en-US" sz="1400">
              <a:latin typeface="Arial"/>
              <a:cs typeface="Arial"/>
            </a:endParaRPr>
          </a:p>
          <a:p>
            <a:pPr marL="742950" lvl="1" indent="-285750">
              <a:buFont typeface="Arial"/>
              <a:buChar char="•"/>
            </a:pPr>
            <a:r>
              <a:rPr lang="en-US" sz="1400" b="1">
                <a:latin typeface="Arial"/>
                <a:cs typeface="Arial"/>
              </a:rPr>
              <a:t>Limiting:</a:t>
            </a:r>
            <a:r>
              <a:rPr lang="en-US" sz="1400">
                <a:latin typeface="Arial"/>
                <a:cs typeface="Arial"/>
              </a:rPr>
              <a:t> Limiting access to data and information reduces the possibility of a security threat. An organization should restrict access so that each user only has the level of access required to do their job. </a:t>
            </a:r>
          </a:p>
          <a:p>
            <a:pPr marL="742950" lvl="1" indent="-285750">
              <a:buFont typeface="Arial"/>
              <a:buChar char="•"/>
            </a:pPr>
            <a:endParaRPr lang="en-US" sz="1400">
              <a:latin typeface="Arial"/>
              <a:cs typeface="Arial"/>
            </a:endParaRPr>
          </a:p>
          <a:p>
            <a:pPr marL="742950" lvl="1" indent="-285750">
              <a:buFont typeface="Arial,Sans-Serif"/>
              <a:buChar char="•"/>
            </a:pPr>
            <a:r>
              <a:rPr lang="en-US" sz="1400" b="1">
                <a:latin typeface="Arial"/>
                <a:cs typeface="Arial"/>
              </a:rPr>
              <a:t>Diversity:</a:t>
            </a:r>
            <a:r>
              <a:rPr lang="en-US" sz="1400">
                <a:latin typeface="Arial"/>
                <a:cs typeface="Arial"/>
              </a:rPr>
              <a:t> If all defense layers were the same, it would not be very difficult for cybercriminals to succeed in an attack. The layers must be different so that if one layer is penetrated, the same technique will not work on all the others which would compromise the whole system. </a:t>
            </a:r>
          </a:p>
          <a:p>
            <a:pPr marL="285750" indent="-285750">
              <a:buFont typeface="Arial"/>
              <a:buChar char="•"/>
            </a:pPr>
            <a:endParaRPr lang="en-US" sz="1400">
              <a:latin typeface="Arial"/>
              <a:cs typeface="Arial"/>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Defense-in-Depth</a:t>
            </a:r>
            <a:endParaRPr lang="en-US" sz="1600"/>
          </a:p>
        </p:txBody>
      </p:sp>
      <p:sp>
        <p:nvSpPr>
          <p:cNvPr id="3" name="Text 0"/>
          <p:cNvSpPr>
            <a:spLocks noGrp="1"/>
          </p:cNvSpPr>
          <p:nvPr>
            <p:ph type="body" idx="100" hasCustomPrompt="1"/>
          </p:nvPr>
        </p:nvSpPr>
        <p:spPr>
          <a:xfrm>
            <a:off x="0" y="274320"/>
            <a:ext cx="9144000" cy="418382"/>
          </a:xfrm>
          <a:prstGeom prst="rect">
            <a:avLst/>
          </a:prstGeom>
          <a:noFill/>
          <a:ln/>
        </p:spPr>
        <p:txBody>
          <a:bodyPr wrap="square" lIns="91440" tIns="45720" rIns="91440" bIns="45720" rtlCol="0" anchor="t"/>
          <a:lstStyle/>
          <a:p>
            <a:r>
              <a:rPr lang="en-US" sz="2200">
                <a:solidFill>
                  <a:srgbClr val="024C69"/>
                </a:solidFill>
                <a:latin typeface="Arial"/>
                <a:cs typeface="Arial"/>
              </a:rPr>
              <a:t>Defense in Depth Strategies</a:t>
            </a:r>
            <a:r>
              <a:rPr lang="en-US">
                <a:latin typeface="Arial"/>
                <a:cs typeface="Arial"/>
              </a:rPr>
              <a:t> (Cont.)</a:t>
            </a:r>
            <a:endParaRPr lang="en-US" sz="2200"/>
          </a:p>
        </p:txBody>
      </p:sp>
      <p:sp>
        <p:nvSpPr>
          <p:cNvPr id="5" name="Text 2"/>
          <p:cNvSpPr/>
          <p:nvPr/>
        </p:nvSpPr>
        <p:spPr>
          <a:xfrm>
            <a:off x="131923" y="821734"/>
            <a:ext cx="8229600" cy="1795374"/>
          </a:xfrm>
          <a:prstGeom prst="rect">
            <a:avLst/>
          </a:prstGeom>
          <a:noFill/>
          <a:ln/>
        </p:spPr>
        <p:txBody>
          <a:bodyPr wrap="square" lIns="91440" tIns="45720" rIns="91440" bIns="45720" rtlCol="0" anchor="t"/>
          <a:lstStyle/>
          <a:p>
            <a:pPr marL="742950" lvl="1" indent="-285750">
              <a:buFont typeface="Arial,Sans-Serif"/>
              <a:buChar char="•"/>
            </a:pPr>
            <a:r>
              <a:rPr lang="en-US" sz="1400" b="1">
                <a:latin typeface="Arial"/>
                <a:cs typeface="Arial"/>
              </a:rPr>
              <a:t>Obscurity:</a:t>
            </a:r>
            <a:r>
              <a:rPr lang="en-US" sz="1400">
                <a:latin typeface="Arial"/>
                <a:cs typeface="Arial"/>
              </a:rPr>
              <a:t> Obscuring information can also protect data and information. An organization should not reveal any information that cybercriminals can use to identify which Operating System (OS) a server is running, or the type or make of equipment or software it uses. </a:t>
            </a:r>
          </a:p>
          <a:p>
            <a:pPr marL="742950" lvl="1" indent="-285750">
              <a:buFont typeface="Arial,Sans-Serif"/>
              <a:buChar char="•"/>
            </a:pPr>
            <a:endParaRPr lang="en-US" sz="1400">
              <a:latin typeface="Arial"/>
              <a:cs typeface="Arial"/>
            </a:endParaRPr>
          </a:p>
          <a:p>
            <a:pPr marL="742950" lvl="1" indent="-285750">
              <a:buFont typeface="Arial,Sans-Serif"/>
              <a:buChar char="•"/>
            </a:pPr>
            <a:r>
              <a:rPr lang="en-US" sz="1400" b="1">
                <a:latin typeface="Arial"/>
                <a:cs typeface="Arial"/>
              </a:rPr>
              <a:t>Simplicity:</a:t>
            </a:r>
            <a:r>
              <a:rPr lang="en-US" sz="1400">
                <a:latin typeface="Arial"/>
                <a:cs typeface="Arial"/>
              </a:rPr>
              <a:t> Complexity does not necessarily guarantee security. If employees do not understand how to configure a solution properly, such as setting up their account using an unnecessarily complex process, this may make it just as easy for cybercriminals to compromise those systems. </a:t>
            </a:r>
            <a:endParaRPr lang="en-US" sz="1400">
              <a:ea typeface="+mn-lt"/>
              <a:cs typeface="+mn-lt"/>
            </a:endParaRPr>
          </a:p>
          <a:p>
            <a:endParaRPr lang="en-US" sz="1400">
              <a:latin typeface="Arial"/>
              <a:ea typeface="+mn-lt"/>
              <a:cs typeface="Arial"/>
            </a:endParaRPr>
          </a:p>
          <a:p>
            <a:pPr>
              <a:lnSpc>
                <a:spcPts val="2000"/>
              </a:lnSpc>
            </a:pPr>
            <a:endParaRPr lang="en-US" sz="1400">
              <a:latin typeface="Arial"/>
              <a:cs typeface="Arial"/>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16</a:t>
            </a:fld>
            <a:endParaRPr lang="en-US"/>
          </a:p>
        </p:txBody>
      </p:sp>
    </p:spTree>
    <p:extLst>
      <p:ext uri="{BB962C8B-B14F-4D97-AF65-F5344CB8AC3E}">
        <p14:creationId xmlns:p14="http://schemas.microsoft.com/office/powerpoint/2010/main" val="3935741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399"/>
            <a:ext cx="8229600" cy="1683327"/>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11.2 Cybersecurity Operations Management</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Cybersecurity Operations Management</a:t>
            </a:r>
            <a:endParaRPr lang="en-US" sz="1600"/>
          </a:p>
        </p:txBody>
      </p:sp>
      <p:sp>
        <p:nvSpPr>
          <p:cNvPr id="3" name="Text 0"/>
          <p:cNvSpPr>
            <a:spLocks noGrp="1"/>
          </p:cNvSpPr>
          <p:nvPr>
            <p:ph type="body" idx="100" hasCustomPrompt="1"/>
          </p:nvPr>
        </p:nvSpPr>
        <p:spPr>
          <a:xfrm>
            <a:off x="0" y="274320"/>
            <a:ext cx="9144000" cy="415636"/>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Configuration Management</a:t>
            </a:r>
            <a:endParaRPr lang="en-US" sz="2200"/>
          </a:p>
        </p:txBody>
      </p:sp>
      <p:sp>
        <p:nvSpPr>
          <p:cNvPr id="5" name="Text 2"/>
          <p:cNvSpPr/>
          <p:nvPr/>
        </p:nvSpPr>
        <p:spPr>
          <a:xfrm>
            <a:off x="164272" y="877501"/>
            <a:ext cx="8229600" cy="3509872"/>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cs typeface="Arial"/>
              </a:rPr>
              <a:t>Configuration management refers to identifying, controlling, and auditing the implementation and any changes made to a system’s established baseline.</a:t>
            </a:r>
            <a:endParaRPr lang="en-US">
              <a:solidFill>
                <a:srgbClr val="000000"/>
              </a:solidFill>
              <a:latin typeface="Calibri" panose="020F0502020204030204"/>
              <a:cs typeface="Calibri" panose="020F0502020204030204"/>
            </a:endParaRPr>
          </a:p>
          <a:p>
            <a:pPr marL="285750" indent="-285750">
              <a:buFont typeface="Arial"/>
              <a:buChar char="•"/>
            </a:pPr>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The baseline configuration includes all the settings that you configure for a system which provide the foundation for all similar systems — like a template of sorts.</a:t>
            </a:r>
            <a:endParaRPr lang="en-US">
              <a:latin typeface="Calibri" panose="020F0502020204030204"/>
              <a:cs typeface="Calibri" panose="020F0502020204030204"/>
            </a:endParaRPr>
          </a:p>
          <a:p>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Documented configuration resources might include:</a:t>
            </a:r>
            <a:endParaRPr lang="en-US" sz="1400">
              <a:ea typeface="+mn-lt"/>
              <a:cs typeface="+mn-lt"/>
            </a:endParaRPr>
          </a:p>
          <a:p>
            <a:pPr marL="742950" lvl="1" indent="-285750">
              <a:buFont typeface="Arial,Sans-Serif"/>
              <a:buChar char="•"/>
            </a:pPr>
            <a:r>
              <a:rPr lang="en-US" sz="1400">
                <a:solidFill>
                  <a:srgbClr val="000000"/>
                </a:solidFill>
                <a:latin typeface="Arial"/>
                <a:cs typeface="Arial"/>
              </a:rPr>
              <a:t>Network maps, cabling and wiring diagrams, application configuration specifications</a:t>
            </a:r>
            <a:endParaRPr lang="en-US" sz="1400">
              <a:ea typeface="+mn-lt"/>
              <a:cs typeface="+mn-lt"/>
            </a:endParaRPr>
          </a:p>
          <a:p>
            <a:pPr marL="742950" lvl="1" indent="-285750">
              <a:buFont typeface="Arial,Sans-Serif"/>
              <a:buChar char="•"/>
            </a:pPr>
            <a:r>
              <a:rPr lang="en-US" sz="1400">
                <a:solidFill>
                  <a:srgbClr val="000000"/>
                </a:solidFill>
                <a:latin typeface="Arial"/>
                <a:cs typeface="Arial"/>
              </a:rPr>
              <a:t>Standard naming conventions used for computers</a:t>
            </a:r>
            <a:endParaRPr lang="en-US" sz="1400">
              <a:ea typeface="+mn-lt"/>
              <a:cs typeface="+mn-lt"/>
            </a:endParaRPr>
          </a:p>
          <a:p>
            <a:pPr marL="742950" lvl="1" indent="-285750">
              <a:buFont typeface="Arial,Sans-Serif"/>
              <a:buChar char="•"/>
            </a:pPr>
            <a:r>
              <a:rPr lang="en-US" sz="1400">
                <a:solidFill>
                  <a:srgbClr val="000000"/>
                </a:solidFill>
                <a:latin typeface="Arial"/>
                <a:cs typeface="Arial"/>
              </a:rPr>
              <a:t>IP schema to track IP addresses</a:t>
            </a:r>
            <a:endParaRPr lang="en-US" sz="1400">
              <a:ea typeface="+mn-lt"/>
              <a:cs typeface="+mn-lt"/>
            </a:endParaRPr>
          </a:p>
          <a:p>
            <a:pPr marL="742950" lvl="1" indent="-285750">
              <a:buFont typeface="Arial,Sans-Serif"/>
              <a:buChar char="•"/>
            </a:pPr>
            <a:endParaRPr lang="en-US" sz="1400">
              <a:ea typeface="+mn-lt"/>
              <a:cs typeface="+mn-lt"/>
            </a:endParaRPr>
          </a:p>
          <a:p>
            <a:pPr marL="285750" indent="-285750">
              <a:buFont typeface="Arial,Sans-Serif"/>
              <a:buChar char="•"/>
            </a:pPr>
            <a:r>
              <a:rPr lang="en-US" sz="1400">
                <a:solidFill>
                  <a:srgbClr val="000000"/>
                </a:solidFill>
                <a:latin typeface="Arial"/>
                <a:cs typeface="Arial"/>
              </a:rPr>
              <a:t>Hardening the operating system is an important part of making sure that systems have secure configurations. </a:t>
            </a:r>
            <a:endParaRPr lang="en-US" sz="1400">
              <a:solidFill>
                <a:srgbClr val="000000"/>
              </a:solidFill>
              <a:latin typeface="Calibri" panose="020F0502020204030204"/>
              <a:cs typeface="Calibri" panose="020F0502020204030204"/>
            </a:endParaRPr>
          </a:p>
          <a:p>
            <a:pPr marL="285750" indent="-285750">
              <a:buFont typeface="Arial,Sans-Serif"/>
              <a:buChar char="•"/>
            </a:pPr>
            <a:endParaRPr lang="en-US" sz="1400">
              <a:solidFill>
                <a:srgbClr val="000000"/>
              </a:solidFill>
              <a:latin typeface="Arial"/>
              <a:cs typeface="Arial"/>
            </a:endParaRPr>
          </a:p>
          <a:p>
            <a:pPr marL="285750" indent="-285750">
              <a:buFont typeface="Arial,Sans-Serif"/>
              <a:buChar char="•"/>
            </a:pPr>
            <a:r>
              <a:rPr lang="en-US" sz="1400">
                <a:solidFill>
                  <a:srgbClr val="000000"/>
                </a:solidFill>
                <a:latin typeface="Arial"/>
                <a:cs typeface="Arial"/>
              </a:rPr>
              <a:t>Configuring log files along with auditing, changing default account names and passwords, and implementing account policies and file-level access control are all used to create a secure OS.</a:t>
            </a:r>
            <a:endParaRPr lang="en-US" sz="1400">
              <a:ea typeface="+mn-lt"/>
              <a:cs typeface="+mn-lt"/>
            </a:endParaRPr>
          </a:p>
          <a:p>
            <a:pPr marL="285750" indent="-285750">
              <a:buFont typeface="Arial"/>
              <a:buChar char="•"/>
            </a:pPr>
            <a:endParaRPr lang="en-US" sz="1400">
              <a:ea typeface="+mn-lt"/>
              <a:cs typeface="+mn-lt"/>
            </a:endParaRPr>
          </a:p>
          <a:p>
            <a:pPr marL="285750" indent="-285750">
              <a:buFont typeface="Arial"/>
              <a:buChar char="•"/>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Cybersecurity Operations Management</a:t>
            </a:r>
            <a:endParaRPr lang="en-US" sz="1600"/>
          </a:p>
        </p:txBody>
      </p:sp>
      <p:sp>
        <p:nvSpPr>
          <p:cNvPr id="3" name="Text 0"/>
          <p:cNvSpPr>
            <a:spLocks noGrp="1"/>
          </p:cNvSpPr>
          <p:nvPr>
            <p:ph type="body" idx="100" hasCustomPrompt="1"/>
          </p:nvPr>
        </p:nvSpPr>
        <p:spPr>
          <a:xfrm>
            <a:off x="0" y="274320"/>
            <a:ext cx="9144000" cy="39750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Log Files</a:t>
            </a:r>
            <a:endParaRPr lang="en-US" sz="2200"/>
          </a:p>
        </p:txBody>
      </p:sp>
      <p:sp>
        <p:nvSpPr>
          <p:cNvPr id="5" name="Text 2"/>
          <p:cNvSpPr/>
          <p:nvPr/>
        </p:nvSpPr>
        <p:spPr>
          <a:xfrm>
            <a:off x="175056" y="796397"/>
            <a:ext cx="8229600" cy="1601278"/>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cs typeface="Arial"/>
              </a:rPr>
              <a:t>A log records all events as they occur.</a:t>
            </a:r>
            <a:endParaRPr lang="en-US"/>
          </a:p>
          <a:p>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Log entries make up a log file, with each log entry containing all the information related to a specific event.</a:t>
            </a:r>
            <a:endParaRPr lang="en-US"/>
          </a:p>
          <a:p>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As an increasing number of log files are generated for computer security purposes, organizations should consider a log management process. </a:t>
            </a:r>
            <a:endParaRPr lang="en-US">
              <a:solidFill>
                <a:srgbClr val="000000"/>
              </a:solidFill>
              <a:latin typeface="Calibri" panose="020F0502020204030204"/>
              <a:cs typeface="Calibri" panose="020F0502020204030204"/>
            </a:endParaRPr>
          </a:p>
          <a:p>
            <a:pPr marL="285750" indent="-285750">
              <a:buFont typeface="Arial"/>
              <a:buChar char="•"/>
            </a:pPr>
            <a:endParaRPr lang="en-US" sz="1400">
              <a:solidFill>
                <a:srgbClr val="000000"/>
              </a:solidFill>
              <a:latin typeface="Arial"/>
              <a:cs typeface="Arial"/>
            </a:endParaRPr>
          </a:p>
          <a:p>
            <a:pPr>
              <a:lnSpc>
                <a:spcPts val="2000"/>
              </a:lnSpc>
            </a:pPr>
            <a:endParaRPr lang="en-US" sz="1400">
              <a:latin typeface="Arial"/>
              <a:cs typeface="Arial"/>
            </a:endParaRPr>
          </a:p>
        </p:txBody>
      </p:sp>
      <p:sp>
        <p:nvSpPr>
          <p:cNvPr id="6" name="CaixaDeTexto 5">
            <a:extLst>
              <a:ext uri="{FF2B5EF4-FFF2-40B4-BE49-F238E27FC236}">
                <a16:creationId xmlns:a16="http://schemas.microsoft.com/office/drawing/2014/main" id="{BBD29ADF-3308-26D6-C456-068E7A72F090}"/>
              </a:ext>
            </a:extLst>
          </p:cNvPr>
          <p:cNvSpPr txBox="1"/>
          <p:nvPr/>
        </p:nvSpPr>
        <p:spPr>
          <a:xfrm>
            <a:off x="267244" y="2638634"/>
            <a:ext cx="5404915"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1400">
                <a:solidFill>
                  <a:srgbClr val="000000"/>
                </a:solidFill>
                <a:latin typeface="Arial"/>
                <a:cs typeface="Arial"/>
              </a:rPr>
              <a:t>Management of computer security log data should determine the procedures for:</a:t>
            </a:r>
          </a:p>
          <a:p>
            <a:pPr marL="742950" lvl="1" indent="-285750">
              <a:buFont typeface="Arial,Sans-Serif"/>
              <a:buChar char="•"/>
            </a:pPr>
            <a:r>
              <a:rPr lang="en-US" sz="1400">
                <a:solidFill>
                  <a:srgbClr val="000000"/>
                </a:solidFill>
                <a:latin typeface="Arial"/>
                <a:cs typeface="Arial"/>
              </a:rPr>
              <a:t>Generating log files</a:t>
            </a:r>
          </a:p>
          <a:p>
            <a:pPr marL="742950" lvl="1" indent="-285750">
              <a:buFont typeface="Arial,Sans-Serif"/>
              <a:buChar char="•"/>
            </a:pPr>
            <a:r>
              <a:rPr lang="en-US" sz="1400">
                <a:solidFill>
                  <a:srgbClr val="000000"/>
                </a:solidFill>
                <a:latin typeface="Arial"/>
                <a:cs typeface="Arial"/>
              </a:rPr>
              <a:t>Transmitting log files</a:t>
            </a:r>
          </a:p>
          <a:p>
            <a:pPr marL="742950" lvl="1" indent="-285750">
              <a:buFont typeface="Arial,Sans-Serif"/>
              <a:buChar char="•"/>
            </a:pPr>
            <a:r>
              <a:rPr lang="en-US" sz="1400">
                <a:solidFill>
                  <a:srgbClr val="000000"/>
                </a:solidFill>
                <a:latin typeface="Arial"/>
                <a:cs typeface="Arial"/>
              </a:rPr>
              <a:t>Storing log files</a:t>
            </a:r>
          </a:p>
          <a:p>
            <a:pPr marL="742950" lvl="1" indent="-285750">
              <a:buFont typeface="Arial,Sans-Serif"/>
              <a:buChar char="•"/>
            </a:pPr>
            <a:r>
              <a:rPr lang="en-US" sz="1400">
                <a:solidFill>
                  <a:srgbClr val="000000"/>
                </a:solidFill>
                <a:latin typeface="Arial"/>
                <a:cs typeface="Arial"/>
              </a:rPr>
              <a:t>Analyzing log data</a:t>
            </a:r>
          </a:p>
          <a:p>
            <a:pPr marL="742950" lvl="1" indent="-285750">
              <a:buFont typeface="Arial,Sans-Serif"/>
              <a:buChar char="•"/>
            </a:pPr>
            <a:r>
              <a:rPr lang="en-US" sz="1400">
                <a:solidFill>
                  <a:srgbClr val="000000"/>
                </a:solidFill>
                <a:latin typeface="Arial"/>
                <a:cs typeface="Arial"/>
              </a:rPr>
              <a:t>Disposing of log data</a:t>
            </a:r>
          </a:p>
        </p:txBody>
      </p:sp>
      <p:pic>
        <p:nvPicPr>
          <p:cNvPr id="4" name="Picture 5" descr="Diagram&#10;&#10;Description automatically generated">
            <a:extLst>
              <a:ext uri="{FF2B5EF4-FFF2-40B4-BE49-F238E27FC236}">
                <a16:creationId xmlns:a16="http://schemas.microsoft.com/office/drawing/2014/main" id="{78147C2C-AD17-2E63-0097-F925040B4FED}"/>
              </a:ext>
            </a:extLst>
          </p:cNvPr>
          <p:cNvPicPr>
            <a:picLocks noChangeAspect="1"/>
          </p:cNvPicPr>
          <p:nvPr/>
        </p:nvPicPr>
        <p:blipFill>
          <a:blip r:embed="rId3"/>
          <a:stretch>
            <a:fillRect/>
          </a:stretch>
        </p:blipFill>
        <p:spPr>
          <a:xfrm>
            <a:off x="5827244" y="2403878"/>
            <a:ext cx="2850357" cy="2225097"/>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Cybersecurity Operations Management</a:t>
            </a:r>
            <a:endParaRPr lang="en-US" sz="1600"/>
          </a:p>
        </p:txBody>
      </p:sp>
      <p:sp>
        <p:nvSpPr>
          <p:cNvPr id="3" name="Text 0"/>
          <p:cNvSpPr>
            <a:spLocks noGrp="1"/>
          </p:cNvSpPr>
          <p:nvPr>
            <p:ph type="body" idx="100" hasCustomPrompt="1"/>
          </p:nvPr>
        </p:nvSpPr>
        <p:spPr>
          <a:xfrm>
            <a:off x="0" y="274320"/>
            <a:ext cx="9144000" cy="423949"/>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Operating System Logs and Application Security Logs</a:t>
            </a:r>
            <a:endParaRPr lang="en-US" sz="2200"/>
          </a:p>
        </p:txBody>
      </p:sp>
      <p:sp>
        <p:nvSpPr>
          <p:cNvPr id="5" name="Text 2"/>
          <p:cNvSpPr/>
          <p:nvPr/>
        </p:nvSpPr>
        <p:spPr>
          <a:xfrm>
            <a:off x="161240" y="920128"/>
            <a:ext cx="8229600" cy="2737471"/>
          </a:xfrm>
          <a:prstGeom prst="rect">
            <a:avLst/>
          </a:prstGeom>
          <a:noFill/>
          <a:ln/>
        </p:spPr>
        <p:txBody>
          <a:bodyPr wrap="square" lIns="91440" tIns="45720" rIns="91440" bIns="45720" rtlCol="0" anchor="t"/>
          <a:lstStyle/>
          <a:p>
            <a:pPr marL="285750" indent="-285750">
              <a:buFont typeface="Arial"/>
              <a:buChar char="•"/>
            </a:pPr>
            <a:r>
              <a:rPr lang="en-US" sz="1400" b="1">
                <a:solidFill>
                  <a:srgbClr val="000000"/>
                </a:solidFill>
                <a:latin typeface="Arial"/>
                <a:cs typeface="Arial"/>
              </a:rPr>
              <a:t>Operating system logs</a:t>
            </a:r>
            <a:r>
              <a:rPr lang="en-US" sz="1400">
                <a:solidFill>
                  <a:srgbClr val="000000"/>
                </a:solidFill>
                <a:latin typeface="Arial"/>
                <a:cs typeface="Arial"/>
              </a:rPr>
              <a:t> record events that are linked to actions that have to do with the operating system. System events include:</a:t>
            </a:r>
            <a:endParaRPr lang="en-US">
              <a:cs typeface="Calibri" panose="020F0502020204030204"/>
            </a:endParaRPr>
          </a:p>
          <a:p>
            <a:pPr marL="742950" lvl="1" indent="-285750">
              <a:buFont typeface="Arial"/>
              <a:buChar char="•"/>
            </a:pPr>
            <a:r>
              <a:rPr lang="en-US" sz="1400">
                <a:solidFill>
                  <a:srgbClr val="000000"/>
                </a:solidFill>
                <a:latin typeface="Arial"/>
                <a:cs typeface="Arial"/>
              </a:rPr>
              <a:t>Client requests and server responses such as successful user authentications.</a:t>
            </a:r>
            <a:endParaRPr lang="en-US">
              <a:cs typeface="Calibri" panose="020F0502020204030204"/>
            </a:endParaRPr>
          </a:p>
          <a:p>
            <a:pPr marL="742950" lvl="1" indent="-285750">
              <a:buFont typeface="Arial"/>
              <a:buChar char="•"/>
            </a:pPr>
            <a:r>
              <a:rPr lang="en-US" sz="1400">
                <a:solidFill>
                  <a:srgbClr val="000000"/>
                </a:solidFill>
                <a:latin typeface="Arial"/>
                <a:cs typeface="Arial"/>
              </a:rPr>
              <a:t>Usage information that contains the number and size of transactions in each period.</a:t>
            </a:r>
            <a:endParaRPr lang="en-US">
              <a:cs typeface="Calibri" panose="020F0502020204030204"/>
            </a:endParaRPr>
          </a:p>
          <a:p>
            <a:pPr>
              <a:lnSpc>
                <a:spcPts val="2000"/>
              </a:lnSpc>
            </a:pPr>
            <a:endParaRPr lang="en-US" sz="1400">
              <a:latin typeface="Arial"/>
              <a:cs typeface="Arial"/>
            </a:endParaRPr>
          </a:p>
          <a:p>
            <a:pPr marL="285750" indent="-285750">
              <a:buFont typeface="Arial"/>
              <a:buChar char="•"/>
            </a:pPr>
            <a:r>
              <a:rPr lang="en-US" sz="1400" b="1">
                <a:latin typeface="Arial"/>
                <a:cs typeface="Arial"/>
              </a:rPr>
              <a:t>Application Security Logs: </a:t>
            </a:r>
            <a:r>
              <a:rPr lang="en-US" sz="1400">
                <a:latin typeface="Arial"/>
                <a:cs typeface="Arial"/>
              </a:rPr>
              <a:t>Organizations use network-based and/or system-based security software to detect malicious activity.</a:t>
            </a:r>
            <a:endParaRPr lang="en-US">
              <a:latin typeface="Calibri" panose="020F0502020204030204"/>
              <a:cs typeface="Calibri" panose="020F0502020204030204"/>
            </a:endParaRPr>
          </a:p>
          <a:p>
            <a:pPr marL="742950" lvl="1" indent="-285750">
              <a:buFont typeface="Arial"/>
              <a:buChar char="•"/>
            </a:pPr>
            <a:r>
              <a:rPr lang="en-US" sz="1400">
                <a:latin typeface="Arial"/>
                <a:cs typeface="Arial"/>
              </a:rPr>
              <a:t>This software generates a security log to provide computer security data.</a:t>
            </a:r>
            <a:endParaRPr lang="en-US">
              <a:latin typeface="Calibri" panose="020F0502020204030204"/>
              <a:cs typeface="Calibri" panose="020F0502020204030204"/>
            </a:endParaRPr>
          </a:p>
          <a:p>
            <a:pPr marL="742950" lvl="1" indent="-285750">
              <a:buFont typeface="Arial"/>
              <a:buChar char="•"/>
            </a:pPr>
            <a:r>
              <a:rPr lang="en-US" sz="1400">
                <a:latin typeface="Arial"/>
                <a:cs typeface="Arial"/>
              </a:rPr>
              <a:t>Logs are useful for performing auditing analysis and identifying trends and long-term problems.</a:t>
            </a:r>
            <a:endParaRPr lang="en-US">
              <a:latin typeface="Calibri" panose="020F0502020204030204"/>
              <a:cs typeface="Calibri" panose="020F0502020204030204"/>
            </a:endParaRPr>
          </a:p>
          <a:p>
            <a:pPr marL="742950" lvl="1" indent="-285750">
              <a:buFont typeface="Arial"/>
              <a:buChar char="•"/>
            </a:pPr>
            <a:r>
              <a:rPr lang="en-US" sz="1400">
                <a:latin typeface="Arial"/>
                <a:cs typeface="Arial"/>
              </a:rPr>
              <a:t>Logs also enable an organization to provide documentation showing that it complies with laws and regulatory requirements.</a:t>
            </a:r>
            <a:endParaRPr lang="en-US">
              <a:cs typeface="Calibri" panose="020F0502020204030204"/>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Cybersecurity Operations Management</a:t>
            </a:r>
            <a:endParaRPr lang="en-US" sz="1600"/>
          </a:p>
        </p:txBody>
      </p:sp>
      <p:sp>
        <p:nvSpPr>
          <p:cNvPr id="3" name="Text 0"/>
          <p:cNvSpPr>
            <a:spLocks noGrp="1"/>
          </p:cNvSpPr>
          <p:nvPr>
            <p:ph type="body" idx="100" hasCustomPrompt="1"/>
          </p:nvPr>
        </p:nvSpPr>
        <p:spPr>
          <a:xfrm>
            <a:off x="0" y="274320"/>
            <a:ext cx="9144000" cy="439948"/>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Protocol Analyzers</a:t>
            </a:r>
            <a:endParaRPr lang="en-US" sz="2200"/>
          </a:p>
        </p:txBody>
      </p:sp>
      <p:sp>
        <p:nvSpPr>
          <p:cNvPr id="5" name="Text 2"/>
          <p:cNvSpPr/>
          <p:nvPr/>
        </p:nvSpPr>
        <p:spPr>
          <a:xfrm>
            <a:off x="580430" y="1066205"/>
            <a:ext cx="8229600" cy="932731"/>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cs typeface="Arial"/>
              </a:rPr>
              <a:t>Packet analyzers, otherwise known as packet sniffers, intercept and log network traffic.</a:t>
            </a:r>
            <a:endParaRPr lang="en-US">
              <a:cs typeface="Calibri" panose="020F0502020204030204"/>
            </a:endParaRPr>
          </a:p>
          <a:p>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The packet analyzer captures each packet, looks at the values of various fields in the packet and analyzes its content. </a:t>
            </a:r>
            <a:endParaRPr lang="en-US">
              <a:solidFill>
                <a:srgbClr val="000000"/>
              </a:solidFill>
              <a:latin typeface="Calibri" panose="020F0502020204030204"/>
              <a:cs typeface="Calibri" panose="020F0502020204030204"/>
            </a:endParaRPr>
          </a:p>
          <a:p>
            <a:pPr marL="285750" indent="-285750">
              <a:buFont typeface="Arial"/>
              <a:buChar char="•"/>
            </a:pPr>
            <a:endParaRPr lang="en-US" sz="1400">
              <a:solidFill>
                <a:srgbClr val="000000"/>
              </a:solidFill>
              <a:latin typeface="Arial"/>
              <a:cs typeface="Arial"/>
            </a:endParaRPr>
          </a:p>
          <a:p>
            <a:pPr>
              <a:lnSpc>
                <a:spcPts val="2000"/>
              </a:lnSpc>
            </a:pPr>
            <a:endParaRPr lang="en-US" sz="1400">
              <a:latin typeface="Arial"/>
              <a:cs typeface="Arial"/>
            </a:endParaRPr>
          </a:p>
        </p:txBody>
      </p:sp>
      <p:sp>
        <p:nvSpPr>
          <p:cNvPr id="6" name="CaixaDeTexto 5">
            <a:extLst>
              <a:ext uri="{FF2B5EF4-FFF2-40B4-BE49-F238E27FC236}">
                <a16:creationId xmlns:a16="http://schemas.microsoft.com/office/drawing/2014/main" id="{273C3D0F-A286-413C-EABD-C69A62737A24}"/>
              </a:ext>
            </a:extLst>
          </p:cNvPr>
          <p:cNvSpPr txBox="1"/>
          <p:nvPr/>
        </p:nvSpPr>
        <p:spPr>
          <a:xfrm>
            <a:off x="582574" y="2155146"/>
            <a:ext cx="4788243"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1400">
                <a:solidFill>
                  <a:srgbClr val="000000"/>
                </a:solidFill>
                <a:latin typeface="Arial"/>
                <a:cs typeface="Arial"/>
              </a:rPr>
              <a:t>It can capture network traffic on both wired and wireless networks.</a:t>
            </a:r>
          </a:p>
          <a:p>
            <a:endParaRPr lang="en-US" sz="1400">
              <a:solidFill>
                <a:srgbClr val="000000"/>
              </a:solidFill>
              <a:latin typeface="Arial"/>
              <a:cs typeface="Arial"/>
            </a:endParaRPr>
          </a:p>
          <a:p>
            <a:pPr marL="285750" indent="-285750">
              <a:buFont typeface="Arial,Sans-Serif"/>
              <a:buChar char="•"/>
            </a:pPr>
            <a:r>
              <a:rPr lang="en-US" sz="1400">
                <a:solidFill>
                  <a:srgbClr val="000000"/>
                </a:solidFill>
                <a:latin typeface="Arial"/>
                <a:cs typeface="Arial"/>
              </a:rPr>
              <a:t>Packet analyzers perform the following functions:</a:t>
            </a:r>
          </a:p>
          <a:p>
            <a:pPr marL="742950" lvl="1" indent="-285750">
              <a:buFont typeface="Arial,Sans-Serif"/>
              <a:buChar char="•"/>
            </a:pPr>
            <a:r>
              <a:rPr lang="en-US" sz="1400">
                <a:solidFill>
                  <a:srgbClr val="000000"/>
                </a:solidFill>
                <a:latin typeface="Arial"/>
                <a:cs typeface="Arial"/>
              </a:rPr>
              <a:t>Traffic logging</a:t>
            </a:r>
          </a:p>
          <a:p>
            <a:pPr marL="742950" lvl="1" indent="-285750">
              <a:buFont typeface="Arial,Sans-Serif"/>
              <a:buChar char="•"/>
            </a:pPr>
            <a:r>
              <a:rPr lang="en-US" sz="1400">
                <a:solidFill>
                  <a:srgbClr val="000000"/>
                </a:solidFill>
                <a:latin typeface="Arial"/>
                <a:cs typeface="Arial"/>
              </a:rPr>
              <a:t>Network problem analysis</a:t>
            </a:r>
          </a:p>
          <a:p>
            <a:pPr marL="742950" lvl="1" indent="-285750">
              <a:buFont typeface="Arial,Sans-Serif"/>
              <a:buChar char="•"/>
            </a:pPr>
            <a:r>
              <a:rPr lang="en-US" sz="1400">
                <a:solidFill>
                  <a:srgbClr val="000000"/>
                </a:solidFill>
                <a:latin typeface="Arial"/>
                <a:cs typeface="Arial"/>
              </a:rPr>
              <a:t>Detection of network misuse</a:t>
            </a:r>
          </a:p>
          <a:p>
            <a:pPr marL="742950" lvl="1" indent="-285750">
              <a:buFont typeface="Arial,Sans-Serif"/>
              <a:buChar char="•"/>
            </a:pPr>
            <a:r>
              <a:rPr lang="en-US" sz="1400">
                <a:solidFill>
                  <a:srgbClr val="000000"/>
                </a:solidFill>
                <a:latin typeface="Arial"/>
                <a:cs typeface="Arial"/>
              </a:rPr>
              <a:t>Detection of network intrusion attempts</a:t>
            </a:r>
          </a:p>
          <a:p>
            <a:pPr marL="742950" lvl="1" indent="-285750">
              <a:buFont typeface="Arial,Sans-Serif"/>
              <a:buChar char="•"/>
            </a:pPr>
            <a:r>
              <a:rPr lang="en-US" sz="1400">
                <a:solidFill>
                  <a:srgbClr val="000000"/>
                </a:solidFill>
                <a:latin typeface="Arial"/>
                <a:cs typeface="Arial"/>
              </a:rPr>
              <a:t>Isolation of exploited systems</a:t>
            </a:r>
          </a:p>
        </p:txBody>
      </p:sp>
      <p:pic>
        <p:nvPicPr>
          <p:cNvPr id="4" name="Picture 5" descr="Graphical user interface, application&#10;&#10;Description automatically generated">
            <a:extLst>
              <a:ext uri="{FF2B5EF4-FFF2-40B4-BE49-F238E27FC236}">
                <a16:creationId xmlns:a16="http://schemas.microsoft.com/office/drawing/2014/main" id="{707D1387-EBDB-717F-EF08-0F3A501F7235}"/>
              </a:ext>
            </a:extLst>
          </p:cNvPr>
          <p:cNvPicPr>
            <a:picLocks noChangeAspect="1"/>
          </p:cNvPicPr>
          <p:nvPr/>
        </p:nvPicPr>
        <p:blipFill>
          <a:blip r:embed="rId3"/>
          <a:stretch>
            <a:fillRect/>
          </a:stretch>
        </p:blipFill>
        <p:spPr>
          <a:xfrm>
            <a:off x="5358352" y="1989820"/>
            <a:ext cx="2939991" cy="2552004"/>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1641764"/>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11.3 Security Policies, Regulations, and Standards</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Security Policies, Regulations, and Standards</a:t>
            </a:r>
            <a:endParaRPr lang="en-US" sz="1600"/>
          </a:p>
        </p:txBody>
      </p:sp>
      <p:sp>
        <p:nvSpPr>
          <p:cNvPr id="3" name="Text 0"/>
          <p:cNvSpPr>
            <a:spLocks noGrp="1"/>
          </p:cNvSpPr>
          <p:nvPr>
            <p:ph type="body" idx="100" hasCustomPrompt="1"/>
          </p:nvPr>
        </p:nvSpPr>
        <p:spPr>
          <a:xfrm>
            <a:off x="0" y="274320"/>
            <a:ext cx="9144000" cy="407599"/>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Business Policies</a:t>
            </a:r>
            <a:endParaRPr lang="en-US" sz="2200"/>
          </a:p>
        </p:txBody>
      </p:sp>
      <p:sp>
        <p:nvSpPr>
          <p:cNvPr id="4" name="CaixaDeTexto 3">
            <a:extLst>
              <a:ext uri="{FF2B5EF4-FFF2-40B4-BE49-F238E27FC236}">
                <a16:creationId xmlns:a16="http://schemas.microsoft.com/office/drawing/2014/main" id="{3B3B49AF-4D6E-DA74-E5D4-8947CCE15E30}"/>
              </a:ext>
            </a:extLst>
          </p:cNvPr>
          <p:cNvSpPr txBox="1"/>
          <p:nvPr/>
        </p:nvSpPr>
        <p:spPr>
          <a:xfrm>
            <a:off x="90237" y="689546"/>
            <a:ext cx="8405646"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1400">
                <a:solidFill>
                  <a:srgbClr val="58585B"/>
                </a:solidFill>
                <a:latin typeface="Arial"/>
              </a:rPr>
              <a:t>They are the guidelines that are developed by an organization to govern its actions. </a:t>
            </a:r>
          </a:p>
          <a:p>
            <a:pPr marL="285750" indent="-285750">
              <a:buFont typeface="Arial,Sans-Serif"/>
              <a:buChar char="•"/>
            </a:pPr>
            <a:r>
              <a:rPr lang="en-US" sz="1400">
                <a:solidFill>
                  <a:srgbClr val="58585B"/>
                </a:solidFill>
                <a:latin typeface="Arial"/>
              </a:rPr>
              <a:t>The policies define standards of correct behavior for the business and its employees.</a:t>
            </a:r>
          </a:p>
          <a:p>
            <a:pPr marL="285750" indent="-285750">
              <a:buFont typeface="Arial,Sans-Serif"/>
              <a:buChar char="•"/>
            </a:pPr>
            <a:r>
              <a:rPr lang="en-US" sz="1400">
                <a:solidFill>
                  <a:srgbClr val="58585B"/>
                </a:solidFill>
                <a:latin typeface="Arial"/>
              </a:rPr>
              <a:t>If behavior that violates business policy (baseline) is detected on the network, it is possible that a security breach has occurred.</a:t>
            </a:r>
            <a:endParaRPr lang="en-US" sz="1400">
              <a:solidFill>
                <a:srgbClr val="58585B"/>
              </a:solidFill>
              <a:latin typeface="Arial"/>
              <a:cs typeface="Arial"/>
            </a:endParaRPr>
          </a:p>
          <a:p>
            <a:endParaRPr lang="en-US" sz="1400">
              <a:solidFill>
                <a:srgbClr val="58585B"/>
              </a:solidFill>
              <a:latin typeface="Arial"/>
              <a:cs typeface="Arial"/>
            </a:endParaRPr>
          </a:p>
          <a:p>
            <a:r>
              <a:rPr lang="en-US" sz="1400">
                <a:solidFill>
                  <a:srgbClr val="58585B"/>
                </a:solidFill>
                <a:latin typeface="Arial"/>
              </a:rPr>
              <a:t>An organization may have several guiding policies:</a:t>
            </a:r>
            <a:endParaRPr lang="en-US" sz="1400">
              <a:solidFill>
                <a:srgbClr val="58585B"/>
              </a:solidFill>
              <a:latin typeface="Arial"/>
              <a:cs typeface="Arial"/>
            </a:endParaRPr>
          </a:p>
        </p:txBody>
      </p:sp>
      <p:graphicFrame>
        <p:nvGraphicFramePr>
          <p:cNvPr id="31" name="Table 0"/>
          <p:cNvGraphicFramePr>
            <a:graphicFrameLocks noGrp="1"/>
          </p:cNvGraphicFramePr>
          <p:nvPr>
            <p:extLst>
              <p:ext uri="{D42A27DB-BD31-4B8C-83A1-F6EECF244321}">
                <p14:modId xmlns:p14="http://schemas.microsoft.com/office/powerpoint/2010/main" val="590955437"/>
              </p:ext>
            </p:extLst>
          </p:nvPr>
        </p:nvGraphicFramePr>
        <p:xfrm>
          <a:off x="88708" y="2203209"/>
          <a:ext cx="8961112" cy="2286000"/>
        </p:xfrm>
        <a:graphic>
          <a:graphicData uri="http://schemas.openxmlformats.org/drawingml/2006/table">
            <a:tbl>
              <a:tblPr/>
              <a:tblGrid>
                <a:gridCol w="1067802">
                  <a:extLst>
                    <a:ext uri="{9D8B030D-6E8A-4147-A177-3AD203B41FA5}">
                      <a16:colId xmlns:a16="http://schemas.microsoft.com/office/drawing/2014/main" val="20000"/>
                    </a:ext>
                  </a:extLst>
                </a:gridCol>
                <a:gridCol w="7893310">
                  <a:extLst>
                    <a:ext uri="{9D8B030D-6E8A-4147-A177-3AD203B41FA5}">
                      <a16:colId xmlns:a16="http://schemas.microsoft.com/office/drawing/2014/main" val="20001"/>
                    </a:ext>
                  </a:extLst>
                </a:gridCol>
              </a:tblGrid>
              <a:tr h="0">
                <a:tc>
                  <a:txBody>
                    <a:bodyPr/>
                    <a:lstStyle/>
                    <a:p>
                      <a:r>
                        <a:rPr lang="en-US" sz="1400">
                          <a:solidFill>
                            <a:srgbClr val="FFFFFF"/>
                          </a:solidFill>
                          <a:latin typeface="Arial"/>
                        </a:rPr>
                        <a:t>Policy</a:t>
                      </a:r>
                      <a:endParaRPr lang="en-US" sz="1400">
                        <a:latin typeface="Arial"/>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a:solidFill>
                            <a:srgbClr val="FFFFFF"/>
                          </a:solidFill>
                          <a:latin typeface="Arial"/>
                        </a:rPr>
                        <a:t>Description</a:t>
                      </a:r>
                      <a:endParaRPr lang="en-US" sz="1400">
                        <a:latin typeface="Arial"/>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400">
                          <a:solidFill>
                            <a:srgbClr val="58585B"/>
                          </a:solidFill>
                          <a:latin typeface="Arial"/>
                        </a:rPr>
                        <a:t>Company policies</a:t>
                      </a:r>
                      <a:endParaRPr lang="en-US" sz="1400">
                        <a:latin typeface="Arial"/>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a:solidFill>
                            <a:srgbClr val="58585B"/>
                          </a:solidFill>
                          <a:latin typeface="Arial"/>
                        </a:rPr>
                        <a:t>They establish the rules of conduct and the responsibilities of both employees and employers. They protect the rights of workers as well as the business interests of employers. </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400">
                          <a:solidFill>
                            <a:srgbClr val="58585B"/>
                          </a:solidFill>
                          <a:latin typeface="Arial"/>
                        </a:rPr>
                        <a:t>Employee policies</a:t>
                      </a:r>
                      <a:endParaRPr lang="en-US" sz="1400">
                        <a:latin typeface="Arial"/>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a:solidFill>
                            <a:srgbClr val="58585B"/>
                          </a:solidFill>
                          <a:latin typeface="Arial"/>
                        </a:rPr>
                        <a:t>They are created and maintained by human resources staff to identify employee salary, pay schedule, employee benefits, work schedule, vacations, and more. They are often provided to new employees to review and sign.</a:t>
                      </a:r>
                      <a:endParaRPr lang="en-US" sz="1400">
                        <a:latin typeface="Arial"/>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400">
                          <a:solidFill>
                            <a:srgbClr val="58585B"/>
                          </a:solidFill>
                          <a:latin typeface="Arial"/>
                        </a:rPr>
                        <a:t>Security policies</a:t>
                      </a:r>
                      <a:endParaRPr lang="en-US" sz="1400">
                        <a:latin typeface="Arial"/>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a:solidFill>
                            <a:srgbClr val="58585B"/>
                          </a:solidFill>
                          <a:latin typeface="Arial"/>
                        </a:rPr>
                        <a:t>They identify a set of security objectives for a company, define the rules of behavior for users and administrators, and specify system requirements. These objectives, rules, and requirements collectively ensure the security of a network and the computer systems in an organization. </a:t>
                      </a:r>
                      <a:endParaRPr lang="en-US" sz="1400">
                        <a:latin typeface="Arial"/>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23</a:t>
            </a:fld>
            <a:endParaRPr lang="en-US"/>
          </a:p>
        </p:txBody>
      </p:sp>
    </p:spTree>
    <p:extLst>
      <p:ext uri="{BB962C8B-B14F-4D97-AF65-F5344CB8AC3E}">
        <p14:creationId xmlns:p14="http://schemas.microsoft.com/office/powerpoint/2010/main" val="40900666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Security Policies, Regulations, and Standards</a:t>
            </a:r>
            <a:endParaRPr lang="en-US" sz="1600"/>
          </a:p>
        </p:txBody>
      </p:sp>
      <p:sp>
        <p:nvSpPr>
          <p:cNvPr id="3" name="Text 0"/>
          <p:cNvSpPr>
            <a:spLocks noGrp="1"/>
          </p:cNvSpPr>
          <p:nvPr>
            <p:ph type="body" idx="100" hasCustomPrompt="1"/>
          </p:nvPr>
        </p:nvSpPr>
        <p:spPr>
          <a:xfrm>
            <a:off x="0" y="274320"/>
            <a:ext cx="9144000" cy="353684"/>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Security Policy</a:t>
            </a:r>
            <a:endParaRPr lang="en-US" sz="2200"/>
          </a:p>
        </p:txBody>
      </p:sp>
      <p:sp>
        <p:nvSpPr>
          <p:cNvPr id="4" name="TextBox 3">
            <a:extLst>
              <a:ext uri="{FF2B5EF4-FFF2-40B4-BE49-F238E27FC236}">
                <a16:creationId xmlns:a16="http://schemas.microsoft.com/office/drawing/2014/main" id="{E81660A1-5B96-AA03-BC8F-0603D2DA9A09}"/>
              </a:ext>
            </a:extLst>
          </p:cNvPr>
          <p:cNvSpPr txBox="1"/>
          <p:nvPr/>
        </p:nvSpPr>
        <p:spPr>
          <a:xfrm>
            <a:off x="159891" y="730296"/>
            <a:ext cx="7985521" cy="33239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a:latin typeface="Arial"/>
                <a:cs typeface="Calibri"/>
              </a:rPr>
              <a:t>A comprehensive security policy has several benefits:</a:t>
            </a:r>
            <a:endParaRPr lang="en-US" sz="1400">
              <a:latin typeface="Arial"/>
              <a:cs typeface="Arial"/>
            </a:endParaRPr>
          </a:p>
          <a:p>
            <a:pPr marL="742950" lvl="1" indent="-285750">
              <a:buFont typeface="Arial"/>
              <a:buChar char="•"/>
            </a:pPr>
            <a:r>
              <a:rPr lang="en-US" sz="1400">
                <a:latin typeface="Arial"/>
                <a:cs typeface="Calibri"/>
              </a:rPr>
              <a:t>Demonstrates an organization’s commitment to security</a:t>
            </a:r>
          </a:p>
          <a:p>
            <a:pPr marL="742950" lvl="1" indent="-285750">
              <a:buFont typeface="Arial"/>
              <a:buChar char="•"/>
            </a:pPr>
            <a:r>
              <a:rPr lang="en-US" sz="1400">
                <a:latin typeface="Arial"/>
                <a:cs typeface="Calibri"/>
              </a:rPr>
              <a:t>Sets the rules for expected behavior</a:t>
            </a:r>
          </a:p>
          <a:p>
            <a:pPr marL="742950" lvl="1" indent="-285750">
              <a:buFont typeface="Arial"/>
              <a:buChar char="•"/>
            </a:pPr>
            <a:r>
              <a:rPr lang="en-US" sz="1400">
                <a:latin typeface="Arial"/>
                <a:cs typeface="Calibri"/>
              </a:rPr>
              <a:t>Ensures consistency in system operations, software and hardware acquisition and use, and maintenance</a:t>
            </a:r>
          </a:p>
          <a:p>
            <a:pPr marL="742950" lvl="1" indent="-285750">
              <a:buFont typeface="Arial"/>
              <a:buChar char="•"/>
            </a:pPr>
            <a:r>
              <a:rPr lang="en-US" sz="1400">
                <a:latin typeface="Arial"/>
                <a:cs typeface="Calibri"/>
              </a:rPr>
              <a:t>Defines the legal consequences of violations</a:t>
            </a:r>
          </a:p>
          <a:p>
            <a:pPr marL="742950" lvl="1" indent="-285750">
              <a:buFont typeface="Arial"/>
              <a:buChar char="•"/>
            </a:pPr>
            <a:r>
              <a:rPr lang="en-US" sz="1400">
                <a:latin typeface="Arial"/>
                <a:cs typeface="Calibri"/>
              </a:rPr>
              <a:t>Gives security staff the backing of management</a:t>
            </a:r>
          </a:p>
          <a:p>
            <a:pPr marL="742950" lvl="1" indent="-285750">
              <a:buFont typeface="Arial"/>
              <a:buChar char="•"/>
            </a:pPr>
            <a:endParaRPr lang="en-US" sz="1400">
              <a:latin typeface="Arial"/>
              <a:cs typeface="Calibri"/>
            </a:endParaRPr>
          </a:p>
          <a:p>
            <a:pPr marL="285750" indent="-285750">
              <a:buFont typeface="Arial"/>
              <a:buChar char="•"/>
            </a:pPr>
            <a:r>
              <a:rPr lang="en-US" sz="1400">
                <a:latin typeface="Arial"/>
                <a:cs typeface="Calibri"/>
              </a:rPr>
              <a:t>Security policies are used to inform users, staff, and managers of an organization’s requirements for protecting technology and information assets. </a:t>
            </a:r>
            <a:endParaRPr lang="en-US" sz="1400">
              <a:latin typeface="Arial"/>
              <a:cs typeface="Arial"/>
            </a:endParaRPr>
          </a:p>
          <a:p>
            <a:endParaRPr lang="en-US" sz="1400">
              <a:latin typeface="Arial"/>
              <a:cs typeface="Calibri"/>
            </a:endParaRPr>
          </a:p>
          <a:p>
            <a:pPr marL="285750" indent="-285750">
              <a:buFont typeface="Arial"/>
              <a:buChar char="•"/>
            </a:pPr>
            <a:r>
              <a:rPr lang="en-US" sz="1400">
                <a:latin typeface="Arial"/>
                <a:cs typeface="Calibri"/>
              </a:rPr>
              <a:t>A security policy also specifies the mechanisms that are needed to meet security requirements and provides a baseline from which to acquire, configure, and audit computer systems and networks for compliance.</a:t>
            </a:r>
            <a:endParaRPr lang="en-US" sz="1400">
              <a:latin typeface="Arial"/>
              <a:cs typeface="Arial"/>
            </a:endParaRPr>
          </a:p>
          <a:p>
            <a:pPr algn="l"/>
            <a:endParaRPr lang="en-US" sz="1400">
              <a:latin typeface="Arial"/>
              <a:cs typeface="Calibri"/>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Security Policies, Regulations, and Standards</a:t>
            </a:r>
            <a:endParaRPr lang="en-US" sz="1600"/>
          </a:p>
        </p:txBody>
      </p:sp>
      <p:sp>
        <p:nvSpPr>
          <p:cNvPr id="3" name="Text 0"/>
          <p:cNvSpPr>
            <a:spLocks noGrp="1"/>
          </p:cNvSpPr>
          <p:nvPr>
            <p:ph type="body" idx="100" hasCustomPrompt="1"/>
          </p:nvPr>
        </p:nvSpPr>
        <p:spPr>
          <a:xfrm>
            <a:off x="0" y="274320"/>
            <a:ext cx="9144000" cy="429165"/>
          </a:xfrm>
          <a:prstGeom prst="rect">
            <a:avLst/>
          </a:prstGeom>
          <a:noFill/>
          <a:ln/>
        </p:spPr>
        <p:txBody>
          <a:bodyPr wrap="square" lIns="91440" tIns="45720" rIns="91440" bIns="45720" rtlCol="0" anchor="t"/>
          <a:lstStyle/>
          <a:p>
            <a:r>
              <a:rPr lang="en-US" sz="2200">
                <a:solidFill>
                  <a:srgbClr val="024C69"/>
                </a:solidFill>
                <a:latin typeface="Arial"/>
                <a:cs typeface="Arial"/>
              </a:rPr>
              <a:t>Security Policy</a:t>
            </a:r>
            <a:r>
              <a:rPr lang="en-US">
                <a:latin typeface="Arial"/>
                <a:cs typeface="Arial"/>
              </a:rPr>
              <a:t> (Cont.)</a:t>
            </a:r>
            <a:endParaRPr lang="en-US" sz="2200"/>
          </a:p>
        </p:txBody>
      </p:sp>
      <p:graphicFrame>
        <p:nvGraphicFramePr>
          <p:cNvPr id="32" name="Table 0"/>
          <p:cNvGraphicFramePr>
            <a:graphicFrameLocks noGrp="1"/>
          </p:cNvGraphicFramePr>
          <p:nvPr>
            <p:extLst>
              <p:ext uri="{D42A27DB-BD31-4B8C-83A1-F6EECF244321}">
                <p14:modId xmlns:p14="http://schemas.microsoft.com/office/powerpoint/2010/main" val="2548379556"/>
              </p:ext>
            </p:extLst>
          </p:nvPr>
        </p:nvGraphicFramePr>
        <p:xfrm>
          <a:off x="91440" y="1245742"/>
          <a:ext cx="8961113" cy="2987040"/>
        </p:xfrm>
        <a:graphic>
          <a:graphicData uri="http://schemas.openxmlformats.org/drawingml/2006/table">
            <a:tbl>
              <a:tblPr/>
              <a:tblGrid>
                <a:gridCol w="2519795">
                  <a:extLst>
                    <a:ext uri="{9D8B030D-6E8A-4147-A177-3AD203B41FA5}">
                      <a16:colId xmlns:a16="http://schemas.microsoft.com/office/drawing/2014/main" val="20000"/>
                    </a:ext>
                  </a:extLst>
                </a:gridCol>
                <a:gridCol w="6441318">
                  <a:extLst>
                    <a:ext uri="{9D8B030D-6E8A-4147-A177-3AD203B41FA5}">
                      <a16:colId xmlns:a16="http://schemas.microsoft.com/office/drawing/2014/main" val="20001"/>
                    </a:ext>
                  </a:extLst>
                </a:gridCol>
              </a:tblGrid>
              <a:tr h="0">
                <a:tc>
                  <a:txBody>
                    <a:bodyPr/>
                    <a:lstStyle/>
                    <a:p>
                      <a:r>
                        <a:rPr lang="en-US" sz="1400">
                          <a:solidFill>
                            <a:srgbClr val="FFFFFF"/>
                          </a:solidFill>
                          <a:latin typeface="Arial"/>
                        </a:rPr>
                        <a:t>Policy</a:t>
                      </a:r>
                      <a:endParaRPr lang="en-US" sz="1400">
                        <a:latin typeface="Arial"/>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a:solidFill>
                            <a:srgbClr val="FFFFFF"/>
                          </a:solidFill>
                          <a:latin typeface="Arial"/>
                        </a:rPr>
                        <a:t>Description</a:t>
                      </a:r>
                      <a:endParaRPr lang="en-US" sz="1400">
                        <a:latin typeface="Arial"/>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400">
                          <a:solidFill>
                            <a:srgbClr val="58585B"/>
                          </a:solidFill>
                          <a:latin typeface="Arial"/>
                        </a:rPr>
                        <a:t>Identification and authentication policy</a:t>
                      </a:r>
                      <a:endParaRPr lang="en-US" sz="1400">
                        <a:latin typeface="Arial"/>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a:solidFill>
                            <a:srgbClr val="58585B"/>
                          </a:solidFill>
                          <a:latin typeface="Arial"/>
                        </a:rPr>
                        <a:t>Specifies authorized persons that can have access to network resources and identity verification procedures.</a:t>
                      </a:r>
                      <a:endParaRPr lang="en-US" sz="1400">
                        <a:latin typeface="Arial"/>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400">
                          <a:solidFill>
                            <a:srgbClr val="58585B"/>
                          </a:solidFill>
                          <a:latin typeface="Arial"/>
                        </a:rPr>
                        <a:t>Password policies</a:t>
                      </a:r>
                      <a:endParaRPr lang="en-US" sz="1400">
                        <a:latin typeface="Arial"/>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a:solidFill>
                            <a:srgbClr val="58585B"/>
                          </a:solidFill>
                          <a:latin typeface="Arial"/>
                        </a:rPr>
                        <a:t>Ensures passwords meet minimum requirements and are changed regularly.</a:t>
                      </a:r>
                      <a:endParaRPr lang="en-US" sz="1400">
                        <a:latin typeface="Arial"/>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400">
                          <a:solidFill>
                            <a:srgbClr val="58585B"/>
                          </a:solidFill>
                          <a:latin typeface="Arial"/>
                        </a:rPr>
                        <a:t>Acceptable Use Policy (AUP)</a:t>
                      </a:r>
                      <a:endParaRPr lang="en-US" sz="1400">
                        <a:latin typeface="Arial"/>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a:solidFill>
                            <a:srgbClr val="58585B"/>
                          </a:solidFill>
                          <a:latin typeface="Arial"/>
                        </a:rPr>
                        <a:t>Identifies network applications and uses that are acceptable to the organization. </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400">
                          <a:solidFill>
                            <a:srgbClr val="58585B"/>
                          </a:solidFill>
                          <a:latin typeface="Arial"/>
                        </a:rPr>
                        <a:t>Remote access policy</a:t>
                      </a:r>
                      <a:endParaRPr lang="en-US" sz="1400">
                        <a:latin typeface="Arial"/>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a:solidFill>
                            <a:srgbClr val="58585B"/>
                          </a:solidFill>
                          <a:latin typeface="Arial"/>
                        </a:rPr>
                        <a:t>Identifies how remote users can access a network and what is accessible via remote connectivity.</a:t>
                      </a:r>
                      <a:endParaRPr lang="en-US" sz="1400">
                        <a:latin typeface="Arial"/>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400">
                          <a:solidFill>
                            <a:srgbClr val="58585B"/>
                          </a:solidFill>
                          <a:latin typeface="Arial"/>
                        </a:rPr>
                        <a:t>Network maintenance policy</a:t>
                      </a:r>
                      <a:endParaRPr lang="en-US" sz="1400">
                        <a:latin typeface="Arial"/>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a:solidFill>
                            <a:srgbClr val="58585B"/>
                          </a:solidFill>
                          <a:latin typeface="Arial"/>
                        </a:rPr>
                        <a:t>Specifies network device operating systems and end user application update procedures.</a:t>
                      </a:r>
                      <a:endParaRPr lang="en-US" sz="1400">
                        <a:latin typeface="Arial"/>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400">
                          <a:solidFill>
                            <a:srgbClr val="58585B"/>
                          </a:solidFill>
                          <a:latin typeface="Arial"/>
                        </a:rPr>
                        <a:t>Incident handling procedures</a:t>
                      </a:r>
                      <a:endParaRPr lang="en-US" sz="1400">
                        <a:latin typeface="Arial"/>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a:solidFill>
                            <a:srgbClr val="58585B"/>
                          </a:solidFill>
                          <a:latin typeface="Arial"/>
                        </a:rPr>
                        <a:t>Describes how security incidents are handled.</a:t>
                      </a:r>
                      <a:endParaRPr lang="en-US" sz="1400">
                        <a:latin typeface="Arial"/>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25</a:t>
            </a:fld>
            <a:endParaRPr lang="en-US"/>
          </a:p>
        </p:txBody>
      </p:sp>
      <p:sp>
        <p:nvSpPr>
          <p:cNvPr id="4" name="CaixaDeTexto 3">
            <a:extLst>
              <a:ext uri="{FF2B5EF4-FFF2-40B4-BE49-F238E27FC236}">
                <a16:creationId xmlns:a16="http://schemas.microsoft.com/office/drawing/2014/main" id="{35CDA283-15E0-F69B-5826-CE401EA7EA1F}"/>
              </a:ext>
            </a:extLst>
          </p:cNvPr>
          <p:cNvSpPr txBox="1"/>
          <p:nvPr/>
        </p:nvSpPr>
        <p:spPr>
          <a:xfrm>
            <a:off x="108121" y="818635"/>
            <a:ext cx="837170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Arial"/>
                <a:ea typeface="+mn-lt"/>
                <a:cs typeface="+mn-lt"/>
              </a:rPr>
              <a:t>Policies in a security policy may include:</a:t>
            </a:r>
            <a:endParaRPr lang="en-US" sz="1400">
              <a:latin typeface="Arial"/>
              <a:cs typeface="Calibri"/>
            </a:endParaRPr>
          </a:p>
        </p:txBody>
      </p:sp>
    </p:spTree>
    <p:extLst>
      <p:ext uri="{BB962C8B-B14F-4D97-AF65-F5344CB8AC3E}">
        <p14:creationId xmlns:p14="http://schemas.microsoft.com/office/powerpoint/2010/main" val="2927669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Security Policies, Regulations, and Standards</a:t>
            </a:r>
            <a:endParaRPr lang="en-US" sz="1600"/>
          </a:p>
        </p:txBody>
      </p:sp>
      <p:sp>
        <p:nvSpPr>
          <p:cNvPr id="3" name="Text 0"/>
          <p:cNvSpPr>
            <a:spLocks noGrp="1"/>
          </p:cNvSpPr>
          <p:nvPr>
            <p:ph type="body" idx="100" hasCustomPrompt="1"/>
          </p:nvPr>
        </p:nvSpPr>
        <p:spPr>
          <a:xfrm>
            <a:off x="0" y="274320"/>
            <a:ext cx="9144000" cy="418382"/>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BYOD Policies</a:t>
            </a:r>
            <a:endParaRPr lang="en-US" sz="2200"/>
          </a:p>
        </p:txBody>
      </p:sp>
      <p:sp>
        <p:nvSpPr>
          <p:cNvPr id="5" name="TextBox 4">
            <a:extLst>
              <a:ext uri="{FF2B5EF4-FFF2-40B4-BE49-F238E27FC236}">
                <a16:creationId xmlns:a16="http://schemas.microsoft.com/office/drawing/2014/main" id="{06E76AFF-736A-B78E-6793-5ADF918971E5}"/>
              </a:ext>
            </a:extLst>
          </p:cNvPr>
          <p:cNvSpPr txBox="1"/>
          <p:nvPr/>
        </p:nvSpPr>
        <p:spPr>
          <a:xfrm>
            <a:off x="136893" y="894147"/>
            <a:ext cx="8054937"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a:latin typeface="Arial"/>
                <a:ea typeface="+mn-lt"/>
                <a:cs typeface="+mn-lt"/>
              </a:rPr>
              <a:t>Many organizations must now also support Bring Your Own Device (BYOD), enabling employees to use their own mobile devices to access company systems, software, networks, or information. </a:t>
            </a:r>
          </a:p>
          <a:p>
            <a:pPr marL="285750" indent="-285750">
              <a:buFont typeface="Arial"/>
              <a:buChar char="•"/>
            </a:pPr>
            <a:endParaRPr lang="en-US" sz="1400">
              <a:latin typeface="Arial"/>
              <a:ea typeface="+mn-lt"/>
              <a:cs typeface="+mn-lt"/>
            </a:endParaRPr>
          </a:p>
          <a:p>
            <a:pPr marL="285750" indent="-285750">
              <a:buFont typeface="Arial"/>
              <a:buChar char="•"/>
            </a:pPr>
            <a:r>
              <a:rPr lang="en-US" sz="1400">
                <a:latin typeface="Arial"/>
                <a:ea typeface="+mn-lt"/>
                <a:cs typeface="+mn-lt"/>
              </a:rPr>
              <a:t>It provides several key benefits to enterprises, including increased productivity, reduced IT and operating costs, better mobility for employees, and greater appeal when it comes to hiring and retaining employees.</a:t>
            </a:r>
            <a:endParaRPr lang="en-US" sz="1400">
              <a:latin typeface="Arial"/>
              <a:cs typeface="Calibri"/>
            </a:endParaRPr>
          </a:p>
          <a:p>
            <a:endParaRPr lang="en-US" sz="1400">
              <a:latin typeface="Arial"/>
              <a:ea typeface="+mn-lt"/>
              <a:cs typeface="+mn-lt"/>
            </a:endParaRPr>
          </a:p>
          <a:p>
            <a:r>
              <a:rPr lang="en-US" sz="1400">
                <a:latin typeface="Arial"/>
                <a:ea typeface="+mn-lt"/>
                <a:cs typeface="+mn-lt"/>
              </a:rPr>
              <a:t>A BYOD security policy should be developed to accomplish the following:</a:t>
            </a:r>
            <a:endParaRPr lang="en-US" sz="1400">
              <a:latin typeface="Arial"/>
              <a:cs typeface="Arial"/>
            </a:endParaRPr>
          </a:p>
          <a:p>
            <a:pPr marL="742950" lvl="1" indent="-285750">
              <a:buFont typeface="Arial"/>
              <a:buChar char="•"/>
            </a:pPr>
            <a:r>
              <a:rPr lang="en-US" sz="1400">
                <a:latin typeface="Arial"/>
                <a:ea typeface="+mn-lt"/>
                <a:cs typeface="+mn-lt"/>
              </a:rPr>
              <a:t>Specify the goals of the BYOD program.</a:t>
            </a:r>
            <a:endParaRPr lang="en-US" sz="1400">
              <a:latin typeface="Arial"/>
              <a:cs typeface="Arial"/>
            </a:endParaRPr>
          </a:p>
          <a:p>
            <a:pPr marL="742950" lvl="1" indent="-285750">
              <a:buFont typeface="Arial"/>
              <a:buChar char="•"/>
            </a:pPr>
            <a:r>
              <a:rPr lang="en-US" sz="1400">
                <a:latin typeface="Arial"/>
                <a:ea typeface="+mn-lt"/>
                <a:cs typeface="+mn-lt"/>
              </a:rPr>
              <a:t>Identify which employees can bring their own devices.</a:t>
            </a:r>
            <a:endParaRPr lang="en-US" sz="1400">
              <a:latin typeface="Arial"/>
              <a:cs typeface="Arial"/>
            </a:endParaRPr>
          </a:p>
          <a:p>
            <a:pPr marL="742950" lvl="1" indent="-285750">
              <a:buFont typeface="Arial"/>
              <a:buChar char="•"/>
            </a:pPr>
            <a:r>
              <a:rPr lang="en-US" sz="1400">
                <a:latin typeface="Arial"/>
                <a:ea typeface="+mn-lt"/>
                <a:cs typeface="+mn-lt"/>
              </a:rPr>
              <a:t>Identify which devices will be supported.</a:t>
            </a:r>
            <a:endParaRPr lang="en-US" sz="1400">
              <a:latin typeface="Arial"/>
              <a:cs typeface="Arial"/>
            </a:endParaRPr>
          </a:p>
          <a:p>
            <a:pPr marL="742950" lvl="1" indent="-285750">
              <a:buFont typeface="Arial"/>
              <a:buChar char="•"/>
            </a:pPr>
            <a:r>
              <a:rPr lang="en-US" sz="1400">
                <a:latin typeface="Arial"/>
                <a:ea typeface="+mn-lt"/>
                <a:cs typeface="+mn-lt"/>
              </a:rPr>
              <a:t>Identify the level of access employees are granted when using personal devices.</a:t>
            </a:r>
            <a:endParaRPr lang="en-US" sz="1400">
              <a:latin typeface="Arial"/>
              <a:cs typeface="Arial"/>
            </a:endParaRPr>
          </a:p>
          <a:p>
            <a:pPr marL="742950" lvl="1" indent="-285750">
              <a:buFont typeface="Arial"/>
              <a:buChar char="•"/>
            </a:pPr>
            <a:r>
              <a:rPr lang="en-US" sz="1400">
                <a:latin typeface="Arial"/>
                <a:ea typeface="+mn-lt"/>
                <a:cs typeface="+mn-lt"/>
              </a:rPr>
              <a:t>Describe the rights to access and activities permitted to security personnel on the device.</a:t>
            </a:r>
            <a:endParaRPr lang="en-US" sz="1400">
              <a:latin typeface="Arial"/>
              <a:cs typeface="Arial"/>
            </a:endParaRPr>
          </a:p>
          <a:p>
            <a:pPr marL="742950" lvl="1" indent="-285750">
              <a:buFont typeface="Arial"/>
              <a:buChar char="•"/>
            </a:pPr>
            <a:r>
              <a:rPr lang="en-US" sz="1400">
                <a:latin typeface="Arial"/>
                <a:ea typeface="+mn-lt"/>
                <a:cs typeface="+mn-lt"/>
              </a:rPr>
              <a:t>Identify which regulations must be adhered to when using employee devices.</a:t>
            </a:r>
            <a:endParaRPr lang="en-US" sz="1400">
              <a:latin typeface="Arial"/>
              <a:cs typeface="Arial"/>
            </a:endParaRPr>
          </a:p>
          <a:p>
            <a:pPr marL="742950" lvl="1" indent="-285750">
              <a:buFont typeface="Arial"/>
              <a:buChar char="•"/>
            </a:pPr>
            <a:r>
              <a:rPr lang="en-US" sz="1400">
                <a:latin typeface="Arial"/>
                <a:ea typeface="+mn-lt"/>
                <a:cs typeface="+mn-lt"/>
              </a:rPr>
              <a:t>Identify safeguards to put in place if a device is compromised.</a:t>
            </a:r>
            <a:endParaRPr lang="en-US" sz="1400">
              <a:latin typeface="Arial"/>
              <a:cs typeface="Calibri"/>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Security Policies, Regulations, and Standards</a:t>
            </a:r>
            <a:endParaRPr lang="en-US" sz="1600"/>
          </a:p>
        </p:txBody>
      </p:sp>
      <p:sp>
        <p:nvSpPr>
          <p:cNvPr id="3" name="Text 0"/>
          <p:cNvSpPr>
            <a:spLocks noGrp="1"/>
          </p:cNvSpPr>
          <p:nvPr>
            <p:ph type="body" idx="100" hasCustomPrompt="1"/>
          </p:nvPr>
        </p:nvSpPr>
        <p:spPr>
          <a:xfrm>
            <a:off x="0" y="274320"/>
            <a:ext cx="9144000" cy="375250"/>
          </a:xfrm>
          <a:prstGeom prst="rect">
            <a:avLst/>
          </a:prstGeom>
          <a:noFill/>
          <a:ln/>
        </p:spPr>
        <p:txBody>
          <a:bodyPr wrap="square" lIns="91440" tIns="45720" rIns="91440" bIns="45720" rtlCol="0" anchor="t"/>
          <a:lstStyle/>
          <a:p>
            <a:r>
              <a:rPr lang="en-US" sz="2200">
                <a:solidFill>
                  <a:srgbClr val="024C69"/>
                </a:solidFill>
                <a:latin typeface="Arial"/>
                <a:cs typeface="Arial"/>
              </a:rPr>
              <a:t>BYOD Policies</a:t>
            </a:r>
            <a:r>
              <a:rPr lang="en-US">
                <a:latin typeface="Arial"/>
                <a:cs typeface="Arial"/>
              </a:rPr>
              <a:t> (Cont.)</a:t>
            </a:r>
            <a:endParaRPr lang="en-US" sz="2200"/>
          </a:p>
        </p:txBody>
      </p:sp>
      <p:sp>
        <p:nvSpPr>
          <p:cNvPr id="4" name="TextBox 3">
            <a:extLst>
              <a:ext uri="{FF2B5EF4-FFF2-40B4-BE49-F238E27FC236}">
                <a16:creationId xmlns:a16="http://schemas.microsoft.com/office/drawing/2014/main" id="{E3B9F206-C5BC-CBD8-81B6-9A58CAA83F5D}"/>
              </a:ext>
            </a:extLst>
          </p:cNvPr>
          <p:cNvSpPr txBox="1"/>
          <p:nvPr/>
        </p:nvSpPr>
        <p:spPr>
          <a:xfrm>
            <a:off x="85118" y="902101"/>
            <a:ext cx="839552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Arial"/>
              </a:rPr>
              <a:t>The following are BYOD security best practices to help mitigate BYOD vulnerabilities:</a:t>
            </a:r>
            <a:endParaRPr lang="en-US" sz="1400">
              <a:latin typeface="Arial"/>
              <a:cs typeface="Calibri"/>
            </a:endParaRPr>
          </a:p>
        </p:txBody>
      </p:sp>
      <p:graphicFrame>
        <p:nvGraphicFramePr>
          <p:cNvPr id="33" name="Table 0"/>
          <p:cNvGraphicFramePr>
            <a:graphicFrameLocks noGrp="1"/>
          </p:cNvGraphicFramePr>
          <p:nvPr>
            <p:extLst>
              <p:ext uri="{D42A27DB-BD31-4B8C-83A1-F6EECF244321}">
                <p14:modId xmlns:p14="http://schemas.microsoft.com/office/powerpoint/2010/main" val="399487060"/>
              </p:ext>
            </p:extLst>
          </p:nvPr>
        </p:nvGraphicFramePr>
        <p:xfrm>
          <a:off x="80367" y="1263972"/>
          <a:ext cx="8961117" cy="3295114"/>
        </p:xfrm>
        <a:graphic>
          <a:graphicData uri="http://schemas.openxmlformats.org/drawingml/2006/table">
            <a:tbl>
              <a:tblPr/>
              <a:tblGrid>
                <a:gridCol w="3212756">
                  <a:extLst>
                    <a:ext uri="{9D8B030D-6E8A-4147-A177-3AD203B41FA5}">
                      <a16:colId xmlns:a16="http://schemas.microsoft.com/office/drawing/2014/main" val="20000"/>
                    </a:ext>
                  </a:extLst>
                </a:gridCol>
                <a:gridCol w="5748361">
                  <a:extLst>
                    <a:ext uri="{9D8B030D-6E8A-4147-A177-3AD203B41FA5}">
                      <a16:colId xmlns:a16="http://schemas.microsoft.com/office/drawing/2014/main" val="20001"/>
                    </a:ext>
                  </a:extLst>
                </a:gridCol>
              </a:tblGrid>
              <a:tr h="308074">
                <a:tc>
                  <a:txBody>
                    <a:bodyPr/>
                    <a:lstStyle/>
                    <a:p>
                      <a:r>
                        <a:rPr lang="en-US" sz="1400" kern="1200">
                          <a:solidFill>
                            <a:schemeClr val="bg1"/>
                          </a:solidFill>
                          <a:latin typeface="Arial"/>
                          <a:ea typeface="+mn-ea"/>
                          <a:cs typeface="+mn-cs"/>
                        </a:rPr>
                        <a:t>Best Practice</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kern="1200">
                          <a:solidFill>
                            <a:schemeClr val="bg1"/>
                          </a:solidFill>
                          <a:latin typeface="Arial"/>
                          <a:ea typeface="+mn-ea"/>
                          <a:cs typeface="+mn-cs"/>
                        </a:rPr>
                        <a:t>Description</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400" kern="1200">
                          <a:solidFill>
                            <a:schemeClr val="tx1"/>
                          </a:solidFill>
                          <a:latin typeface="Arial"/>
                          <a:ea typeface="+mn-ea"/>
                          <a:cs typeface="+mn-cs"/>
                        </a:rPr>
                        <a:t>Password protected access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kern="1200">
                          <a:solidFill>
                            <a:schemeClr val="tx1"/>
                          </a:solidFill>
                          <a:latin typeface="Arial"/>
                          <a:ea typeface="+mn-ea"/>
                          <a:cs typeface="+mn-cs"/>
                        </a:rPr>
                        <a:t>Use unique passwords for each device and account.</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400" kern="1200">
                          <a:solidFill>
                            <a:schemeClr val="tx1"/>
                          </a:solidFill>
                          <a:latin typeface="Arial"/>
                          <a:ea typeface="+mn-ea"/>
                          <a:cs typeface="+mn-cs"/>
                        </a:rPr>
                        <a:t>Manually control wireless connectivity</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kern="1200">
                          <a:solidFill>
                            <a:schemeClr val="tx1"/>
                          </a:solidFill>
                          <a:latin typeface="Arial"/>
                          <a:ea typeface="+mn-ea"/>
                          <a:cs typeface="+mn-cs"/>
                        </a:rPr>
                        <a:t>Turn off Wi-Fi and Bluetooth connectivity when not in use. Connect only to trusted networks.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400" kern="1200">
                          <a:solidFill>
                            <a:schemeClr val="tx1"/>
                          </a:solidFill>
                          <a:latin typeface="Arial"/>
                          <a:ea typeface="+mn-ea"/>
                          <a:cs typeface="+mn-cs"/>
                        </a:rPr>
                        <a:t>Keep updated</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kern="1200">
                          <a:solidFill>
                            <a:schemeClr val="tx1"/>
                          </a:solidFill>
                          <a:latin typeface="Arial"/>
                          <a:ea typeface="+mn-ea"/>
                          <a:cs typeface="+mn-cs"/>
                        </a:rPr>
                        <a:t>Always keep the device OS and other software updated. Updated software often contains security patches to mitigate against the latest threats or exploits.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400" kern="1200">
                          <a:solidFill>
                            <a:schemeClr val="tx1"/>
                          </a:solidFill>
                          <a:latin typeface="Arial"/>
                          <a:ea typeface="+mn-ea"/>
                          <a:cs typeface="+mn-cs"/>
                        </a:rPr>
                        <a:t>Back up data</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kern="1200">
                          <a:solidFill>
                            <a:schemeClr val="tx1"/>
                          </a:solidFill>
                          <a:latin typeface="Arial"/>
                          <a:ea typeface="+mn-ea"/>
                          <a:cs typeface="+mn-cs"/>
                        </a:rPr>
                        <a:t>Enable backup of the device in case it is lost or stolen.</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400" kern="1200">
                          <a:solidFill>
                            <a:schemeClr val="tx1"/>
                          </a:solidFill>
                          <a:latin typeface="Arial"/>
                          <a:ea typeface="+mn-ea"/>
                          <a:cs typeface="+mn-cs"/>
                        </a:rPr>
                        <a:t>Enable “Find my Device”</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kern="1200">
                          <a:solidFill>
                            <a:schemeClr val="tx1"/>
                          </a:solidFill>
                          <a:latin typeface="Arial"/>
                          <a:ea typeface="+mn-ea"/>
                          <a:cs typeface="+mn-cs"/>
                        </a:rPr>
                        <a:t>Subscribe to a device locator service with remote wipe feature.</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400" kern="1200">
                          <a:solidFill>
                            <a:schemeClr val="tx1"/>
                          </a:solidFill>
                          <a:latin typeface="Arial"/>
                          <a:ea typeface="+mn-ea"/>
                          <a:cs typeface="+mn-cs"/>
                        </a:rPr>
                        <a:t>Provide antivirus software</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kern="1200">
                          <a:solidFill>
                            <a:schemeClr val="tx1"/>
                          </a:solidFill>
                          <a:latin typeface="Arial"/>
                          <a:ea typeface="+mn-ea"/>
                          <a:cs typeface="+mn-cs"/>
                        </a:rPr>
                        <a:t>Provide antivirus software for approved BYOD devices.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r h="0">
                <a:tc>
                  <a:txBody>
                    <a:bodyPr/>
                    <a:lstStyle/>
                    <a:p>
                      <a:r>
                        <a:rPr lang="en-US" sz="1400" kern="1200">
                          <a:solidFill>
                            <a:schemeClr val="tx1"/>
                          </a:solidFill>
                          <a:latin typeface="Arial"/>
                          <a:ea typeface="+mn-ea"/>
                          <a:cs typeface="+mn-cs"/>
                        </a:rPr>
                        <a:t>Use Mobile Device Management (MDM) software</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kern="1200">
                          <a:solidFill>
                            <a:schemeClr val="tx1"/>
                          </a:solidFill>
                          <a:latin typeface="Arial"/>
                          <a:ea typeface="+mn-ea"/>
                          <a:cs typeface="+mn-cs"/>
                        </a:rPr>
                        <a:t>It enables IT teams to implement security settings and software configurations on all devices that connect to company networks.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27</a:t>
            </a:fld>
            <a:endParaRPr lang="en-US"/>
          </a:p>
        </p:txBody>
      </p:sp>
    </p:spTree>
    <p:extLst>
      <p:ext uri="{BB962C8B-B14F-4D97-AF65-F5344CB8AC3E}">
        <p14:creationId xmlns:p14="http://schemas.microsoft.com/office/powerpoint/2010/main" val="39759938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Security Policies, Regulations, and Standards</a:t>
            </a:r>
            <a:endParaRPr lang="en-US" sz="1600"/>
          </a:p>
        </p:txBody>
      </p:sp>
      <p:sp>
        <p:nvSpPr>
          <p:cNvPr id="3" name="Text 0"/>
          <p:cNvSpPr>
            <a:spLocks noGrp="1"/>
          </p:cNvSpPr>
          <p:nvPr>
            <p:ph type="body" idx="100" hasCustomPrompt="1"/>
          </p:nvPr>
        </p:nvSpPr>
        <p:spPr>
          <a:xfrm>
            <a:off x="0" y="274320"/>
            <a:ext cx="9144000" cy="450731"/>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Regulatory and Standards Compliance</a:t>
            </a:r>
            <a:endParaRPr lang="en-US" sz="2200"/>
          </a:p>
        </p:txBody>
      </p:sp>
      <p:sp>
        <p:nvSpPr>
          <p:cNvPr id="5" name="Text 2"/>
          <p:cNvSpPr/>
          <p:nvPr/>
        </p:nvSpPr>
        <p:spPr>
          <a:xfrm>
            <a:off x="164272" y="965956"/>
            <a:ext cx="8229600" cy="2690363"/>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ea typeface="Arial" pitchFamily="34" charset="-122"/>
                <a:cs typeface="Arial"/>
              </a:rPr>
              <a:t>There are also external regulations regarding network security. </a:t>
            </a:r>
            <a:endParaRPr lang="en-US">
              <a:solidFill>
                <a:srgbClr val="000000"/>
              </a:solidFill>
              <a:latin typeface="Calibri" panose="020F0502020204030204"/>
              <a:ea typeface="Arial" pitchFamily="34" charset="-122"/>
              <a:cs typeface="Calibri" panose="020F0502020204030204"/>
            </a:endParaRPr>
          </a:p>
          <a:p>
            <a:endParaRPr lang="en-US" sz="1400">
              <a:solidFill>
                <a:srgbClr val="000000"/>
              </a:solidFill>
              <a:latin typeface="Arial" pitchFamily="34" charset="-122"/>
              <a:ea typeface="Arial" pitchFamily="34" charset="-122"/>
              <a:cs typeface="Arial"/>
            </a:endParaRPr>
          </a:p>
          <a:p>
            <a:pPr marL="285750" indent="-285750">
              <a:buFont typeface="Arial"/>
              <a:buChar char="•"/>
            </a:pPr>
            <a:r>
              <a:rPr lang="en-US" sz="1400">
                <a:solidFill>
                  <a:srgbClr val="000000"/>
                </a:solidFill>
                <a:latin typeface="Arial"/>
                <a:ea typeface="Arial" pitchFamily="34" charset="-122"/>
                <a:cs typeface="Arial"/>
              </a:rPr>
              <a:t>Network security professionals must be familiar with the laws and codes of ethics that are binding on Information Systems Security (INFOSEC) professionals.</a:t>
            </a:r>
            <a:endParaRPr lang="en-US">
              <a:cs typeface="Calibri" panose="020F0502020204030204"/>
            </a:endParaRPr>
          </a:p>
          <a:p>
            <a:endParaRPr lang="en-US" sz="1400">
              <a:solidFill>
                <a:srgbClr val="000000"/>
              </a:solidFill>
              <a:latin typeface="Arial"/>
              <a:ea typeface="Arial" pitchFamily="34" charset="-122"/>
              <a:cs typeface="Arial"/>
            </a:endParaRPr>
          </a:p>
          <a:p>
            <a:pPr marL="285750" indent="-285750">
              <a:buFont typeface="Arial"/>
              <a:buChar char="•"/>
            </a:pPr>
            <a:r>
              <a:rPr lang="en-US" sz="1400">
                <a:solidFill>
                  <a:srgbClr val="000000"/>
                </a:solidFill>
                <a:latin typeface="Arial"/>
                <a:ea typeface="Arial" pitchFamily="34" charset="-122"/>
                <a:cs typeface="Arial"/>
              </a:rPr>
              <a:t>Many organizations are mandated to develop and implement security policies. </a:t>
            </a:r>
            <a:endParaRPr lang="en-US">
              <a:solidFill>
                <a:srgbClr val="000000"/>
              </a:solidFill>
              <a:latin typeface="Calibri" panose="020F0502020204030204"/>
              <a:ea typeface="Arial" pitchFamily="34" charset="-122"/>
              <a:cs typeface="Calibri" panose="020F0502020204030204"/>
            </a:endParaRPr>
          </a:p>
          <a:p>
            <a:pPr marL="285750" indent="-285750">
              <a:buFont typeface="Arial"/>
              <a:buChar char="•"/>
            </a:pPr>
            <a:endParaRPr lang="en-US" sz="1400">
              <a:solidFill>
                <a:srgbClr val="000000"/>
              </a:solidFill>
              <a:latin typeface="Arial"/>
              <a:ea typeface="Arial" pitchFamily="34" charset="-122"/>
              <a:cs typeface="Arial"/>
            </a:endParaRPr>
          </a:p>
          <a:p>
            <a:pPr marL="285750" indent="-285750">
              <a:buFont typeface="Arial"/>
              <a:buChar char="•"/>
            </a:pPr>
            <a:r>
              <a:rPr lang="en-US" sz="1400">
                <a:solidFill>
                  <a:srgbClr val="000000"/>
                </a:solidFill>
                <a:latin typeface="Arial"/>
                <a:ea typeface="Arial" pitchFamily="34" charset="-122"/>
                <a:cs typeface="Arial"/>
              </a:rPr>
              <a:t>Compliance regulations define what organizations are responsible for providing and the liability if they fail to comply. </a:t>
            </a:r>
            <a:endParaRPr lang="en-US">
              <a:solidFill>
                <a:srgbClr val="000000"/>
              </a:solidFill>
              <a:latin typeface="Calibri" panose="020F0502020204030204"/>
              <a:ea typeface="Arial" pitchFamily="34" charset="-122"/>
              <a:cs typeface="Calibri" panose="020F0502020204030204"/>
            </a:endParaRPr>
          </a:p>
          <a:p>
            <a:pPr marL="285750" indent="-285750">
              <a:buFont typeface="Arial"/>
              <a:buChar char="•"/>
            </a:pPr>
            <a:endParaRPr lang="en-US" sz="1400">
              <a:solidFill>
                <a:srgbClr val="000000"/>
              </a:solidFill>
              <a:latin typeface="Arial"/>
              <a:ea typeface="Arial" pitchFamily="34" charset="-122"/>
              <a:cs typeface="Arial"/>
            </a:endParaRPr>
          </a:p>
          <a:p>
            <a:pPr marL="285750" indent="-285750">
              <a:buFont typeface="Arial"/>
              <a:buChar char="•"/>
            </a:pPr>
            <a:r>
              <a:rPr lang="en-US" sz="1400">
                <a:solidFill>
                  <a:srgbClr val="000000"/>
                </a:solidFill>
                <a:latin typeface="Arial"/>
                <a:ea typeface="Arial" pitchFamily="34" charset="-122"/>
                <a:cs typeface="Arial"/>
              </a:rPr>
              <a:t>The compliance regulations that an organization is obligated to follow depend on the type of organization and the data that the organization handles. </a:t>
            </a:r>
            <a:endParaRPr lang="en-US">
              <a:solidFill>
                <a:srgbClr val="000000"/>
              </a:solidFill>
              <a:latin typeface="Calibri" panose="020F0502020204030204"/>
              <a:ea typeface="Arial" pitchFamily="34" charset="-122"/>
              <a:cs typeface="Calibri" panose="020F0502020204030204"/>
            </a:endParaRPr>
          </a:p>
          <a:p>
            <a:endParaRPr lang="en-US" sz="1400">
              <a:latin typeface="Arial"/>
              <a:cs typeface="Arial"/>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Security Policies, Regulations, and Standards</a:t>
            </a:r>
            <a:endParaRPr lang="en-US" sz="1600"/>
          </a:p>
        </p:txBody>
      </p:sp>
      <p:sp>
        <p:nvSpPr>
          <p:cNvPr id="3" name="Text 0"/>
          <p:cNvSpPr>
            <a:spLocks noGrp="1"/>
          </p:cNvSpPr>
          <p:nvPr>
            <p:ph type="body" idx="100" hasCustomPrompt="1"/>
          </p:nvPr>
        </p:nvSpPr>
        <p:spPr>
          <a:xfrm>
            <a:off x="0" y="274320"/>
            <a:ext cx="9144000" cy="448887"/>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Lab - Document Enterprise Cybersecurity Issues</a:t>
            </a:r>
            <a:endParaRPr lang="en-US" sz="2200"/>
          </a:p>
        </p:txBody>
      </p:sp>
      <p:sp>
        <p:nvSpPr>
          <p:cNvPr id="5" name="Text 2"/>
          <p:cNvSpPr/>
          <p:nvPr/>
        </p:nvSpPr>
        <p:spPr>
          <a:xfrm>
            <a:off x="196622" y="901258"/>
            <a:ext cx="8229600" cy="1353269"/>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cs typeface="Arial"/>
              </a:rPr>
              <a:t>In this lab, you will complete the following objectives:</a:t>
            </a:r>
            <a:endParaRPr lang="en-US">
              <a:cs typeface="Calibri" panose="020F0502020204030204"/>
            </a:endParaRPr>
          </a:p>
          <a:p>
            <a:endParaRPr lang="en-US" sz="1400">
              <a:solidFill>
                <a:srgbClr val="000000"/>
              </a:solidFill>
              <a:latin typeface="Arial"/>
              <a:cs typeface="Arial"/>
            </a:endParaRPr>
          </a:p>
          <a:p>
            <a:r>
              <a:rPr lang="en-US" sz="1400">
                <a:solidFill>
                  <a:srgbClr val="000000"/>
                </a:solidFill>
                <a:latin typeface="Arial"/>
                <a:cs typeface="Arial"/>
              </a:rPr>
              <a:t>     Part 1: Record your assessment of Athena's cybersecurity issues.</a:t>
            </a:r>
            <a:endParaRPr lang="en-US"/>
          </a:p>
          <a:p>
            <a:r>
              <a:rPr lang="en-US" sz="1400">
                <a:solidFill>
                  <a:srgbClr val="000000"/>
                </a:solidFill>
                <a:latin typeface="Arial"/>
                <a:cs typeface="Arial"/>
              </a:rPr>
              <a:t>     Part 2: Record the different types of assets owned by Athena.</a:t>
            </a:r>
            <a:endParaRPr lang="en-US">
              <a:solidFill>
                <a:srgbClr val="000000"/>
              </a:solidFill>
              <a:latin typeface="Calibri" panose="020F0502020204030204"/>
              <a:cs typeface="Calibri" panose="020F0502020204030204"/>
            </a:endParaRPr>
          </a:p>
          <a:p>
            <a:r>
              <a:rPr lang="en-US" sz="1400">
                <a:solidFill>
                  <a:srgbClr val="000000"/>
                </a:solidFill>
                <a:latin typeface="Arial"/>
                <a:cs typeface="Arial"/>
              </a:rPr>
              <a:t>     Part 3: List the threats for each asset type.</a:t>
            </a:r>
            <a:endParaRPr lang="en-US"/>
          </a:p>
          <a:p>
            <a:r>
              <a:rPr lang="en-US" sz="1400">
                <a:solidFill>
                  <a:srgbClr val="000000"/>
                </a:solidFill>
                <a:latin typeface="Arial"/>
                <a:cs typeface="Arial"/>
              </a:rPr>
              <a:t>     Part 4: Recommend mitigation techniques to address each threat.</a:t>
            </a:r>
            <a:endParaRPr lang="en-US"/>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12.1 Physical Security</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30</a:t>
            </a:fld>
            <a:endParaRPr lang="en-US"/>
          </a:p>
        </p:txBody>
      </p:sp>
    </p:spTree>
    <p:extLst>
      <p:ext uri="{BB962C8B-B14F-4D97-AF65-F5344CB8AC3E}">
        <p14:creationId xmlns:p14="http://schemas.microsoft.com/office/powerpoint/2010/main" val="13393500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Physical Security</a:t>
            </a:r>
            <a:endParaRPr lang="en-US" sz="1600" dirty="0"/>
          </a:p>
        </p:txBody>
      </p:sp>
      <p:sp>
        <p:nvSpPr>
          <p:cNvPr id="3" name="Text 0"/>
          <p:cNvSpPr>
            <a:spLocks noGrp="1"/>
          </p:cNvSpPr>
          <p:nvPr>
            <p:ph type="body" idx="100" hasCustomPrompt="1"/>
          </p:nvPr>
        </p:nvSpPr>
        <p:spPr>
          <a:xfrm>
            <a:off x="0" y="274320"/>
            <a:ext cx="9144000" cy="472202"/>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Fencing and Physical Barriers</a:t>
            </a:r>
            <a:endParaRPr lang="en-US" sz="2200" dirty="0"/>
          </a:p>
        </p:txBody>
      </p:sp>
      <p:sp>
        <p:nvSpPr>
          <p:cNvPr id="5" name="Text 2"/>
          <p:cNvSpPr/>
          <p:nvPr/>
        </p:nvSpPr>
        <p:spPr>
          <a:xfrm>
            <a:off x="382970" y="1101798"/>
            <a:ext cx="8229600" cy="3214687"/>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000000"/>
                </a:solidFill>
                <a:latin typeface="Arial"/>
                <a:cs typeface="Arial"/>
              </a:rPr>
              <a:t>Barricades or fencing are often the first things that come to mind when thinking about types of physical security.</a:t>
            </a:r>
            <a:endParaRPr lang="en-US" dirty="0">
              <a:cs typeface="Calibri" panose="020F0502020204030204"/>
            </a:endParaRP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In many situations, they are the outermost layer of defense and the most visible. All physical barriers should meet specific design requirements and material specifications.</a:t>
            </a:r>
            <a:endParaRPr lang="en-US" dirty="0">
              <a:cs typeface="Calibri" panose="020F0502020204030204"/>
            </a:endParaRPr>
          </a:p>
          <a:p>
            <a:pPr>
              <a:lnSpc>
                <a:spcPts val="2000"/>
              </a:lnSpc>
            </a:pPr>
            <a:endParaRPr lang="en-US" sz="1400" dirty="0">
              <a:latin typeface="Arial"/>
              <a:cs typeface="Arial"/>
            </a:endParaRPr>
          </a:p>
          <a:p>
            <a:pPr>
              <a:lnSpc>
                <a:spcPts val="2000"/>
              </a:lnSpc>
            </a:pPr>
            <a:r>
              <a:rPr lang="en-US" sz="1400" b="1" dirty="0">
                <a:latin typeface="Arial"/>
                <a:cs typeface="Arial"/>
              </a:rPr>
              <a:t>Physical barriers</a:t>
            </a:r>
            <a:r>
              <a:rPr lang="en-US" sz="1400" dirty="0">
                <a:latin typeface="Arial"/>
                <a:cs typeface="Arial"/>
              </a:rPr>
              <a:t> may have the following components:</a:t>
            </a:r>
            <a:endParaRPr lang="en-US" dirty="0"/>
          </a:p>
          <a:p>
            <a:pPr marL="742950" lvl="1" indent="-285750">
              <a:buFont typeface="Arial"/>
              <a:buChar char="•"/>
            </a:pPr>
            <a:r>
              <a:rPr lang="en-US" sz="1400" dirty="0">
                <a:latin typeface="Arial"/>
                <a:cs typeface="Arial"/>
              </a:rPr>
              <a:t>Perimeter fence system</a:t>
            </a:r>
            <a:endParaRPr lang="en-US" dirty="0">
              <a:cs typeface="Calibri" panose="020F0502020204030204"/>
            </a:endParaRPr>
          </a:p>
          <a:p>
            <a:pPr marL="742950" lvl="1" indent="-285750">
              <a:buFont typeface="Arial"/>
              <a:buChar char="•"/>
            </a:pPr>
            <a:r>
              <a:rPr lang="en-US" sz="1400" dirty="0">
                <a:latin typeface="Arial"/>
                <a:cs typeface="Arial"/>
              </a:rPr>
              <a:t>Security gate system</a:t>
            </a:r>
            <a:endParaRPr lang="en-US" dirty="0">
              <a:cs typeface="Calibri"/>
            </a:endParaRPr>
          </a:p>
          <a:p>
            <a:pPr marL="742950" lvl="1" indent="-285750">
              <a:buFont typeface="Arial"/>
              <a:buChar char="•"/>
            </a:pPr>
            <a:r>
              <a:rPr lang="en-US" sz="1400" dirty="0">
                <a:latin typeface="Arial"/>
                <a:cs typeface="Arial"/>
              </a:rPr>
              <a:t>Bollards (short posts used to stop vehicle intrusions)</a:t>
            </a:r>
            <a:endParaRPr lang="en-US" dirty="0">
              <a:cs typeface="Calibri"/>
            </a:endParaRPr>
          </a:p>
          <a:p>
            <a:pPr marL="742950" lvl="1" indent="-285750">
              <a:buFont typeface="Arial"/>
              <a:buChar char="•"/>
            </a:pPr>
            <a:r>
              <a:rPr lang="en-US" sz="1400" dirty="0">
                <a:latin typeface="Arial"/>
                <a:cs typeface="Arial"/>
              </a:rPr>
              <a:t>Vehicle entry barriers</a:t>
            </a:r>
            <a:endParaRPr lang="en-US" dirty="0">
              <a:latin typeface="Calibri" panose="020F0502020204030204"/>
              <a:cs typeface="Calibri"/>
            </a:endParaRPr>
          </a:p>
          <a:p>
            <a:pPr marL="742950" lvl="1" indent="-285750">
              <a:buFont typeface="Arial"/>
              <a:buChar char="•"/>
            </a:pPr>
            <a:r>
              <a:rPr lang="en-US" sz="1400" dirty="0">
                <a:latin typeface="Arial"/>
                <a:cs typeface="Arial"/>
              </a:rPr>
              <a:t>Guard shelters</a:t>
            </a:r>
            <a:endParaRPr lang="en-US" dirty="0">
              <a:cs typeface="Calibri"/>
            </a:endParaRPr>
          </a:p>
          <a:p>
            <a:pPr marL="742950" lvl="1" indent="-285750">
              <a:buFont typeface="Arial"/>
              <a:buChar char="•"/>
            </a:pPr>
            <a:r>
              <a:rPr lang="en-US" sz="1400" dirty="0">
                <a:latin typeface="Arial"/>
                <a:cs typeface="Arial"/>
              </a:rPr>
              <a:t>Fencing</a:t>
            </a:r>
            <a:endParaRPr lang="en-US" dirty="0">
              <a:cs typeface="Calibri"/>
            </a:endParaRPr>
          </a:p>
          <a:p>
            <a:pPr>
              <a:lnSpc>
                <a:spcPts val="2000"/>
              </a:lnSpc>
            </a:pPr>
            <a:endParaRPr lang="en-US" sz="1400" b="1"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31</a:t>
            </a:fld>
            <a:endParaRPr lang="en-US"/>
          </a:p>
        </p:txBody>
      </p:sp>
    </p:spTree>
    <p:extLst>
      <p:ext uri="{BB962C8B-B14F-4D97-AF65-F5344CB8AC3E}">
        <p14:creationId xmlns:p14="http://schemas.microsoft.com/office/powerpoint/2010/main" val="42023654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Physical Security</a:t>
            </a:r>
            <a:endParaRPr lang="en-US" sz="1600" dirty="0"/>
          </a:p>
        </p:txBody>
      </p:sp>
      <p:sp>
        <p:nvSpPr>
          <p:cNvPr id="3" name="Text 0"/>
          <p:cNvSpPr>
            <a:spLocks noGrp="1"/>
          </p:cNvSpPr>
          <p:nvPr>
            <p:ph type="body" idx="100" hasCustomPrompt="1"/>
          </p:nvPr>
        </p:nvSpPr>
        <p:spPr>
          <a:xfrm>
            <a:off x="0" y="274320"/>
            <a:ext cx="9144000" cy="389811"/>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Fencing and Physical Barriers (Cont.)</a:t>
            </a:r>
            <a:endParaRPr lang="en-US" sz="2200" dirty="0"/>
          </a:p>
        </p:txBody>
      </p:sp>
      <p:sp>
        <p:nvSpPr>
          <p:cNvPr id="5" name="Text 2"/>
          <p:cNvSpPr/>
          <p:nvPr/>
        </p:nvSpPr>
        <p:spPr>
          <a:xfrm>
            <a:off x="455414" y="1039416"/>
            <a:ext cx="8229600" cy="1785937"/>
          </a:xfrm>
          <a:prstGeom prst="rect">
            <a:avLst/>
          </a:prstGeom>
          <a:noFill/>
          <a:ln/>
        </p:spPr>
        <p:txBody>
          <a:bodyPr wrap="square" lIns="91440" tIns="45720" rIns="91440" bIns="45720" rtlCol="0" anchor="t"/>
          <a:lstStyle/>
          <a:p>
            <a:r>
              <a:rPr lang="en-US" sz="1400" dirty="0">
                <a:latin typeface="Arial"/>
                <a:cs typeface="Arial"/>
              </a:rPr>
              <a:t>A </a:t>
            </a:r>
            <a:r>
              <a:rPr lang="en-US" sz="1400" b="1" dirty="0">
                <a:latin typeface="Arial"/>
                <a:cs typeface="Arial"/>
              </a:rPr>
              <a:t>fence</a:t>
            </a:r>
            <a:r>
              <a:rPr lang="en-US" sz="1400" dirty="0">
                <a:latin typeface="Arial"/>
                <a:cs typeface="Arial"/>
              </a:rPr>
              <a:t> is a barrier that encloses secure areas and designates boundaries. </a:t>
            </a:r>
            <a:endParaRPr lang="en-US" dirty="0">
              <a:latin typeface="Calibri" panose="020F0502020204030204"/>
              <a:cs typeface="Calibri" panose="020F0502020204030204"/>
            </a:endParaRPr>
          </a:p>
          <a:p>
            <a:endParaRPr lang="en-US" sz="1400" dirty="0">
              <a:latin typeface="Arial"/>
              <a:cs typeface="Arial"/>
            </a:endParaRPr>
          </a:p>
          <a:p>
            <a:r>
              <a:rPr lang="en-US" sz="1400" dirty="0">
                <a:latin typeface="Arial"/>
                <a:cs typeface="Arial"/>
              </a:rPr>
              <a:t>When designing a perimeter fencing system, the following height guidelines apply:</a:t>
            </a:r>
            <a:endParaRPr lang="en-US" dirty="0">
              <a:cs typeface="Calibri"/>
            </a:endParaRPr>
          </a:p>
          <a:p>
            <a:endParaRPr lang="en-US" sz="1400" dirty="0">
              <a:latin typeface="Arial"/>
              <a:cs typeface="Arial"/>
            </a:endParaRPr>
          </a:p>
          <a:p>
            <a:pPr marL="742950" lvl="1" indent="-285750">
              <a:buFont typeface="Arial"/>
              <a:buChar char="•"/>
            </a:pPr>
            <a:r>
              <a:rPr lang="en-US" sz="1400" dirty="0">
                <a:latin typeface="Arial"/>
                <a:cs typeface="Arial"/>
              </a:rPr>
              <a:t>1 meter (3-4 ft.) will only deter casual trespassers.</a:t>
            </a:r>
            <a:endParaRPr lang="en-US" dirty="0">
              <a:latin typeface="Calibri" panose="020F0502020204030204"/>
              <a:cs typeface="Calibri"/>
            </a:endParaRPr>
          </a:p>
          <a:p>
            <a:pPr marL="742950" lvl="1" indent="-285750">
              <a:buFont typeface="Arial"/>
              <a:buChar char="•"/>
            </a:pPr>
            <a:r>
              <a:rPr lang="en-US" sz="1400" dirty="0">
                <a:latin typeface="Arial"/>
                <a:cs typeface="Arial"/>
              </a:rPr>
              <a:t>2 meters (6-7 ft.) are too high to climb by casual trespassers.</a:t>
            </a:r>
            <a:endParaRPr lang="en-US" dirty="0">
              <a:latin typeface="Calibri"/>
              <a:cs typeface="Calibri"/>
            </a:endParaRPr>
          </a:p>
          <a:p>
            <a:pPr marL="742950" lvl="1" indent="-285750">
              <a:buFont typeface="Arial"/>
              <a:buChar char="•"/>
            </a:pPr>
            <a:r>
              <a:rPr lang="en-US" sz="1400" dirty="0">
                <a:latin typeface="Arial"/>
                <a:cs typeface="Arial"/>
              </a:rPr>
              <a:t>2.5 meters (8 ft.) will offer limited delay to a determined intruder.</a:t>
            </a:r>
            <a:endParaRPr lang="en-US" dirty="0">
              <a:cs typeface="Calibri"/>
            </a:endParaRPr>
          </a:p>
          <a:p>
            <a:endParaRPr lang="en-US" sz="1400" dirty="0">
              <a:latin typeface="Arial"/>
              <a:cs typeface="Arial"/>
            </a:endParaRPr>
          </a:p>
          <a:p>
            <a:pPr>
              <a:lnSpc>
                <a:spcPts val="2000"/>
              </a:lnSpc>
            </a:pPr>
            <a:endParaRPr lang="en-US" sz="1400" b="1" dirty="0">
              <a:latin typeface="Arial"/>
              <a:cs typeface="Arial"/>
            </a:endParaRPr>
          </a:p>
        </p:txBody>
      </p:sp>
      <p:sp>
        <p:nvSpPr>
          <p:cNvPr id="4" name="TextBox 3">
            <a:extLst>
              <a:ext uri="{FF2B5EF4-FFF2-40B4-BE49-F238E27FC236}">
                <a16:creationId xmlns:a16="http://schemas.microsoft.com/office/drawing/2014/main" id="{11186A91-9887-966D-3603-D8ACB730922B}"/>
              </a:ext>
            </a:extLst>
          </p:cNvPr>
          <p:cNvSpPr txBox="1"/>
          <p:nvPr/>
        </p:nvSpPr>
        <p:spPr>
          <a:xfrm>
            <a:off x="458986" y="2878931"/>
            <a:ext cx="8038504"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dirty="0">
                <a:latin typeface="Arial"/>
                <a:cs typeface="Segoe UI"/>
              </a:rPr>
              <a:t>High-security areas often require a ‘top guard’ such as barbed wire or concertina wire. </a:t>
            </a:r>
          </a:p>
          <a:p>
            <a:endParaRPr lang="en-US" sz="1400" dirty="0">
              <a:latin typeface="Arial"/>
              <a:cs typeface="Segoe UI"/>
            </a:endParaRPr>
          </a:p>
          <a:p>
            <a:pPr marL="285750" indent="-285750">
              <a:buFont typeface="Arial"/>
              <a:buChar char="•"/>
            </a:pPr>
            <a:r>
              <a:rPr lang="en-US" sz="1400" dirty="0">
                <a:latin typeface="Arial"/>
                <a:cs typeface="Segoe UI"/>
              </a:rPr>
              <a:t>Local regulations may restrict the type of fencing system an organization can use and it’s important to remember that fences require regular maintenance. </a:t>
            </a:r>
          </a:p>
          <a:p>
            <a:endParaRPr lang="en-US" sz="1400" dirty="0">
              <a:latin typeface="Arial"/>
              <a:cs typeface="Segoe UI"/>
            </a:endParaRPr>
          </a:p>
          <a:p>
            <a:pPr marL="285750" indent="-285750">
              <a:buFont typeface="Arial"/>
              <a:buChar char="•"/>
            </a:pPr>
            <a:r>
              <a:rPr lang="en-US" sz="1400" dirty="0">
                <a:latin typeface="Arial"/>
                <a:cs typeface="Segoe UI"/>
              </a:rPr>
              <a:t>Moreover, vehicles should never be parked near a security fence, as this could assist the intruder in climbing over or causing damage to the fence.​</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32</a:t>
            </a:fld>
            <a:endParaRPr lang="en-US"/>
          </a:p>
        </p:txBody>
      </p:sp>
    </p:spTree>
    <p:extLst>
      <p:ext uri="{BB962C8B-B14F-4D97-AF65-F5344CB8AC3E}">
        <p14:creationId xmlns:p14="http://schemas.microsoft.com/office/powerpoint/2010/main" val="13676256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Physical Security</a:t>
            </a:r>
            <a:endParaRPr lang="en-US" sz="1600" dirty="0"/>
          </a:p>
        </p:txBody>
      </p:sp>
      <p:sp>
        <p:nvSpPr>
          <p:cNvPr id="3" name="Text 0"/>
          <p:cNvSpPr>
            <a:spLocks noGrp="1"/>
          </p:cNvSpPr>
          <p:nvPr>
            <p:ph type="body" idx="100" hasCustomPrompt="1"/>
          </p:nvPr>
        </p:nvSpPr>
        <p:spPr>
          <a:xfrm>
            <a:off x="0" y="274320"/>
            <a:ext cx="9144000" cy="378026"/>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Biometrics</a:t>
            </a:r>
            <a:endParaRPr lang="en-US" sz="2200" dirty="0"/>
          </a:p>
        </p:txBody>
      </p:sp>
      <p:sp>
        <p:nvSpPr>
          <p:cNvPr id="5" name="Text 2"/>
          <p:cNvSpPr/>
          <p:nvPr/>
        </p:nvSpPr>
        <p:spPr>
          <a:xfrm>
            <a:off x="382970" y="997157"/>
            <a:ext cx="8229600" cy="2887904"/>
          </a:xfrm>
          <a:prstGeom prst="rect">
            <a:avLst/>
          </a:prstGeom>
          <a:noFill/>
          <a:ln/>
        </p:spPr>
        <p:txBody>
          <a:bodyPr wrap="square" lIns="91440" tIns="45720" rIns="91440" bIns="45720" rtlCol="0" anchor="t"/>
          <a:lstStyle/>
          <a:p>
            <a:pPr marL="285750" indent="-285750">
              <a:lnSpc>
                <a:spcPts val="2000"/>
              </a:lnSpc>
              <a:buFont typeface="Arial"/>
              <a:buChar char="•"/>
            </a:pPr>
            <a:r>
              <a:rPr lang="en-US" sz="1400" dirty="0">
                <a:solidFill>
                  <a:srgbClr val="000000"/>
                </a:solidFill>
                <a:latin typeface="Arial"/>
                <a:cs typeface="Arial"/>
              </a:rPr>
              <a:t>Biometrics are the physiological or behavioral characteristics of an individual, and there are security practices based on identifying and granting access using biometrics.  </a:t>
            </a:r>
            <a:endParaRPr lang="en-US" dirty="0"/>
          </a:p>
          <a:p>
            <a:pPr>
              <a:lnSpc>
                <a:spcPts val="2000"/>
              </a:lnSpc>
            </a:pPr>
            <a:endParaRPr lang="en-US" sz="1400" dirty="0">
              <a:latin typeface="Arial"/>
              <a:cs typeface="Arial"/>
            </a:endParaRPr>
          </a:p>
          <a:p>
            <a:pPr marL="285750" indent="-285750">
              <a:buFont typeface="Arial"/>
              <a:buChar char="•"/>
            </a:pPr>
            <a:r>
              <a:rPr lang="en-US" sz="1400" dirty="0">
                <a:latin typeface="Arial"/>
                <a:cs typeface="Arial"/>
              </a:rPr>
              <a:t>Biometric authentication systems can include measurements of the face, fingerprint, hand geometry, iris, retina, signature and voice.</a:t>
            </a:r>
            <a:endParaRPr lang="en-US" dirty="0">
              <a:cs typeface="Calibri" panose="020F0502020204030204"/>
            </a:endParaRPr>
          </a:p>
          <a:p>
            <a:endParaRPr lang="en-US" sz="1400" dirty="0">
              <a:latin typeface="Arial"/>
              <a:cs typeface="Arial"/>
            </a:endParaRPr>
          </a:p>
          <a:p>
            <a:pPr marL="285750" indent="-285750">
              <a:buFont typeface="Arial"/>
              <a:buChar char="•"/>
            </a:pPr>
            <a:r>
              <a:rPr lang="en-US" sz="1400" dirty="0">
                <a:latin typeface="Arial"/>
                <a:cs typeface="Arial"/>
              </a:rPr>
              <a:t>Biometric technologies can be the foundation of highly secure identification and personal verification solutions. </a:t>
            </a: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Biometrics can ensure confidential financial transactions and personal data privacy — a well-known example being smartphones which use fingerprint readers to unlock the device and access apps, including online banking and payment systems.</a:t>
            </a:r>
            <a:endParaRPr lang="en-US" dirty="0">
              <a:cs typeface="Calibri" panose="020F0502020204030204"/>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33</a:t>
            </a:fld>
            <a:endParaRPr lang="en-US"/>
          </a:p>
        </p:txBody>
      </p:sp>
    </p:spTree>
    <p:extLst>
      <p:ext uri="{BB962C8B-B14F-4D97-AF65-F5344CB8AC3E}">
        <p14:creationId xmlns:p14="http://schemas.microsoft.com/office/powerpoint/2010/main" val="20625069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Physical Security</a:t>
            </a:r>
            <a:endParaRPr lang="en-US" sz="1600" dirty="0"/>
          </a:p>
        </p:txBody>
      </p:sp>
      <p:sp>
        <p:nvSpPr>
          <p:cNvPr id="3" name="Text 0"/>
          <p:cNvSpPr>
            <a:spLocks noGrp="1"/>
          </p:cNvSpPr>
          <p:nvPr>
            <p:ph type="body" idx="100" hasCustomPrompt="1"/>
          </p:nvPr>
        </p:nvSpPr>
        <p:spPr>
          <a:xfrm>
            <a:off x="0" y="274320"/>
            <a:ext cx="9144000" cy="383602"/>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Biometrics (Cont.)</a:t>
            </a:r>
            <a:endParaRPr lang="en-US" sz="2200" dirty="0"/>
          </a:p>
        </p:txBody>
      </p:sp>
      <p:sp>
        <p:nvSpPr>
          <p:cNvPr id="5" name="Text 2"/>
          <p:cNvSpPr/>
          <p:nvPr/>
        </p:nvSpPr>
        <p:spPr>
          <a:xfrm>
            <a:off x="423217" y="1045452"/>
            <a:ext cx="8229600" cy="3063257"/>
          </a:xfrm>
          <a:prstGeom prst="rect">
            <a:avLst/>
          </a:prstGeom>
          <a:noFill/>
          <a:ln/>
        </p:spPr>
        <p:txBody>
          <a:bodyPr wrap="square" lIns="91440" tIns="45720" rIns="91440" bIns="45720" rtlCol="0" anchor="t"/>
          <a:lstStyle/>
          <a:p>
            <a:r>
              <a:rPr lang="en-US" sz="1400" dirty="0">
                <a:solidFill>
                  <a:srgbClr val="000000"/>
                </a:solidFill>
                <a:latin typeface="Arial"/>
                <a:cs typeface="Arial"/>
              </a:rPr>
              <a:t>When</a:t>
            </a:r>
            <a:r>
              <a:rPr lang="en-US" sz="1400" dirty="0">
                <a:latin typeface="Arial"/>
                <a:cs typeface="Arial"/>
              </a:rPr>
              <a:t> selecting biometric systems</a:t>
            </a:r>
            <a:r>
              <a:rPr lang="en-US" sz="1400" dirty="0">
                <a:solidFill>
                  <a:srgbClr val="000000"/>
                </a:solidFill>
                <a:latin typeface="Arial"/>
                <a:cs typeface="Arial"/>
              </a:rPr>
              <a:t>, there are several important factors to consider, including:</a:t>
            </a:r>
          </a:p>
          <a:p>
            <a:endParaRPr lang="en-US" dirty="0"/>
          </a:p>
          <a:p>
            <a:pPr marL="742950" lvl="1" indent="-285750">
              <a:buFont typeface="Arial"/>
              <a:buChar char="•"/>
            </a:pPr>
            <a:r>
              <a:rPr lang="en-US" sz="1400" dirty="0">
                <a:solidFill>
                  <a:srgbClr val="000000"/>
                </a:solidFill>
                <a:latin typeface="Arial"/>
                <a:cs typeface="Arial"/>
              </a:rPr>
              <a:t>Accuracy</a:t>
            </a:r>
            <a:endParaRPr lang="en-US" dirty="0">
              <a:solidFill>
                <a:srgbClr val="000000"/>
              </a:solidFill>
              <a:latin typeface="Calibri"/>
              <a:cs typeface="Calibri"/>
            </a:endParaRPr>
          </a:p>
          <a:p>
            <a:pPr marL="742950" lvl="1" indent="-285750">
              <a:buFont typeface="Arial"/>
              <a:buChar char="•"/>
            </a:pPr>
            <a:r>
              <a:rPr lang="en-US" sz="1400" dirty="0">
                <a:solidFill>
                  <a:srgbClr val="000000"/>
                </a:solidFill>
                <a:latin typeface="Arial"/>
                <a:cs typeface="Arial"/>
              </a:rPr>
              <a:t>Speed</a:t>
            </a:r>
            <a:r>
              <a:rPr lang="en-US" sz="1400" dirty="0">
                <a:latin typeface="Arial"/>
                <a:cs typeface="Arial"/>
              </a:rPr>
              <a:t> or throughput rate</a:t>
            </a:r>
            <a:endParaRPr lang="en-US" dirty="0">
              <a:cs typeface="Calibri"/>
            </a:endParaRPr>
          </a:p>
          <a:p>
            <a:pPr marL="742950" lvl="1" indent="-285750">
              <a:buFont typeface="Arial"/>
              <a:buChar char="•"/>
            </a:pPr>
            <a:r>
              <a:rPr lang="en-US" sz="1400" dirty="0">
                <a:latin typeface="Arial"/>
                <a:cs typeface="Arial"/>
              </a:rPr>
              <a:t>Acceptability to users</a:t>
            </a:r>
            <a:endParaRPr lang="en-US" dirty="0">
              <a:cs typeface="Calibri"/>
            </a:endParaRPr>
          </a:p>
          <a:p>
            <a:pPr marL="742950" lvl="1" indent="-285750">
              <a:buFont typeface="Arial"/>
              <a:buChar char="•"/>
            </a:pPr>
            <a:r>
              <a:rPr lang="en-US" sz="1400" dirty="0">
                <a:latin typeface="Arial"/>
                <a:cs typeface="Arial"/>
              </a:rPr>
              <a:t>Uniqueness of the biometric organ and action</a:t>
            </a:r>
            <a:endParaRPr lang="en-US" dirty="0">
              <a:cs typeface="Calibri"/>
            </a:endParaRPr>
          </a:p>
          <a:p>
            <a:pPr marL="742950" lvl="1" indent="-285750">
              <a:buFont typeface="Arial"/>
              <a:buChar char="•"/>
            </a:pPr>
            <a:r>
              <a:rPr lang="en-US" sz="1400" dirty="0">
                <a:latin typeface="Arial"/>
                <a:cs typeface="Arial"/>
              </a:rPr>
              <a:t>Resistance to counterfeiting</a:t>
            </a:r>
            <a:endParaRPr lang="en-US" dirty="0">
              <a:cs typeface="Calibri"/>
            </a:endParaRPr>
          </a:p>
          <a:p>
            <a:pPr marL="742950" lvl="1" indent="-285750">
              <a:buFont typeface="Arial"/>
              <a:buChar char="•"/>
            </a:pPr>
            <a:r>
              <a:rPr lang="en-US" sz="1400" dirty="0">
                <a:latin typeface="Arial"/>
                <a:cs typeface="Arial"/>
              </a:rPr>
              <a:t>Reliability</a:t>
            </a:r>
            <a:endParaRPr lang="en-US" dirty="0">
              <a:cs typeface="Calibri"/>
            </a:endParaRPr>
          </a:p>
          <a:p>
            <a:pPr marL="742950" lvl="1" indent="-285750">
              <a:buFont typeface="Arial"/>
              <a:buChar char="•"/>
            </a:pPr>
            <a:r>
              <a:rPr lang="en-US" sz="1400" dirty="0">
                <a:latin typeface="Arial"/>
                <a:cs typeface="Arial"/>
              </a:rPr>
              <a:t>Data storage requirements</a:t>
            </a:r>
            <a:endParaRPr lang="en-US" dirty="0">
              <a:cs typeface="Calibri"/>
            </a:endParaRPr>
          </a:p>
          <a:p>
            <a:pPr marL="742950" lvl="1" indent="-285750">
              <a:buFont typeface="Arial"/>
              <a:buChar char="•"/>
            </a:pPr>
            <a:r>
              <a:rPr lang="en-US" sz="1400" dirty="0">
                <a:latin typeface="Arial"/>
                <a:cs typeface="Arial"/>
              </a:rPr>
              <a:t>Enrollment time</a:t>
            </a:r>
            <a:endParaRPr lang="en-US" dirty="0">
              <a:cs typeface="Calibri"/>
            </a:endParaRPr>
          </a:p>
          <a:p>
            <a:pPr marL="742950" lvl="1" indent="-285750">
              <a:buFont typeface="Arial"/>
              <a:buChar char="•"/>
            </a:pPr>
            <a:r>
              <a:rPr lang="en-US" sz="1400" dirty="0">
                <a:latin typeface="Arial"/>
                <a:cs typeface="Arial"/>
              </a:rPr>
              <a:t>Intrusiveness of the scan</a:t>
            </a:r>
            <a:endParaRPr lang="en-US" dirty="0">
              <a:cs typeface="Calibri"/>
            </a:endParaRPr>
          </a:p>
          <a:p>
            <a:pPr marL="742950" lvl="1" indent="-285750">
              <a:buFont typeface="Arial"/>
              <a:buChar char="•"/>
            </a:pPr>
            <a:endParaRPr lang="en-US" sz="1400" dirty="0">
              <a:latin typeface="Arial"/>
              <a:cs typeface="Arial"/>
            </a:endParaRPr>
          </a:p>
          <a:p>
            <a:r>
              <a:rPr lang="en-US" sz="1400" dirty="0">
                <a:latin typeface="Arial"/>
                <a:cs typeface="Arial"/>
              </a:rPr>
              <a:t>The most important of these factors is accuracy, which is expressed in error types and rates.</a:t>
            </a:r>
            <a:endParaRPr lang="en-US" dirty="0"/>
          </a:p>
          <a:p>
            <a:pPr>
              <a:lnSpc>
                <a:spcPts val="2000"/>
              </a:lnSpc>
            </a:pPr>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34</a:t>
            </a:fld>
            <a:endParaRPr lang="en-US"/>
          </a:p>
        </p:txBody>
      </p:sp>
    </p:spTree>
    <p:extLst>
      <p:ext uri="{BB962C8B-B14F-4D97-AF65-F5344CB8AC3E}">
        <p14:creationId xmlns:p14="http://schemas.microsoft.com/office/powerpoint/2010/main" val="5553706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Physical Security</a:t>
            </a:r>
            <a:endParaRPr lang="en-US" sz="1600" dirty="0"/>
          </a:p>
        </p:txBody>
      </p:sp>
      <p:sp>
        <p:nvSpPr>
          <p:cNvPr id="3" name="Text 0"/>
          <p:cNvSpPr>
            <a:spLocks noGrp="1"/>
          </p:cNvSpPr>
          <p:nvPr>
            <p:ph type="body" idx="100" hasCustomPrompt="1"/>
          </p:nvPr>
        </p:nvSpPr>
        <p:spPr>
          <a:xfrm>
            <a:off x="0" y="274320"/>
            <a:ext cx="9144000" cy="422631"/>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Biometrics (Cont.)</a:t>
            </a:r>
            <a:endParaRPr lang="en-US" sz="2200" dirty="0"/>
          </a:p>
        </p:txBody>
      </p:sp>
      <p:sp>
        <p:nvSpPr>
          <p:cNvPr id="5" name="Text 2"/>
          <p:cNvSpPr/>
          <p:nvPr/>
        </p:nvSpPr>
        <p:spPr>
          <a:xfrm>
            <a:off x="407118" y="1088215"/>
            <a:ext cx="8229600" cy="2571750"/>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000000"/>
                </a:solidFill>
                <a:latin typeface="Arial"/>
                <a:cs typeface="Arial"/>
              </a:rPr>
              <a:t>In many </a:t>
            </a:r>
            <a:r>
              <a:rPr lang="en-US" sz="1400" dirty="0">
                <a:latin typeface="Arial"/>
                <a:cs typeface="Arial"/>
              </a:rPr>
              <a:t>biometric applications, particularly retail or banking</a:t>
            </a:r>
            <a:r>
              <a:rPr lang="en-US" sz="1400" dirty="0">
                <a:solidFill>
                  <a:srgbClr val="000000"/>
                </a:solidFill>
                <a:latin typeface="Arial"/>
                <a:cs typeface="Arial"/>
              </a:rPr>
              <a:t>, false rejections (Type I error) can have a very negative impact on business due to a transaction </a:t>
            </a:r>
            <a:r>
              <a:rPr lang="en-US" sz="1400" dirty="0">
                <a:latin typeface="Arial"/>
                <a:cs typeface="Arial"/>
              </a:rPr>
              <a:t>or sale being lost.</a:t>
            </a:r>
            <a:endParaRPr lang="en-US" dirty="0">
              <a:cs typeface="Calibri" panose="020F0502020204030204"/>
            </a:endParaRPr>
          </a:p>
          <a:p>
            <a:endParaRPr lang="en-US" sz="1400" dirty="0">
              <a:latin typeface="Arial"/>
              <a:cs typeface="Arial"/>
            </a:endParaRPr>
          </a:p>
          <a:p>
            <a:pPr marL="285750" indent="-285750">
              <a:buFont typeface="Arial"/>
              <a:buChar char="•"/>
            </a:pPr>
            <a:r>
              <a:rPr lang="en-US" sz="1400" dirty="0">
                <a:latin typeface="Arial"/>
                <a:cs typeface="Arial"/>
              </a:rPr>
              <a:t>False acceptance is a Type II error. Type II errors allow entry to people who should not have entry, meaning a cybercriminal can potentially gain access. </a:t>
            </a:r>
            <a:endParaRPr lang="en-US" dirty="0">
              <a:latin typeface="Calibri" panose="020F0502020204030204"/>
              <a:cs typeface="Calibri" panose="020F0502020204030204"/>
            </a:endParaRPr>
          </a:p>
          <a:p>
            <a:pPr marL="742950" lvl="1" indent="-285750">
              <a:buFont typeface="Arial"/>
              <a:buChar char="•"/>
            </a:pPr>
            <a:r>
              <a:rPr lang="en-US" sz="1400" dirty="0">
                <a:latin typeface="Arial"/>
                <a:cs typeface="Arial"/>
              </a:rPr>
              <a:t>For this reason, Type II errors are normally considered the most important error for a biometric access control system.</a:t>
            </a:r>
            <a:endParaRPr lang="en-US" dirty="0">
              <a:cs typeface="Calibri" panose="020F0502020204030204"/>
            </a:endParaRPr>
          </a:p>
          <a:p>
            <a:endParaRPr lang="en-US" sz="1400" dirty="0">
              <a:latin typeface="Arial"/>
              <a:cs typeface="Arial"/>
            </a:endParaRPr>
          </a:p>
          <a:p>
            <a:pPr marL="285750" indent="-285750">
              <a:buFont typeface="Arial"/>
              <a:buChar char="•"/>
            </a:pPr>
            <a:r>
              <a:rPr lang="en-US" sz="1400" dirty="0">
                <a:latin typeface="Arial"/>
                <a:cs typeface="Arial"/>
              </a:rPr>
              <a:t>The acceptance rate is also an important concept here. Stated as a percentage, it is the rate at which a system accepts unenrolled individuals or imposters as authentic users – so the rate of Type II errors per total instances of granting permission.</a:t>
            </a:r>
            <a:endParaRPr lang="en-US" dirty="0">
              <a:cs typeface="Calibri" panose="020F0502020204030204"/>
            </a:endParaRPr>
          </a:p>
          <a:p>
            <a:endParaRPr lang="en-US" sz="1400" dirty="0">
              <a:latin typeface="Arial"/>
              <a:cs typeface="Arial"/>
            </a:endParaRPr>
          </a:p>
          <a:p>
            <a:pPr>
              <a:lnSpc>
                <a:spcPts val="2000"/>
              </a:lnSpc>
            </a:pPr>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35</a:t>
            </a:fld>
            <a:endParaRPr lang="en-US"/>
          </a:p>
        </p:txBody>
      </p:sp>
    </p:spTree>
    <p:extLst>
      <p:ext uri="{BB962C8B-B14F-4D97-AF65-F5344CB8AC3E}">
        <p14:creationId xmlns:p14="http://schemas.microsoft.com/office/powerpoint/2010/main" val="42655722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Physical Security</a:t>
            </a:r>
            <a:endParaRPr lang="en-US" sz="1600" dirty="0"/>
          </a:p>
        </p:txBody>
      </p:sp>
      <p:sp>
        <p:nvSpPr>
          <p:cNvPr id="3" name="Text 0"/>
          <p:cNvSpPr>
            <a:spLocks noGrp="1"/>
          </p:cNvSpPr>
          <p:nvPr>
            <p:ph type="body" idx="100" hasCustomPrompt="1"/>
          </p:nvPr>
        </p:nvSpPr>
        <p:spPr>
          <a:xfrm>
            <a:off x="0" y="274320"/>
            <a:ext cx="9144000" cy="433782"/>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Surveillance</a:t>
            </a:r>
            <a:endParaRPr lang="en-US" sz="2200" dirty="0"/>
          </a:p>
        </p:txBody>
      </p:sp>
      <p:sp>
        <p:nvSpPr>
          <p:cNvPr id="5" name="Text 2"/>
          <p:cNvSpPr/>
          <p:nvPr/>
        </p:nvSpPr>
        <p:spPr>
          <a:xfrm>
            <a:off x="415168" y="1030360"/>
            <a:ext cx="8229600" cy="2571750"/>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a:cs typeface="Arial"/>
              </a:rPr>
              <a:t>Many physical access controls, including deterrent and detection systems, ultimately rely on people to intervene and stop the actual attack or intrusion.</a:t>
            </a:r>
            <a:endParaRPr lang="en-US" dirty="0">
              <a:cs typeface="Calibri" panose="020F0502020204030204"/>
            </a:endParaRPr>
          </a:p>
          <a:p>
            <a:pPr>
              <a:lnSpc>
                <a:spcPts val="2000"/>
              </a:lnSpc>
            </a:pPr>
            <a:endParaRPr lang="en-US" sz="1400" b="1" dirty="0">
              <a:latin typeface="Arial"/>
              <a:cs typeface="Arial"/>
            </a:endParaRPr>
          </a:p>
          <a:p>
            <a:pPr marL="285750" indent="-285750">
              <a:buFont typeface="Arial"/>
              <a:buChar char="•"/>
            </a:pPr>
            <a:r>
              <a:rPr lang="en-US" sz="1400" b="1" dirty="0">
                <a:latin typeface="Arial"/>
                <a:cs typeface="Arial"/>
              </a:rPr>
              <a:t>Video and Electronic Surveillance </a:t>
            </a:r>
            <a:r>
              <a:rPr lang="en-US" sz="1400" dirty="0">
                <a:latin typeface="Arial"/>
                <a:cs typeface="Arial"/>
              </a:rPr>
              <a:t>can supplement or, in some cases, replace security guards.</a:t>
            </a: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The benefits of video and electronic surveillance include the ability to monitor areas when no other persons are present, the ability to record and log surveillance videos and data for long periods, plus being able to link to motion detection technology and notifications where appropriate.</a:t>
            </a:r>
            <a:endParaRPr lang="en-US" dirty="0">
              <a:cs typeface="Calibri"/>
            </a:endParaRPr>
          </a:p>
          <a:p>
            <a:endParaRPr lang="en-US" sz="1400" dirty="0">
              <a:latin typeface="Arial"/>
              <a:cs typeface="Arial"/>
            </a:endParaRPr>
          </a:p>
          <a:p>
            <a:pPr marL="285750" indent="-285750">
              <a:buFont typeface="Arial"/>
              <a:buChar char="•"/>
            </a:pPr>
            <a:r>
              <a:rPr lang="en-US" sz="1400" dirty="0">
                <a:latin typeface="Arial"/>
                <a:cs typeface="Arial"/>
              </a:rPr>
              <a:t>In a highly secure environment, video and electronic surveillance should be placed at all entrances, exits, loading bays, stairwells, and refuse collection areas.</a:t>
            </a:r>
            <a:endParaRPr lang="en-US" dirty="0">
              <a:cs typeface="Calibri" panose="020F0502020204030204"/>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36</a:t>
            </a:fld>
            <a:endParaRPr lang="en-US"/>
          </a:p>
        </p:txBody>
      </p:sp>
    </p:spTree>
    <p:extLst>
      <p:ext uri="{BB962C8B-B14F-4D97-AF65-F5344CB8AC3E}">
        <p14:creationId xmlns:p14="http://schemas.microsoft.com/office/powerpoint/2010/main" val="23513029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Physical Security</a:t>
            </a:r>
            <a:endParaRPr lang="en-US" sz="1600" dirty="0"/>
          </a:p>
        </p:txBody>
      </p:sp>
      <p:sp>
        <p:nvSpPr>
          <p:cNvPr id="3" name="Text 0"/>
          <p:cNvSpPr>
            <a:spLocks noGrp="1"/>
          </p:cNvSpPr>
          <p:nvPr>
            <p:ph type="body" idx="100" hasCustomPrompt="1"/>
          </p:nvPr>
        </p:nvSpPr>
        <p:spPr>
          <a:xfrm>
            <a:off x="0" y="274320"/>
            <a:ext cx="9144000" cy="417056"/>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Surveillance (Cont.)</a:t>
            </a:r>
            <a:endParaRPr lang="en-US" sz="2200" dirty="0"/>
          </a:p>
        </p:txBody>
      </p:sp>
      <p:sp>
        <p:nvSpPr>
          <p:cNvPr id="5" name="Text 2"/>
          <p:cNvSpPr/>
          <p:nvPr/>
        </p:nvSpPr>
        <p:spPr>
          <a:xfrm>
            <a:off x="374921" y="1109847"/>
            <a:ext cx="8229600" cy="2571750"/>
          </a:xfrm>
          <a:prstGeom prst="rect">
            <a:avLst/>
          </a:prstGeom>
          <a:noFill/>
          <a:ln/>
        </p:spPr>
        <p:txBody>
          <a:bodyPr wrap="square" lIns="91440" tIns="45720" rIns="91440" bIns="45720" rtlCol="0" anchor="t"/>
          <a:lstStyle/>
          <a:p>
            <a:pPr marL="285750" indent="-285750">
              <a:buFont typeface="Arial"/>
              <a:buChar char="•"/>
            </a:pPr>
            <a:r>
              <a:rPr lang="en-US" sz="1400" b="1" dirty="0">
                <a:solidFill>
                  <a:srgbClr val="000000"/>
                </a:solidFill>
                <a:latin typeface="Arial"/>
                <a:cs typeface="Arial"/>
              </a:rPr>
              <a:t>Guards</a:t>
            </a:r>
            <a:r>
              <a:rPr lang="en-US" sz="1400" b="1" dirty="0">
                <a:latin typeface="Arial"/>
                <a:cs typeface="Arial"/>
              </a:rPr>
              <a:t> and Escorts: </a:t>
            </a:r>
            <a:r>
              <a:rPr lang="en-US" sz="1400" dirty="0">
                <a:latin typeface="Arial"/>
                <a:cs typeface="Arial"/>
              </a:rPr>
              <a:t>Security guards are a great solution for </a:t>
            </a:r>
            <a:r>
              <a:rPr lang="en-US" sz="1400" dirty="0">
                <a:solidFill>
                  <a:srgbClr val="000000"/>
                </a:solidFill>
                <a:latin typeface="Arial"/>
                <a:cs typeface="Arial"/>
              </a:rPr>
              <a:t>access </a:t>
            </a:r>
            <a:r>
              <a:rPr lang="en-US" sz="1400" dirty="0">
                <a:latin typeface="Arial"/>
                <a:cs typeface="Arial"/>
              </a:rPr>
              <a:t>control requiring an instantaneous and appropriate response. </a:t>
            </a:r>
          </a:p>
          <a:p>
            <a:pPr marL="285750" indent="-285750">
              <a:buFont typeface="Arial"/>
              <a:buChar char="•"/>
            </a:pPr>
            <a:endParaRPr lang="en-US" dirty="0">
              <a:latin typeface="Calibri" panose="020F0502020204030204"/>
              <a:cs typeface="Calibri"/>
            </a:endParaRPr>
          </a:p>
          <a:p>
            <a:pPr marL="285750" indent="-285750">
              <a:buFont typeface="Arial"/>
              <a:buChar char="•"/>
            </a:pPr>
            <a:r>
              <a:rPr lang="en-US" sz="1400" dirty="0">
                <a:latin typeface="Arial"/>
                <a:cs typeface="Arial"/>
              </a:rPr>
              <a:t>Disadvantages include cost </a:t>
            </a:r>
            <a:r>
              <a:rPr lang="en-US" sz="1400" dirty="0">
                <a:solidFill>
                  <a:srgbClr val="000000"/>
                </a:solidFill>
                <a:latin typeface="Arial"/>
                <a:cs typeface="Arial"/>
              </a:rPr>
              <a:t>and </a:t>
            </a:r>
            <a:r>
              <a:rPr lang="en-US" sz="1400" dirty="0">
                <a:latin typeface="Arial"/>
                <a:cs typeface="Arial"/>
              </a:rPr>
              <a:t>the inability </a:t>
            </a:r>
            <a:r>
              <a:rPr lang="en-US" sz="1400" dirty="0">
                <a:solidFill>
                  <a:srgbClr val="000000"/>
                </a:solidFill>
                <a:latin typeface="Arial"/>
                <a:cs typeface="Arial"/>
              </a:rPr>
              <a:t>to </a:t>
            </a:r>
            <a:r>
              <a:rPr lang="en-US" sz="1400" dirty="0">
                <a:latin typeface="Arial"/>
                <a:cs typeface="Arial"/>
              </a:rPr>
              <a:t>monitor </a:t>
            </a:r>
            <a:r>
              <a:rPr lang="en-US" sz="1400" dirty="0">
                <a:solidFill>
                  <a:srgbClr val="000000"/>
                </a:solidFill>
                <a:latin typeface="Arial"/>
                <a:cs typeface="Arial"/>
              </a:rPr>
              <a:t>and </a:t>
            </a:r>
            <a:r>
              <a:rPr lang="en-US" sz="1400" dirty="0">
                <a:latin typeface="Arial"/>
                <a:cs typeface="Arial"/>
              </a:rPr>
              <a:t>record high volumes of traffic, and </a:t>
            </a:r>
            <a:r>
              <a:rPr lang="en-US" sz="1400" dirty="0">
                <a:solidFill>
                  <a:srgbClr val="000000"/>
                </a:solidFill>
                <a:latin typeface="Arial"/>
                <a:cs typeface="Arial"/>
              </a:rPr>
              <a:t>the </a:t>
            </a:r>
            <a:r>
              <a:rPr lang="en-US" sz="1400" dirty="0">
                <a:latin typeface="Arial"/>
                <a:cs typeface="Arial"/>
              </a:rPr>
              <a:t>risk of human error</a:t>
            </a:r>
            <a:r>
              <a:rPr lang="en-US" sz="1400" dirty="0">
                <a:solidFill>
                  <a:srgbClr val="000000"/>
                </a:solidFill>
                <a:latin typeface="Arial"/>
                <a:cs typeface="Arial"/>
              </a:rPr>
              <a:t>.</a:t>
            </a:r>
            <a:endParaRPr lang="en-US" dirty="0">
              <a:cs typeface="Calibri"/>
            </a:endParaRPr>
          </a:p>
          <a:p>
            <a:endParaRPr lang="en-US" sz="1400" dirty="0">
              <a:latin typeface="Arial"/>
              <a:cs typeface="Arial"/>
            </a:endParaRPr>
          </a:p>
          <a:p>
            <a:pPr marL="285750" indent="-285750">
              <a:buFont typeface="Arial"/>
              <a:buChar char="•"/>
            </a:pPr>
            <a:r>
              <a:rPr lang="en-US" sz="1400" dirty="0">
                <a:latin typeface="Arial"/>
                <a:cs typeface="Arial"/>
              </a:rPr>
              <a:t>In highly secure information system facilities, guards control access to the organization’s sensitive areas. </a:t>
            </a: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The benefit of using guards here is that they can adapt more than automated systems. Guards can learn and distinguish many different conditions and situations and make decisions on the spot.</a:t>
            </a:r>
            <a:endParaRPr lang="en-US" dirty="0">
              <a:cs typeface="Calibri" panose="020F0502020204030204"/>
            </a:endParaRPr>
          </a:p>
          <a:p>
            <a:endParaRPr lang="en-US" sz="1400" dirty="0">
              <a:latin typeface="Arial"/>
              <a:cs typeface="Arial"/>
            </a:endParaRPr>
          </a:p>
          <a:p>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37</a:t>
            </a:fld>
            <a:endParaRPr lang="en-US"/>
          </a:p>
        </p:txBody>
      </p:sp>
    </p:spTree>
    <p:extLst>
      <p:ext uri="{BB962C8B-B14F-4D97-AF65-F5344CB8AC3E}">
        <p14:creationId xmlns:p14="http://schemas.microsoft.com/office/powerpoint/2010/main" val="18633306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Physical Security</a:t>
            </a:r>
            <a:endParaRPr lang="en-US" sz="1600" dirty="0"/>
          </a:p>
        </p:txBody>
      </p:sp>
      <p:sp>
        <p:nvSpPr>
          <p:cNvPr id="3" name="Text 0"/>
          <p:cNvSpPr>
            <a:spLocks noGrp="1"/>
          </p:cNvSpPr>
          <p:nvPr>
            <p:ph type="body" idx="100" hasCustomPrompt="1"/>
          </p:nvPr>
        </p:nvSpPr>
        <p:spPr>
          <a:xfrm>
            <a:off x="0" y="274320"/>
            <a:ext cx="9144000" cy="400329"/>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Surveillance (Cont.)</a:t>
            </a:r>
            <a:endParaRPr lang="en-US" sz="2200" dirty="0"/>
          </a:p>
        </p:txBody>
      </p:sp>
      <p:sp>
        <p:nvSpPr>
          <p:cNvPr id="5" name="Text 2"/>
          <p:cNvSpPr/>
          <p:nvPr/>
        </p:nvSpPr>
        <p:spPr>
          <a:xfrm>
            <a:off x="382970" y="1046459"/>
            <a:ext cx="8229600" cy="3117967"/>
          </a:xfrm>
          <a:prstGeom prst="rect">
            <a:avLst/>
          </a:prstGeom>
          <a:noFill/>
          <a:ln/>
        </p:spPr>
        <p:txBody>
          <a:bodyPr wrap="square" lIns="91440" tIns="45720" rIns="91440" bIns="45720" rtlCol="0" anchor="t"/>
          <a:lstStyle/>
          <a:p>
            <a:pPr marL="285750" indent="-285750">
              <a:buFont typeface="Arial"/>
              <a:buChar char="•"/>
            </a:pPr>
            <a:r>
              <a:rPr lang="en-US" sz="1400" b="1" dirty="0">
                <a:solidFill>
                  <a:srgbClr val="000000"/>
                </a:solidFill>
                <a:latin typeface="Arial"/>
                <a:cs typeface="Arial"/>
              </a:rPr>
              <a:t>RFID </a:t>
            </a:r>
            <a:r>
              <a:rPr lang="en-US" sz="1400" b="1" dirty="0">
                <a:latin typeface="Arial"/>
                <a:cs typeface="Arial"/>
              </a:rPr>
              <a:t>and Wireless Surveillance: </a:t>
            </a:r>
            <a:r>
              <a:rPr lang="en-US" sz="1400" dirty="0">
                <a:latin typeface="Arial"/>
                <a:cs typeface="Arial"/>
              </a:rPr>
              <a:t>Managing and locating important information system assets is a key challenge for </a:t>
            </a:r>
            <a:r>
              <a:rPr lang="en-US" sz="1400" dirty="0">
                <a:solidFill>
                  <a:srgbClr val="000000"/>
                </a:solidFill>
                <a:latin typeface="Arial"/>
                <a:cs typeface="Arial"/>
              </a:rPr>
              <a:t>most organizations. </a:t>
            </a:r>
            <a:endParaRPr lang="en-US" dirty="0">
              <a:solidFill>
                <a:srgbClr val="000000"/>
              </a:solidFill>
              <a:latin typeface="Calibri" panose="020F0502020204030204"/>
              <a:cs typeface="Calibri"/>
            </a:endParaRPr>
          </a:p>
          <a:p>
            <a:pPr marL="742950" lvl="1" indent="-285750">
              <a:buFont typeface="Arial"/>
              <a:buChar char="•"/>
            </a:pPr>
            <a:r>
              <a:rPr lang="en-US" sz="1400" dirty="0">
                <a:solidFill>
                  <a:srgbClr val="000000"/>
                </a:solidFill>
                <a:latin typeface="Arial"/>
                <a:cs typeface="Arial"/>
              </a:rPr>
              <a:t>Growth in the number of mobile </a:t>
            </a:r>
            <a:r>
              <a:rPr lang="en-US" sz="1400" dirty="0">
                <a:latin typeface="Arial"/>
                <a:cs typeface="Arial"/>
              </a:rPr>
              <a:t>and IoT devices has made this job even more difficult.</a:t>
            </a:r>
            <a:endParaRPr lang="en-US" dirty="0">
              <a:latin typeface="Calibri" panose="020F0502020204030204"/>
              <a:cs typeface="Calibri"/>
            </a:endParaRPr>
          </a:p>
          <a:p>
            <a:pPr marL="742950" lvl="1" indent="-285750">
              <a:buFont typeface="Arial"/>
              <a:buChar char="•"/>
            </a:pPr>
            <a:r>
              <a:rPr lang="en-US" sz="1400" dirty="0">
                <a:latin typeface="Arial"/>
                <a:cs typeface="Arial"/>
              </a:rPr>
              <a:t>The use of Radio Frequency Identification (RFID) asset tags can be of great value to the security staff. </a:t>
            </a:r>
            <a:endParaRPr lang="en-US" dirty="0">
              <a:latin typeface="Calibri" panose="020F0502020204030204"/>
              <a:cs typeface="Calibri"/>
            </a:endParaRPr>
          </a:p>
          <a:p>
            <a:pPr marL="1200150" lvl="2" indent="-285750">
              <a:buFont typeface="Arial"/>
              <a:buChar char="•"/>
            </a:pPr>
            <a:r>
              <a:rPr lang="en-US" sz="1400" dirty="0">
                <a:latin typeface="Arial"/>
                <a:cs typeface="Arial"/>
              </a:rPr>
              <a:t>An organization can place RFID readers in the door frames of secure areas so that they are not visible to individuals.</a:t>
            </a:r>
            <a:endParaRPr lang="en-US" dirty="0">
              <a:cs typeface="Calibri"/>
            </a:endParaRPr>
          </a:p>
          <a:p>
            <a:pPr marL="1200150" lvl="2" indent="-285750">
              <a:buFont typeface="Arial"/>
              <a:buChar char="•"/>
            </a:pPr>
            <a:r>
              <a:rPr lang="en-US" sz="1400" dirty="0">
                <a:latin typeface="Arial"/>
                <a:cs typeface="Arial"/>
              </a:rPr>
              <a:t>The benefit of RFID asset tags is that they can track any asset that physically leaves a secure area.</a:t>
            </a:r>
            <a:endParaRPr lang="en-US" dirty="0">
              <a:latin typeface="Calibri" panose="020F0502020204030204"/>
              <a:cs typeface="Calibri"/>
            </a:endParaRPr>
          </a:p>
          <a:p>
            <a:pPr marL="1200150" lvl="2" indent="-285750">
              <a:buFont typeface="Arial"/>
              <a:buChar char="•"/>
            </a:pPr>
            <a:r>
              <a:rPr lang="en-US" sz="1400" dirty="0">
                <a:latin typeface="Arial"/>
                <a:cs typeface="Arial"/>
              </a:rPr>
              <a:t>New RFID asset tag systems can read multiple tags simultaneously. </a:t>
            </a:r>
            <a:endParaRPr lang="en-US" dirty="0">
              <a:latin typeface="Calibri" panose="020F0502020204030204"/>
              <a:cs typeface="Calibri"/>
            </a:endParaRPr>
          </a:p>
          <a:p>
            <a:pPr marL="1200150" lvl="2" indent="-285750">
              <a:buFont typeface="Arial"/>
              <a:buChar char="•"/>
            </a:pPr>
            <a:r>
              <a:rPr lang="en-US" sz="1400" dirty="0">
                <a:latin typeface="Arial"/>
                <a:cs typeface="Arial"/>
              </a:rPr>
              <a:t>RFID systems do not require line-of-sight to scan tags, either. </a:t>
            </a:r>
            <a:endParaRPr lang="en-US" dirty="0">
              <a:latin typeface="Calibri" panose="020F0502020204030204"/>
              <a:cs typeface="Calibri"/>
            </a:endParaRPr>
          </a:p>
          <a:p>
            <a:pPr marL="1200150" lvl="2" indent="-285750">
              <a:buFont typeface="Arial"/>
              <a:buChar char="•"/>
            </a:pPr>
            <a:r>
              <a:rPr lang="en-US" sz="1400" dirty="0">
                <a:latin typeface="Arial"/>
                <a:cs typeface="Arial"/>
              </a:rPr>
              <a:t>Another advantage of RFID is the ability to read tags that are not visible. </a:t>
            </a:r>
            <a:endParaRPr lang="en-US" dirty="0">
              <a:latin typeface="Calibri" panose="020F0502020204030204"/>
              <a:cs typeface="Calibri"/>
            </a:endParaRPr>
          </a:p>
          <a:p>
            <a:pPr marL="1200150" lvl="2" indent="-285750">
              <a:buFont typeface="Arial"/>
              <a:buChar char="•"/>
            </a:pPr>
            <a:r>
              <a:rPr lang="en-US" sz="1400" dirty="0">
                <a:latin typeface="Arial"/>
                <a:cs typeface="Arial"/>
              </a:rPr>
              <a:t>Unlike barcodes and human-readable tags that must be physically located and openly displayed to read, RFID tags do not need to be visible to scan.</a:t>
            </a:r>
            <a:endParaRPr lang="en-US" dirty="0">
              <a:cs typeface="Calibri"/>
            </a:endParaRPr>
          </a:p>
          <a:p>
            <a:endParaRPr lang="en-US" sz="1400" dirty="0">
              <a:latin typeface="Arial"/>
              <a:cs typeface="Arial"/>
            </a:endParaRPr>
          </a:p>
          <a:p>
            <a:endParaRPr lang="en-US" sz="1400" dirty="0">
              <a:latin typeface="Arial"/>
              <a:cs typeface="Arial"/>
            </a:endParaRPr>
          </a:p>
          <a:p>
            <a:endParaRPr lang="en-US" sz="1400" b="1"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38</a:t>
            </a:fld>
            <a:endParaRPr lang="en-US"/>
          </a:p>
        </p:txBody>
      </p:sp>
    </p:spTree>
    <p:extLst>
      <p:ext uri="{BB962C8B-B14F-4D97-AF65-F5344CB8AC3E}">
        <p14:creationId xmlns:p14="http://schemas.microsoft.com/office/powerpoint/2010/main" val="20793876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12.2 Application Security</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39</a:t>
            </a:fld>
            <a:endParaRPr lang="en-US"/>
          </a:p>
        </p:txBody>
      </p:sp>
    </p:spTree>
    <p:extLst>
      <p:ext uri="{BB962C8B-B14F-4D97-AF65-F5344CB8AC3E}">
        <p14:creationId xmlns:p14="http://schemas.microsoft.com/office/powerpoint/2010/main" val="22733367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Application Security</a:t>
            </a:r>
            <a:endParaRPr lang="en-US" sz="1600" dirty="0"/>
          </a:p>
        </p:txBody>
      </p:sp>
      <p:sp>
        <p:nvSpPr>
          <p:cNvPr id="3" name="Text 0"/>
          <p:cNvSpPr>
            <a:spLocks noGrp="1"/>
          </p:cNvSpPr>
          <p:nvPr>
            <p:ph type="body" idx="100" hasCustomPrompt="1"/>
          </p:nvPr>
        </p:nvSpPr>
        <p:spPr>
          <a:xfrm>
            <a:off x="0" y="274320"/>
            <a:ext cx="9144000" cy="433782"/>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Application Development</a:t>
            </a:r>
            <a:endParaRPr lang="en-US" sz="2200" dirty="0"/>
          </a:p>
        </p:txBody>
      </p:sp>
      <p:sp>
        <p:nvSpPr>
          <p:cNvPr id="5" name="Text 2"/>
          <p:cNvSpPr/>
          <p:nvPr/>
        </p:nvSpPr>
        <p:spPr>
          <a:xfrm>
            <a:off x="423217" y="1047338"/>
            <a:ext cx="8229600" cy="2972715"/>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a:cs typeface="Arial"/>
              </a:rPr>
              <a:t>To maintain security at all stages of application development, a robust process needs to be followed.</a:t>
            </a:r>
          </a:p>
          <a:p>
            <a:pPr>
              <a:lnSpc>
                <a:spcPts val="2000"/>
              </a:lnSpc>
            </a:pPr>
            <a:endParaRPr lang="en-US" sz="1400" dirty="0">
              <a:latin typeface="Arial"/>
              <a:cs typeface="Arial"/>
            </a:endParaRPr>
          </a:p>
          <a:p>
            <a:pPr marL="285750" indent="-285750">
              <a:buFont typeface="Arial"/>
              <a:buChar char="•"/>
            </a:pPr>
            <a:r>
              <a:rPr lang="en-US" sz="1400" b="1" dirty="0">
                <a:latin typeface="Arial"/>
                <a:cs typeface="Arial"/>
              </a:rPr>
              <a:t>Developing and testing: </a:t>
            </a:r>
            <a:r>
              <a:rPr lang="en-US" sz="1400" dirty="0">
                <a:latin typeface="Arial"/>
                <a:cs typeface="Arial"/>
              </a:rPr>
              <a:t>Software is developed and updated in a development environment, where it can be developed, tested and debugged before being deployed.</a:t>
            </a:r>
            <a:endParaRPr lang="en-US" dirty="0">
              <a:latin typeface="Calibri" panose="020F0502020204030204"/>
              <a:cs typeface="Calibri"/>
            </a:endParaRPr>
          </a:p>
          <a:p>
            <a:pPr marL="742950" lvl="1" indent="-285750">
              <a:buFont typeface="Arial"/>
              <a:buChar char="•"/>
            </a:pPr>
            <a:r>
              <a:rPr lang="en-US" sz="1400" dirty="0">
                <a:latin typeface="Arial"/>
                <a:cs typeface="Arial"/>
              </a:rPr>
              <a:t>A development environment is less restrictive than the live environment and has a lower security level. </a:t>
            </a:r>
            <a:endParaRPr lang="en-US" dirty="0">
              <a:latin typeface="Calibri" panose="020F0502020204030204"/>
              <a:cs typeface="Calibri"/>
            </a:endParaRPr>
          </a:p>
          <a:p>
            <a:pPr marL="742950" lvl="1" indent="-285750">
              <a:buFont typeface="Arial"/>
              <a:buChar char="•"/>
            </a:pPr>
            <a:r>
              <a:rPr lang="en-US" sz="1400" dirty="0">
                <a:latin typeface="Arial"/>
                <a:cs typeface="Arial"/>
              </a:rPr>
              <a:t>Version control software helps track and manage changes to the software code. </a:t>
            </a:r>
            <a:endParaRPr lang="en-US" dirty="0">
              <a:latin typeface="Calibri" panose="020F0502020204030204"/>
              <a:cs typeface="Calibri"/>
            </a:endParaRPr>
          </a:p>
          <a:p>
            <a:pPr marL="742950" lvl="1" indent="-285750">
              <a:buFont typeface="Arial"/>
              <a:buChar char="•"/>
            </a:pPr>
            <a:r>
              <a:rPr lang="en-US" sz="1400" dirty="0">
                <a:latin typeface="Arial"/>
                <a:cs typeface="Arial"/>
              </a:rPr>
              <a:t>Developers may also work in a sandbox environment so that code is not overwritten as they develop it. </a:t>
            </a:r>
            <a:endParaRPr lang="en-US" dirty="0">
              <a:cs typeface="Calibri"/>
            </a:endParaRPr>
          </a:p>
          <a:p>
            <a:endParaRPr lang="en-US" sz="1400" dirty="0">
              <a:latin typeface="Arial"/>
              <a:cs typeface="Arial"/>
            </a:endParaRPr>
          </a:p>
          <a:p>
            <a:pPr marL="285750" indent="-285750">
              <a:buFont typeface="Arial"/>
              <a:buChar char="•"/>
            </a:pPr>
            <a:r>
              <a:rPr lang="en-US" sz="1400" dirty="0">
                <a:latin typeface="Arial"/>
                <a:cs typeface="Arial"/>
              </a:rPr>
              <a:t>During testing, developers look at how the code interacts with the normal environment. </a:t>
            </a:r>
            <a:endParaRPr lang="en-US" dirty="0">
              <a:latin typeface="Calibri" panose="020F0502020204030204"/>
              <a:cs typeface="Calibri" panose="020F0502020204030204"/>
            </a:endParaRPr>
          </a:p>
          <a:p>
            <a:pPr marL="742950" lvl="1" indent="-285750">
              <a:buFont typeface="Arial"/>
              <a:buChar char="•"/>
            </a:pPr>
            <a:r>
              <a:rPr lang="en-US" sz="1400" dirty="0">
                <a:latin typeface="Arial"/>
                <a:cs typeface="Arial"/>
              </a:rPr>
              <a:t>Quality assurance (QA) can find defects in the software. </a:t>
            </a: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40</a:t>
            </a:fld>
            <a:endParaRPr lang="en-US"/>
          </a:p>
        </p:txBody>
      </p:sp>
    </p:spTree>
    <p:extLst>
      <p:ext uri="{BB962C8B-B14F-4D97-AF65-F5344CB8AC3E}">
        <p14:creationId xmlns:p14="http://schemas.microsoft.com/office/powerpoint/2010/main" val="38132292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Application Security</a:t>
            </a:r>
            <a:endParaRPr lang="en-US" sz="1600" dirty="0"/>
          </a:p>
        </p:txBody>
      </p:sp>
      <p:sp>
        <p:nvSpPr>
          <p:cNvPr id="3" name="Text 0"/>
          <p:cNvSpPr>
            <a:spLocks noGrp="1"/>
          </p:cNvSpPr>
          <p:nvPr>
            <p:ph type="body" idx="100" hasCustomPrompt="1"/>
          </p:nvPr>
        </p:nvSpPr>
        <p:spPr>
          <a:xfrm>
            <a:off x="0" y="274320"/>
            <a:ext cx="9144000" cy="422631"/>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Application Development (Cont.)</a:t>
            </a:r>
            <a:endParaRPr lang="en-US" sz="2200" dirty="0"/>
          </a:p>
        </p:txBody>
      </p:sp>
      <p:sp>
        <p:nvSpPr>
          <p:cNvPr id="5" name="Text 2"/>
          <p:cNvSpPr/>
          <p:nvPr/>
        </p:nvSpPr>
        <p:spPr>
          <a:xfrm>
            <a:off x="423217" y="1101798"/>
            <a:ext cx="8229600" cy="2571750"/>
          </a:xfrm>
          <a:prstGeom prst="rect">
            <a:avLst/>
          </a:prstGeom>
          <a:noFill/>
          <a:ln/>
        </p:spPr>
        <p:txBody>
          <a:bodyPr wrap="square" lIns="91440" tIns="45720" rIns="91440" bIns="45720" rtlCol="0" anchor="t"/>
          <a:lstStyle/>
          <a:p>
            <a:pPr marL="285750" indent="-285750">
              <a:buFont typeface="Arial"/>
              <a:buChar char="•"/>
            </a:pPr>
            <a:r>
              <a:rPr lang="en-US" sz="1400" b="1" dirty="0">
                <a:solidFill>
                  <a:srgbClr val="000000"/>
                </a:solidFill>
                <a:latin typeface="Arial"/>
                <a:cs typeface="Arial"/>
              </a:rPr>
              <a:t>Staging</a:t>
            </a:r>
            <a:r>
              <a:rPr lang="en-US" sz="1400" b="1" dirty="0">
                <a:latin typeface="Arial"/>
                <a:cs typeface="Arial"/>
              </a:rPr>
              <a:t> and production: </a:t>
            </a:r>
            <a:r>
              <a:rPr lang="en-US" sz="1400" dirty="0">
                <a:latin typeface="Arial"/>
                <a:cs typeface="Arial"/>
              </a:rPr>
              <a:t>Staging environments should closely match the organization’s production environment</a:t>
            </a:r>
            <a:r>
              <a:rPr lang="en-US" sz="1400" dirty="0">
                <a:solidFill>
                  <a:srgbClr val="000000"/>
                </a:solidFill>
                <a:latin typeface="Arial"/>
                <a:cs typeface="Arial"/>
              </a:rPr>
              <a:t>.</a:t>
            </a:r>
            <a:endParaRPr lang="en-US" dirty="0">
              <a:latin typeface="Calibri" panose="020F0502020204030204"/>
              <a:cs typeface="Calibri"/>
            </a:endParaRPr>
          </a:p>
          <a:p>
            <a:pPr marL="742950" lvl="1" indent="-285750">
              <a:buFont typeface="Arial"/>
              <a:buChar char="•"/>
            </a:pPr>
            <a:r>
              <a:rPr lang="en-US" sz="1400" dirty="0">
                <a:latin typeface="Arial"/>
                <a:cs typeface="Arial"/>
              </a:rPr>
              <a:t>By testing in a staging environment, developers can verify that the software runs under the required security settings.</a:t>
            </a:r>
            <a:endParaRPr lang="en-US" dirty="0">
              <a:latin typeface="Calibri" panose="020F0502020204030204"/>
              <a:cs typeface="Calibri"/>
            </a:endParaRPr>
          </a:p>
          <a:p>
            <a:pPr marL="742950" lvl="1" indent="-285750">
              <a:buFont typeface="Arial"/>
              <a:buChar char="•"/>
            </a:pPr>
            <a:r>
              <a:rPr lang="en-US" sz="1400" dirty="0">
                <a:latin typeface="Arial"/>
                <a:cs typeface="Arial"/>
              </a:rPr>
              <a:t>After the developer runs and tests security, the program can be deployed to production.</a:t>
            </a:r>
            <a:endParaRPr lang="en-US" dirty="0">
              <a:cs typeface="Calibri"/>
            </a:endParaRPr>
          </a:p>
          <a:p>
            <a:endParaRPr lang="en-US" sz="1400" b="1" dirty="0">
              <a:latin typeface="Arial"/>
              <a:cs typeface="Arial"/>
            </a:endParaRPr>
          </a:p>
          <a:p>
            <a:pPr marL="285750" indent="-285750">
              <a:buFont typeface="Arial"/>
              <a:buChar char="•"/>
            </a:pPr>
            <a:r>
              <a:rPr lang="en-US" sz="1400" b="1" dirty="0">
                <a:latin typeface="Arial"/>
                <a:cs typeface="Arial"/>
              </a:rPr>
              <a:t>Provisioning and deprovisioning: </a:t>
            </a:r>
            <a:r>
              <a:rPr lang="en-US" sz="1400" dirty="0">
                <a:latin typeface="Arial"/>
                <a:cs typeface="Arial"/>
              </a:rPr>
              <a:t>Provisioning is the creation or updating of software. Deprovisioning is its removal.</a:t>
            </a:r>
            <a:endParaRPr lang="en-US" dirty="0">
              <a:latin typeface="Calibri" panose="020F0502020204030204"/>
              <a:cs typeface="Calibri" panose="020F0502020204030204"/>
            </a:endParaRPr>
          </a:p>
          <a:p>
            <a:pPr marL="742950" lvl="1" indent="-285750">
              <a:buFont typeface="Arial"/>
              <a:buChar char="•"/>
            </a:pPr>
            <a:r>
              <a:rPr lang="en-US" sz="1400" dirty="0">
                <a:latin typeface="Arial"/>
                <a:cs typeface="Arial"/>
              </a:rPr>
              <a:t>An organization can use a self-service portal to automate software provisioning and deprovisioning.</a:t>
            </a:r>
            <a:endParaRPr lang="en-US" dirty="0">
              <a:cs typeface="Calibri" panose="020F0502020204030204"/>
            </a:endParaRPr>
          </a:p>
          <a:p>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41</a:t>
            </a:fld>
            <a:endParaRPr lang="en-US"/>
          </a:p>
        </p:txBody>
      </p:sp>
    </p:spTree>
    <p:extLst>
      <p:ext uri="{BB962C8B-B14F-4D97-AF65-F5344CB8AC3E}">
        <p14:creationId xmlns:p14="http://schemas.microsoft.com/office/powerpoint/2010/main" val="11246033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Application Security</a:t>
            </a:r>
            <a:endParaRPr lang="en-US" sz="1600" dirty="0"/>
          </a:p>
        </p:txBody>
      </p:sp>
      <p:sp>
        <p:nvSpPr>
          <p:cNvPr id="3" name="Text 0"/>
          <p:cNvSpPr>
            <a:spLocks noGrp="1"/>
          </p:cNvSpPr>
          <p:nvPr>
            <p:ph type="body" idx="100" hasCustomPrompt="1"/>
          </p:nvPr>
        </p:nvSpPr>
        <p:spPr>
          <a:xfrm>
            <a:off x="0" y="274320"/>
            <a:ext cx="9144000" cy="417056"/>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Security Coding Techniques</a:t>
            </a:r>
            <a:endParaRPr lang="en-US" sz="2200" dirty="0"/>
          </a:p>
        </p:txBody>
      </p:sp>
      <p:sp>
        <p:nvSpPr>
          <p:cNvPr id="5" name="Text 2"/>
          <p:cNvSpPr/>
          <p:nvPr/>
        </p:nvSpPr>
        <p:spPr>
          <a:xfrm>
            <a:off x="455414" y="888366"/>
            <a:ext cx="8229600" cy="3589516"/>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a:cs typeface="Arial"/>
              </a:rPr>
              <a:t>When coding applications, developers use several techniques to validate that all security requirements have been met.</a:t>
            </a:r>
          </a:p>
          <a:p>
            <a:pPr>
              <a:lnSpc>
                <a:spcPts val="2000"/>
              </a:lnSpc>
            </a:pPr>
            <a:endParaRPr lang="en-US" sz="1400" dirty="0">
              <a:latin typeface="Arial"/>
              <a:cs typeface="Arial"/>
            </a:endParaRPr>
          </a:p>
          <a:p>
            <a:pPr marL="285750" indent="-285750">
              <a:lnSpc>
                <a:spcPts val="2000"/>
              </a:lnSpc>
              <a:buFont typeface="Arial"/>
              <a:buChar char="•"/>
            </a:pPr>
            <a:r>
              <a:rPr lang="en-US" sz="1400" b="1" dirty="0">
                <a:latin typeface="Arial"/>
                <a:cs typeface="Arial"/>
              </a:rPr>
              <a:t>Normalization</a:t>
            </a:r>
            <a:r>
              <a:rPr lang="en-US" sz="1400" dirty="0">
                <a:latin typeface="Arial"/>
                <a:cs typeface="Arial"/>
              </a:rPr>
              <a:t> is used to organize data in a database and help maintain data integrity. Normalization converts an input string to its simplest known form to ensure that all strings have unique binary representations and that any malicious input is identified.</a:t>
            </a:r>
            <a:endParaRPr lang="en-US" dirty="0">
              <a:latin typeface="Calibri" panose="020F0502020204030204"/>
              <a:cs typeface="Calibri" panose="020F0502020204030204"/>
            </a:endParaRPr>
          </a:p>
          <a:p>
            <a:pPr>
              <a:lnSpc>
                <a:spcPts val="2000"/>
              </a:lnSpc>
            </a:pPr>
            <a:endParaRPr lang="en-US" sz="1400" dirty="0">
              <a:latin typeface="Arial"/>
              <a:cs typeface="Arial"/>
            </a:endParaRPr>
          </a:p>
          <a:p>
            <a:pPr marL="285750" indent="-285750">
              <a:lnSpc>
                <a:spcPts val="2000"/>
              </a:lnSpc>
              <a:buFont typeface="Arial"/>
              <a:buChar char="•"/>
            </a:pPr>
            <a:r>
              <a:rPr lang="en-US" sz="1400" dirty="0">
                <a:latin typeface="Arial"/>
                <a:cs typeface="Arial"/>
              </a:rPr>
              <a:t>A </a:t>
            </a:r>
            <a:r>
              <a:rPr lang="en-US" sz="1400" b="1" dirty="0">
                <a:latin typeface="Arial"/>
                <a:cs typeface="Arial"/>
              </a:rPr>
              <a:t>stored procedure</a:t>
            </a:r>
            <a:r>
              <a:rPr lang="en-US" sz="1400" dirty="0">
                <a:latin typeface="Arial"/>
                <a:cs typeface="Arial"/>
              </a:rPr>
              <a:t> is a group of precompiled SQL statements stored in a database that execute a task. If you use a stored procedure to accept input parameters from clients using different input data, you will reduce network traffic and get faster results.</a:t>
            </a:r>
          </a:p>
          <a:p>
            <a:pPr>
              <a:lnSpc>
                <a:spcPts val="2000"/>
              </a:lnSpc>
            </a:pPr>
            <a:endParaRPr lang="en-US" sz="1400" dirty="0">
              <a:latin typeface="Arial"/>
              <a:cs typeface="Arial"/>
            </a:endParaRPr>
          </a:p>
          <a:p>
            <a:pPr marL="285750" indent="-285750">
              <a:lnSpc>
                <a:spcPts val="2000"/>
              </a:lnSpc>
              <a:buFont typeface="Arial"/>
              <a:buChar char="•"/>
            </a:pPr>
            <a:r>
              <a:rPr lang="en-US" sz="1400" b="1" dirty="0">
                <a:latin typeface="Arial"/>
                <a:cs typeface="Arial"/>
              </a:rPr>
              <a:t>Obfuscation</a:t>
            </a:r>
            <a:r>
              <a:rPr lang="en-US" sz="1400" dirty="0">
                <a:latin typeface="Arial"/>
                <a:cs typeface="Arial"/>
              </a:rPr>
              <a:t> hides original data with random characters or data. </a:t>
            </a:r>
            <a:r>
              <a:rPr lang="en-US" sz="1400" b="1" dirty="0">
                <a:latin typeface="Arial"/>
                <a:cs typeface="Arial"/>
              </a:rPr>
              <a:t>Camouflage</a:t>
            </a:r>
            <a:r>
              <a:rPr lang="en-US" sz="1400" dirty="0">
                <a:latin typeface="Arial"/>
                <a:cs typeface="Arial"/>
              </a:rPr>
              <a:t> replaces sensitive data with realistic fictional data. A developer can use obfuscation and camouflage to prevent software from being reverse engineered. </a:t>
            </a:r>
            <a:endParaRPr lang="en-US" dirty="0">
              <a:cs typeface="Calibri" panose="020F0502020204030204"/>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42</a:t>
            </a:fld>
            <a:endParaRPr lang="en-US"/>
          </a:p>
        </p:txBody>
      </p:sp>
    </p:spTree>
    <p:extLst>
      <p:ext uri="{BB962C8B-B14F-4D97-AF65-F5344CB8AC3E}">
        <p14:creationId xmlns:p14="http://schemas.microsoft.com/office/powerpoint/2010/main" val="2272974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Application Security</a:t>
            </a:r>
            <a:endParaRPr lang="en-US" sz="1600" dirty="0"/>
          </a:p>
        </p:txBody>
      </p:sp>
      <p:sp>
        <p:nvSpPr>
          <p:cNvPr id="3" name="Text 0"/>
          <p:cNvSpPr>
            <a:spLocks noGrp="1"/>
          </p:cNvSpPr>
          <p:nvPr>
            <p:ph type="body" idx="100" hasCustomPrompt="1"/>
          </p:nvPr>
        </p:nvSpPr>
        <p:spPr>
          <a:xfrm>
            <a:off x="0" y="274320"/>
            <a:ext cx="9144000" cy="472812"/>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Security Coding Techniques (Cont.)</a:t>
            </a:r>
            <a:endParaRPr lang="en-US" sz="2200" dirty="0"/>
          </a:p>
        </p:txBody>
      </p:sp>
      <p:sp>
        <p:nvSpPr>
          <p:cNvPr id="5" name="Text 2"/>
          <p:cNvSpPr/>
          <p:nvPr/>
        </p:nvSpPr>
        <p:spPr>
          <a:xfrm>
            <a:off x="455414" y="1082932"/>
            <a:ext cx="8229600" cy="2571750"/>
          </a:xfrm>
          <a:prstGeom prst="rect">
            <a:avLst/>
          </a:prstGeom>
          <a:noFill/>
          <a:ln/>
        </p:spPr>
        <p:txBody>
          <a:bodyPr wrap="square" lIns="91440" tIns="45720" rIns="91440" bIns="45720" rtlCol="0" anchor="t"/>
          <a:lstStyle/>
          <a:p>
            <a:pPr marL="285750" indent="-285750">
              <a:lnSpc>
                <a:spcPts val="2000"/>
              </a:lnSpc>
              <a:buFont typeface="Arial"/>
              <a:buChar char="•"/>
            </a:pPr>
            <a:r>
              <a:rPr lang="en-US" sz="1400" b="1" dirty="0">
                <a:solidFill>
                  <a:srgbClr val="000000"/>
                </a:solidFill>
                <a:latin typeface="Arial"/>
                <a:cs typeface="Arial"/>
              </a:rPr>
              <a:t>Code</a:t>
            </a:r>
            <a:r>
              <a:rPr lang="en-US" sz="1400" b="1" dirty="0">
                <a:latin typeface="Arial"/>
                <a:cs typeface="Arial"/>
              </a:rPr>
              <a:t> reuse</a:t>
            </a:r>
            <a:r>
              <a:rPr lang="en-US" sz="1400" dirty="0">
                <a:latin typeface="Arial"/>
                <a:cs typeface="Arial"/>
              </a:rPr>
              <a:t> means using existing software to build new software, saving time and development costs. Care must be taken, though, to avoid the introduction of vulnerabilities.</a:t>
            </a:r>
            <a:endParaRPr lang="en-US" dirty="0">
              <a:latin typeface="Calibri" panose="020F0502020204030204"/>
              <a:cs typeface="Calibri"/>
            </a:endParaRPr>
          </a:p>
          <a:p>
            <a:pPr>
              <a:lnSpc>
                <a:spcPts val="2000"/>
              </a:lnSpc>
            </a:pPr>
            <a:endParaRPr lang="en-US" sz="1400" dirty="0">
              <a:latin typeface="Arial"/>
              <a:cs typeface="Arial"/>
            </a:endParaRPr>
          </a:p>
          <a:p>
            <a:pPr marL="285750" indent="-285750">
              <a:lnSpc>
                <a:spcPts val="2000"/>
              </a:lnSpc>
              <a:buFont typeface="Arial"/>
              <a:buChar char="•"/>
            </a:pPr>
            <a:r>
              <a:rPr lang="en-US" sz="1400" b="1" dirty="0">
                <a:latin typeface="Arial"/>
                <a:cs typeface="Arial"/>
              </a:rPr>
              <a:t>Software development kits (SDKs) </a:t>
            </a:r>
            <a:r>
              <a:rPr lang="en-US" sz="1400" dirty="0">
                <a:latin typeface="Arial"/>
                <a:cs typeface="Arial"/>
              </a:rPr>
              <a:t>and third-party libraries provide a repository of useful code to make application development faster and cheaper. </a:t>
            </a:r>
            <a:endParaRPr lang="en-US" dirty="0">
              <a:latin typeface="Calibri" panose="020F0502020204030204"/>
              <a:cs typeface="Calibri" panose="020F0502020204030204"/>
            </a:endParaRPr>
          </a:p>
          <a:p>
            <a:pPr marL="742950" lvl="1" indent="-285750">
              <a:lnSpc>
                <a:spcPts val="2000"/>
              </a:lnSpc>
              <a:buFont typeface="Arial"/>
              <a:buChar char="•"/>
            </a:pPr>
            <a:r>
              <a:rPr lang="en-US" sz="1400" dirty="0">
                <a:latin typeface="Arial"/>
                <a:cs typeface="Arial"/>
              </a:rPr>
              <a:t>The downside is that any vulnerabilities in SDKs or third-party libraries can potentially affect many applications.</a:t>
            </a:r>
            <a:endParaRPr lang="en-US" dirty="0">
              <a:cs typeface="Calibri" panose="020F0502020204030204"/>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43</a:t>
            </a:fld>
            <a:endParaRPr lang="en-US"/>
          </a:p>
        </p:txBody>
      </p:sp>
    </p:spTree>
    <p:extLst>
      <p:ext uri="{BB962C8B-B14F-4D97-AF65-F5344CB8AC3E}">
        <p14:creationId xmlns:p14="http://schemas.microsoft.com/office/powerpoint/2010/main" val="610924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Application Security</a:t>
            </a:r>
            <a:endParaRPr lang="en-US" sz="1600" dirty="0"/>
          </a:p>
        </p:txBody>
      </p:sp>
      <p:sp>
        <p:nvSpPr>
          <p:cNvPr id="3" name="Text 0"/>
          <p:cNvSpPr>
            <a:spLocks noGrp="1"/>
          </p:cNvSpPr>
          <p:nvPr>
            <p:ph type="body" idx="100" hasCustomPrompt="1"/>
          </p:nvPr>
        </p:nvSpPr>
        <p:spPr>
          <a:xfrm>
            <a:off x="0" y="274320"/>
            <a:ext cx="9144000" cy="41148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Input Validation</a:t>
            </a:r>
            <a:endParaRPr lang="en-US" sz="2200" dirty="0"/>
          </a:p>
        </p:txBody>
      </p:sp>
      <p:sp>
        <p:nvSpPr>
          <p:cNvPr id="5" name="Text 2"/>
          <p:cNvSpPr/>
          <p:nvPr/>
        </p:nvSpPr>
        <p:spPr>
          <a:xfrm>
            <a:off x="423217" y="964204"/>
            <a:ext cx="8229600" cy="3211377"/>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000000"/>
                </a:solidFill>
                <a:latin typeface="Arial"/>
                <a:cs typeface="Arial"/>
              </a:rPr>
              <a:t>Controlling the data input process is key to maintaining database integrity.</a:t>
            </a:r>
            <a:endParaRPr lang="en-US" dirty="0">
              <a:solidFill>
                <a:srgbClr val="000000"/>
              </a:solidFill>
              <a:latin typeface="Calibri" panose="020F0502020204030204"/>
              <a:cs typeface="Calibri" panose="020F0502020204030204"/>
            </a:endParaRPr>
          </a:p>
          <a:p>
            <a:pPr marL="742950" lvl="1" indent="-285750">
              <a:buFont typeface="Arial"/>
              <a:buChar char="•"/>
            </a:pPr>
            <a:r>
              <a:rPr lang="en-US" sz="1400" dirty="0">
                <a:solidFill>
                  <a:srgbClr val="000000"/>
                </a:solidFill>
                <a:latin typeface="Arial"/>
                <a:cs typeface="Arial"/>
              </a:rPr>
              <a:t>Many attacks run against a database and insert malformed data. </a:t>
            </a:r>
            <a:endParaRPr lang="en-US" dirty="0">
              <a:solidFill>
                <a:srgbClr val="000000"/>
              </a:solidFill>
              <a:latin typeface="Calibri" panose="020F0502020204030204"/>
              <a:cs typeface="Calibri" panose="020F0502020204030204"/>
            </a:endParaRPr>
          </a:p>
          <a:p>
            <a:pPr marL="742950" lvl="1" indent="-285750">
              <a:buFont typeface="Arial"/>
              <a:buChar char="•"/>
            </a:pPr>
            <a:r>
              <a:rPr lang="en-US" sz="1400" dirty="0">
                <a:solidFill>
                  <a:srgbClr val="000000"/>
                </a:solidFill>
                <a:latin typeface="Arial"/>
                <a:cs typeface="Arial"/>
              </a:rPr>
              <a:t>Such attacks can confuse, crash or make the application divulge too much information to the attacker. </a:t>
            </a:r>
          </a:p>
          <a:p>
            <a:pPr marL="742950" lvl="1" indent="-285750">
              <a:buFont typeface="Arial"/>
              <a:buChar char="•"/>
            </a:pPr>
            <a:endParaRPr lang="en-US" dirty="0">
              <a:solidFill>
                <a:srgbClr val="000000"/>
              </a:solidFill>
              <a:latin typeface="Calibri" panose="020F0502020204030204"/>
              <a:cs typeface="Calibri" panose="020F0502020204030204"/>
            </a:endParaRPr>
          </a:p>
          <a:p>
            <a:pPr marL="285750" indent="-285750">
              <a:buFont typeface="Arial"/>
              <a:buChar char="•"/>
            </a:pPr>
            <a:r>
              <a:rPr lang="en-US" sz="1400" dirty="0">
                <a:solidFill>
                  <a:srgbClr val="000000"/>
                </a:solidFill>
                <a:latin typeface="Arial"/>
                <a:cs typeface="Arial"/>
              </a:rPr>
              <a:t>Customers fill out a web application form to subscribe to a newsletter. </a:t>
            </a:r>
            <a:endParaRPr lang="en-US" dirty="0">
              <a:solidFill>
                <a:srgbClr val="000000"/>
              </a:solidFill>
              <a:latin typeface="Calibri" panose="020F0502020204030204"/>
              <a:cs typeface="Calibri" panose="020F0502020204030204"/>
            </a:endParaRPr>
          </a:p>
          <a:p>
            <a:pPr marL="742950" lvl="1" indent="-285750">
              <a:buFont typeface="Arial"/>
              <a:buChar char="•"/>
            </a:pPr>
            <a:r>
              <a:rPr lang="en-US" sz="1400" dirty="0">
                <a:solidFill>
                  <a:srgbClr val="000000"/>
                </a:solidFill>
                <a:latin typeface="Arial"/>
                <a:cs typeface="Arial"/>
              </a:rPr>
              <a:t>A database application automatically generates and sends email confirmations back to the customers. </a:t>
            </a:r>
            <a:endParaRPr lang="en-US" dirty="0">
              <a:solidFill>
                <a:srgbClr val="000000"/>
              </a:solidFill>
              <a:latin typeface="Calibri" panose="020F0502020204030204"/>
              <a:cs typeface="Calibri" panose="020F0502020204030204"/>
            </a:endParaRPr>
          </a:p>
          <a:p>
            <a:pPr marL="742950" lvl="1" indent="-285750">
              <a:buFont typeface="Arial"/>
              <a:buChar char="•"/>
            </a:pPr>
            <a:r>
              <a:rPr lang="en-US" sz="1400" dirty="0">
                <a:solidFill>
                  <a:srgbClr val="000000"/>
                </a:solidFill>
                <a:latin typeface="Arial"/>
                <a:cs typeface="Arial"/>
              </a:rPr>
              <a:t>When customers receive the email with a URL link to confirm their subscription, attackers have modified the URL link. </a:t>
            </a:r>
            <a:endParaRPr lang="en-US" dirty="0">
              <a:solidFill>
                <a:srgbClr val="000000"/>
              </a:solidFill>
              <a:latin typeface="Calibri"/>
              <a:cs typeface="Calibri"/>
            </a:endParaRPr>
          </a:p>
          <a:p>
            <a:pPr marL="742950" lvl="1" indent="-285750">
              <a:buFont typeface="Arial"/>
              <a:buChar char="•"/>
            </a:pPr>
            <a:r>
              <a:rPr lang="en-US" sz="1400" dirty="0">
                <a:solidFill>
                  <a:srgbClr val="000000"/>
                </a:solidFill>
                <a:latin typeface="Arial"/>
                <a:cs typeface="Arial"/>
              </a:rPr>
              <a:t>These modifications can change the username, email address or subscription status of the customers when they click to confirm their subscription. </a:t>
            </a:r>
            <a:endParaRPr lang="en-US" dirty="0">
              <a:solidFill>
                <a:srgbClr val="000000"/>
              </a:solidFill>
              <a:latin typeface="Calibri" panose="020F0502020204030204"/>
              <a:cs typeface="Calibri"/>
            </a:endParaRPr>
          </a:p>
          <a:p>
            <a:pPr marL="742950" lvl="1" indent="-285750">
              <a:buFont typeface="Arial"/>
              <a:buChar char="•"/>
            </a:pPr>
            <a:r>
              <a:rPr lang="en-US" sz="1400" dirty="0">
                <a:solidFill>
                  <a:srgbClr val="000000"/>
                </a:solidFill>
                <a:latin typeface="Arial"/>
                <a:cs typeface="Arial"/>
              </a:rPr>
              <a:t>Hackers can automate this attack to flood the web application with thousands of invalid subscribers to the newsletter database.</a:t>
            </a:r>
            <a:endParaRPr lang="en-US" dirty="0">
              <a:cs typeface="Calibri"/>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44</a:t>
            </a:fld>
            <a:endParaRPr lang="en-US"/>
          </a:p>
        </p:txBody>
      </p:sp>
    </p:spTree>
    <p:extLst>
      <p:ext uri="{BB962C8B-B14F-4D97-AF65-F5344CB8AC3E}">
        <p14:creationId xmlns:p14="http://schemas.microsoft.com/office/powerpoint/2010/main" val="38811084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Application Security</a:t>
            </a:r>
            <a:endParaRPr lang="en-US" sz="1600" dirty="0"/>
          </a:p>
        </p:txBody>
      </p:sp>
      <p:sp>
        <p:nvSpPr>
          <p:cNvPr id="3" name="Text 0"/>
          <p:cNvSpPr>
            <a:spLocks noGrp="1"/>
          </p:cNvSpPr>
          <p:nvPr>
            <p:ph type="body" idx="100" hasCustomPrompt="1"/>
          </p:nvPr>
        </p:nvSpPr>
        <p:spPr>
          <a:xfrm>
            <a:off x="0" y="274320"/>
            <a:ext cx="9144000" cy="428207"/>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Validation Rules</a:t>
            </a:r>
            <a:endParaRPr lang="en-US" sz="2200" dirty="0"/>
          </a:p>
        </p:txBody>
      </p:sp>
      <p:sp>
        <p:nvSpPr>
          <p:cNvPr id="5" name="Text 2"/>
          <p:cNvSpPr/>
          <p:nvPr/>
        </p:nvSpPr>
        <p:spPr>
          <a:xfrm>
            <a:off x="455414" y="1048345"/>
            <a:ext cx="8229600" cy="2062845"/>
          </a:xfrm>
          <a:prstGeom prst="rect">
            <a:avLst/>
          </a:prstGeom>
          <a:noFill/>
          <a:ln/>
        </p:spPr>
        <p:txBody>
          <a:bodyPr wrap="square" lIns="91440" tIns="45720" rIns="91440" bIns="45720" rtlCol="0" anchor="t"/>
          <a:lstStyle/>
          <a:p>
            <a:r>
              <a:rPr lang="en-US" sz="1400" dirty="0">
                <a:solidFill>
                  <a:srgbClr val="000000"/>
                </a:solidFill>
                <a:latin typeface="Arial"/>
                <a:cs typeface="Arial"/>
              </a:rPr>
              <a:t>A validation rule checks that data falls within the parameters defined by the database designer. A validation rule helps to ensure the completeness, accuracy, and consistency of data. The criteria used in a validation rule include the following:</a:t>
            </a:r>
            <a:endParaRPr lang="en-US" dirty="0"/>
          </a:p>
          <a:p>
            <a:endParaRPr lang="en-US" sz="1400" dirty="0">
              <a:solidFill>
                <a:srgbClr val="000000"/>
              </a:solidFill>
              <a:latin typeface="Arial"/>
              <a:cs typeface="Arial"/>
            </a:endParaRPr>
          </a:p>
          <a:p>
            <a:pPr marL="742950" lvl="1" indent="-285750">
              <a:buFont typeface="Arial"/>
              <a:buChar char="•"/>
            </a:pPr>
            <a:r>
              <a:rPr lang="en-US" sz="1400" b="1" dirty="0">
                <a:solidFill>
                  <a:srgbClr val="000000"/>
                </a:solidFill>
                <a:latin typeface="Arial"/>
                <a:cs typeface="Arial"/>
              </a:rPr>
              <a:t>Size</a:t>
            </a:r>
            <a:r>
              <a:rPr lang="en-US" sz="1400" dirty="0">
                <a:solidFill>
                  <a:srgbClr val="000000"/>
                </a:solidFill>
                <a:latin typeface="Arial"/>
                <a:cs typeface="Arial"/>
              </a:rPr>
              <a:t> – checks the number of characters in a data item</a:t>
            </a:r>
            <a:endParaRPr lang="en-US" dirty="0">
              <a:solidFill>
                <a:srgbClr val="000000"/>
              </a:solidFill>
              <a:latin typeface="Calibri"/>
              <a:cs typeface="Calibri"/>
            </a:endParaRPr>
          </a:p>
          <a:p>
            <a:pPr marL="742950" lvl="1" indent="-285750">
              <a:buFont typeface="Arial"/>
              <a:buChar char="•"/>
            </a:pPr>
            <a:r>
              <a:rPr lang="en-US" sz="1400" b="1" dirty="0">
                <a:solidFill>
                  <a:srgbClr val="000000"/>
                </a:solidFill>
                <a:latin typeface="Arial"/>
                <a:cs typeface="Arial"/>
              </a:rPr>
              <a:t>Format</a:t>
            </a:r>
            <a:r>
              <a:rPr lang="en-US" sz="1400" dirty="0">
                <a:solidFill>
                  <a:srgbClr val="000000"/>
                </a:solidFill>
                <a:latin typeface="Arial"/>
                <a:cs typeface="Arial"/>
              </a:rPr>
              <a:t> – checks that the data conforms to a specified format</a:t>
            </a:r>
            <a:endParaRPr lang="en-US" dirty="0">
              <a:solidFill>
                <a:srgbClr val="000000"/>
              </a:solidFill>
              <a:latin typeface="Calibri"/>
              <a:cs typeface="Calibri"/>
            </a:endParaRPr>
          </a:p>
          <a:p>
            <a:pPr marL="742950" lvl="1" indent="-285750">
              <a:buFont typeface="Arial"/>
              <a:buChar char="•"/>
            </a:pPr>
            <a:r>
              <a:rPr lang="en-US" sz="1400" b="1" dirty="0">
                <a:solidFill>
                  <a:srgbClr val="000000"/>
                </a:solidFill>
                <a:latin typeface="Arial"/>
                <a:cs typeface="Arial"/>
              </a:rPr>
              <a:t>Consistency</a:t>
            </a:r>
            <a:r>
              <a:rPr lang="en-US" sz="1400" dirty="0">
                <a:solidFill>
                  <a:srgbClr val="000000"/>
                </a:solidFill>
                <a:latin typeface="Arial"/>
                <a:cs typeface="Arial"/>
              </a:rPr>
              <a:t> – checks for the consistency of codes in related data items</a:t>
            </a:r>
            <a:endParaRPr lang="en-US" dirty="0">
              <a:solidFill>
                <a:srgbClr val="000000"/>
              </a:solidFill>
              <a:latin typeface="Calibri" panose="020F0502020204030204"/>
              <a:cs typeface="Calibri"/>
            </a:endParaRPr>
          </a:p>
          <a:p>
            <a:pPr marL="742950" lvl="1" indent="-285750">
              <a:buFont typeface="Arial"/>
              <a:buChar char="•"/>
            </a:pPr>
            <a:r>
              <a:rPr lang="en-US" sz="1400" b="1" dirty="0">
                <a:solidFill>
                  <a:srgbClr val="000000"/>
                </a:solidFill>
                <a:latin typeface="Arial"/>
                <a:cs typeface="Arial"/>
              </a:rPr>
              <a:t>Range</a:t>
            </a:r>
            <a:r>
              <a:rPr lang="en-US" sz="1400" dirty="0">
                <a:solidFill>
                  <a:srgbClr val="000000"/>
                </a:solidFill>
                <a:latin typeface="Arial"/>
                <a:cs typeface="Arial"/>
              </a:rPr>
              <a:t> – checks that data lies within a minimum and maximum value</a:t>
            </a:r>
            <a:endParaRPr lang="en-US" dirty="0">
              <a:solidFill>
                <a:srgbClr val="000000"/>
              </a:solidFill>
              <a:latin typeface="Calibri"/>
              <a:cs typeface="Calibri"/>
            </a:endParaRPr>
          </a:p>
          <a:p>
            <a:pPr marL="742950" lvl="1" indent="-285750">
              <a:buFont typeface="Arial"/>
              <a:buChar char="•"/>
            </a:pPr>
            <a:r>
              <a:rPr lang="en-US" sz="1400" b="1" dirty="0">
                <a:solidFill>
                  <a:srgbClr val="000000"/>
                </a:solidFill>
                <a:latin typeface="Arial"/>
                <a:cs typeface="Arial"/>
              </a:rPr>
              <a:t>Check digit</a:t>
            </a:r>
            <a:r>
              <a:rPr lang="en-US" sz="1400" dirty="0">
                <a:solidFill>
                  <a:srgbClr val="000000"/>
                </a:solidFill>
                <a:latin typeface="Arial"/>
                <a:cs typeface="Arial"/>
              </a:rPr>
              <a:t> – provides for an extra calculation to generate a check digit for error detection</a:t>
            </a:r>
            <a:endParaRPr lang="en-US" dirty="0">
              <a:cs typeface="Calibri"/>
            </a:endParaRPr>
          </a:p>
          <a:p>
            <a:pPr>
              <a:lnSpc>
                <a:spcPts val="2000"/>
              </a:lnSpc>
            </a:pPr>
            <a:endParaRPr lang="en-US" sz="1400" dirty="0">
              <a:latin typeface="Arial"/>
              <a:cs typeface="Arial"/>
            </a:endParaRPr>
          </a:p>
        </p:txBody>
      </p:sp>
      <p:pic>
        <p:nvPicPr>
          <p:cNvPr id="4" name="Picture 5">
            <a:extLst>
              <a:ext uri="{FF2B5EF4-FFF2-40B4-BE49-F238E27FC236}">
                <a16:creationId xmlns:a16="http://schemas.microsoft.com/office/drawing/2014/main" id="{BE4DBC08-2811-359D-79E2-943DF2F5125E}"/>
              </a:ext>
            </a:extLst>
          </p:cNvPr>
          <p:cNvPicPr>
            <a:picLocks noChangeAspect="1"/>
          </p:cNvPicPr>
          <p:nvPr/>
        </p:nvPicPr>
        <p:blipFill>
          <a:blip r:embed="rId3"/>
          <a:stretch>
            <a:fillRect/>
          </a:stretch>
        </p:blipFill>
        <p:spPr>
          <a:xfrm>
            <a:off x="1235868" y="3268267"/>
            <a:ext cx="4600574" cy="1357312"/>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45</a:t>
            </a:fld>
            <a:endParaRPr lang="en-US"/>
          </a:p>
        </p:txBody>
      </p:sp>
    </p:spTree>
    <p:extLst>
      <p:ext uri="{BB962C8B-B14F-4D97-AF65-F5344CB8AC3E}">
        <p14:creationId xmlns:p14="http://schemas.microsoft.com/office/powerpoint/2010/main" val="32456292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Application Security</a:t>
            </a:r>
            <a:endParaRPr lang="en-US" sz="1600" dirty="0"/>
          </a:p>
        </p:txBody>
      </p:sp>
      <p:sp>
        <p:nvSpPr>
          <p:cNvPr id="3" name="Text 0"/>
          <p:cNvSpPr>
            <a:spLocks noGrp="1"/>
          </p:cNvSpPr>
          <p:nvPr>
            <p:ph type="body" idx="100" hasCustomPrompt="1"/>
          </p:nvPr>
        </p:nvSpPr>
        <p:spPr>
          <a:xfrm>
            <a:off x="0" y="274320"/>
            <a:ext cx="9144000" cy="394753"/>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Integrity Checks</a:t>
            </a:r>
            <a:endParaRPr lang="en-US" sz="2200" dirty="0"/>
          </a:p>
        </p:txBody>
      </p:sp>
      <p:sp>
        <p:nvSpPr>
          <p:cNvPr id="5" name="Text 2"/>
          <p:cNvSpPr/>
          <p:nvPr/>
        </p:nvSpPr>
        <p:spPr>
          <a:xfrm>
            <a:off x="455414" y="902246"/>
            <a:ext cx="8229600" cy="1421605"/>
          </a:xfrm>
          <a:prstGeom prst="rect">
            <a:avLst/>
          </a:prstGeom>
          <a:noFill/>
          <a:ln/>
        </p:spPr>
        <p:txBody>
          <a:bodyPr wrap="square" lIns="91440" tIns="45720" rIns="91440" bIns="45720" rtlCol="0" anchor="t"/>
          <a:lstStyle/>
          <a:p>
            <a:r>
              <a:rPr lang="en-US" sz="1400" dirty="0">
                <a:solidFill>
                  <a:srgbClr val="000000"/>
                </a:solidFill>
                <a:latin typeface="Arial"/>
                <a:cs typeface="Arial"/>
              </a:rPr>
              <a:t>Compromised data can threaten the security of your devices and systems.</a:t>
            </a:r>
            <a:endParaRPr lang="en-US" dirty="0"/>
          </a:p>
          <a:p>
            <a:endParaRPr lang="en-US" sz="1400" dirty="0">
              <a:solidFill>
                <a:srgbClr val="000000"/>
              </a:solidFill>
              <a:latin typeface="Arial"/>
              <a:cs typeface="Arial"/>
            </a:endParaRPr>
          </a:p>
          <a:p>
            <a:r>
              <a:rPr lang="en-US" sz="1400" dirty="0">
                <a:solidFill>
                  <a:srgbClr val="000000"/>
                </a:solidFill>
                <a:latin typeface="Arial"/>
                <a:cs typeface="Arial"/>
              </a:rPr>
              <a:t>An </a:t>
            </a:r>
            <a:r>
              <a:rPr lang="en-US" sz="1400" b="1" dirty="0">
                <a:solidFill>
                  <a:srgbClr val="000000"/>
                </a:solidFill>
                <a:latin typeface="Arial"/>
                <a:cs typeface="Arial"/>
              </a:rPr>
              <a:t>integrity check</a:t>
            </a:r>
            <a:r>
              <a:rPr lang="en-US" sz="1400" dirty="0">
                <a:solidFill>
                  <a:srgbClr val="000000"/>
                </a:solidFill>
                <a:latin typeface="Arial"/>
                <a:cs typeface="Arial"/>
              </a:rPr>
              <a:t> can measure the consistency of data in a file, picture or record to ensure that it has not been corrupted. The integrity check performs a </a:t>
            </a:r>
            <a:r>
              <a:rPr lang="en-US" sz="1400" b="1" dirty="0">
                <a:solidFill>
                  <a:srgbClr val="000000"/>
                </a:solidFill>
                <a:latin typeface="Arial"/>
                <a:cs typeface="Arial"/>
              </a:rPr>
              <a:t>hash function</a:t>
            </a:r>
            <a:r>
              <a:rPr lang="en-US" sz="1400" dirty="0">
                <a:solidFill>
                  <a:srgbClr val="000000"/>
                </a:solidFill>
                <a:latin typeface="Arial"/>
                <a:cs typeface="Arial"/>
              </a:rPr>
              <a:t> to take a snapshot of data and then uses this snapshot to ensure data has remained unchanged. A </a:t>
            </a:r>
            <a:r>
              <a:rPr lang="en-US" sz="1400" b="1" dirty="0">
                <a:solidFill>
                  <a:srgbClr val="000000"/>
                </a:solidFill>
                <a:latin typeface="Arial"/>
                <a:cs typeface="Arial"/>
              </a:rPr>
              <a:t>checksum</a:t>
            </a:r>
            <a:r>
              <a:rPr lang="en-US" sz="1400" dirty="0">
                <a:solidFill>
                  <a:srgbClr val="000000"/>
                </a:solidFill>
                <a:latin typeface="Arial"/>
                <a:cs typeface="Arial"/>
              </a:rPr>
              <a:t> is an example of a hash function.</a:t>
            </a:r>
            <a:endParaRPr lang="en-US" dirty="0"/>
          </a:p>
          <a:p>
            <a:pPr>
              <a:lnSpc>
                <a:spcPts val="2000"/>
              </a:lnSpc>
            </a:pPr>
            <a:endParaRPr lang="en-US" sz="1400" dirty="0">
              <a:latin typeface="Arial"/>
              <a:cs typeface="Arial"/>
            </a:endParaRPr>
          </a:p>
        </p:txBody>
      </p:sp>
      <p:pic>
        <p:nvPicPr>
          <p:cNvPr id="4" name="Picture 5" descr="Diagram&#10;&#10;Description automatically generated">
            <a:extLst>
              <a:ext uri="{FF2B5EF4-FFF2-40B4-BE49-F238E27FC236}">
                <a16:creationId xmlns:a16="http://schemas.microsoft.com/office/drawing/2014/main" id="{684556B4-8230-F339-2FFF-777385D40697}"/>
              </a:ext>
            </a:extLst>
          </p:cNvPr>
          <p:cNvPicPr>
            <a:picLocks noChangeAspect="1"/>
          </p:cNvPicPr>
          <p:nvPr/>
        </p:nvPicPr>
        <p:blipFill>
          <a:blip r:embed="rId3"/>
          <a:stretch>
            <a:fillRect/>
          </a:stretch>
        </p:blipFill>
        <p:spPr>
          <a:xfrm>
            <a:off x="1345422" y="2327925"/>
            <a:ext cx="5734645" cy="2240306"/>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46</a:t>
            </a:fld>
            <a:endParaRPr lang="en-US"/>
          </a:p>
        </p:txBody>
      </p:sp>
    </p:spTree>
    <p:extLst>
      <p:ext uri="{BB962C8B-B14F-4D97-AF65-F5344CB8AC3E}">
        <p14:creationId xmlns:p14="http://schemas.microsoft.com/office/powerpoint/2010/main" val="30707772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Application Security</a:t>
            </a:r>
            <a:endParaRPr lang="en-US" sz="1600" dirty="0"/>
          </a:p>
        </p:txBody>
      </p:sp>
      <p:sp>
        <p:nvSpPr>
          <p:cNvPr id="3" name="Text 0"/>
          <p:cNvSpPr>
            <a:spLocks noGrp="1"/>
          </p:cNvSpPr>
          <p:nvPr>
            <p:ph type="body" idx="100" hasCustomPrompt="1"/>
          </p:nvPr>
        </p:nvSpPr>
        <p:spPr>
          <a:xfrm>
            <a:off x="0" y="274320"/>
            <a:ext cx="9144000" cy="394753"/>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Integrity Checks (Cont.)</a:t>
            </a:r>
            <a:endParaRPr lang="en-US" sz="2200" dirty="0"/>
          </a:p>
        </p:txBody>
      </p:sp>
      <p:sp>
        <p:nvSpPr>
          <p:cNvPr id="5" name="Text 2"/>
          <p:cNvSpPr/>
          <p:nvPr/>
        </p:nvSpPr>
        <p:spPr>
          <a:xfrm>
            <a:off x="455414" y="980798"/>
            <a:ext cx="8229600" cy="2882329"/>
          </a:xfrm>
          <a:prstGeom prst="rect">
            <a:avLst/>
          </a:prstGeom>
          <a:noFill/>
          <a:ln/>
        </p:spPr>
        <p:txBody>
          <a:bodyPr wrap="square" lIns="91440" tIns="45720" rIns="91440" bIns="45720" rtlCol="0" anchor="t"/>
          <a:lstStyle/>
          <a:p>
            <a:r>
              <a:rPr lang="en-US" sz="1400" b="1" dirty="0">
                <a:solidFill>
                  <a:srgbClr val="000000"/>
                </a:solidFill>
                <a:latin typeface="Arial"/>
                <a:cs typeface="Arial"/>
              </a:rPr>
              <a:t>How a checksum works: </a:t>
            </a:r>
            <a:endParaRPr lang="en-US" b="1" dirty="0">
              <a:solidFill>
                <a:srgbClr val="000000"/>
              </a:solidFill>
              <a:latin typeface="Calibri" panose="020F0502020204030204"/>
              <a:cs typeface="Calibri" panose="020F0502020204030204"/>
            </a:endParaRPr>
          </a:p>
          <a:p>
            <a:endParaRPr lang="en-US" sz="1400" b="1"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A checksum verifies the integrity of files, or strings of characters, before and after they transfer between devices across a local network or the Internet. </a:t>
            </a:r>
            <a:endParaRPr lang="en-US" dirty="0">
              <a:solidFill>
                <a:srgbClr val="000000"/>
              </a:solidFill>
              <a:latin typeface="Calibri" panose="020F0502020204030204"/>
              <a:cs typeface="Calibri"/>
            </a:endParaRPr>
          </a:p>
          <a:p>
            <a:pPr marL="742950" lvl="1" indent="-285750">
              <a:buFont typeface="Arial"/>
              <a:buChar char="•"/>
            </a:pPr>
            <a:r>
              <a:rPr lang="en-US" sz="1400" dirty="0">
                <a:solidFill>
                  <a:srgbClr val="000000"/>
                </a:solidFill>
                <a:latin typeface="Arial"/>
                <a:cs typeface="Arial"/>
              </a:rPr>
              <a:t>Checksums convert each piece of information to a value and sums the total.</a:t>
            </a:r>
            <a:endParaRPr lang="en-US" dirty="0">
              <a:solidFill>
                <a:srgbClr val="000000"/>
              </a:solidFill>
              <a:latin typeface="Calibri"/>
              <a:cs typeface="Calibri"/>
            </a:endParaRPr>
          </a:p>
          <a:p>
            <a:pPr marL="742950" lvl="1" indent="-285750">
              <a:buFont typeface="Arial"/>
              <a:buChar char="•"/>
            </a:pPr>
            <a:r>
              <a:rPr lang="en-US" sz="1400" dirty="0">
                <a:solidFill>
                  <a:srgbClr val="000000"/>
                </a:solidFill>
                <a:latin typeface="Arial"/>
                <a:cs typeface="Arial"/>
              </a:rPr>
              <a:t>To test the data integrity, a receiving system repeats the process. If the two sums are equal, the data is valid. If not, a change has occurred somewhere along the line.</a:t>
            </a:r>
            <a:endParaRPr lang="en-US" dirty="0">
              <a:cs typeface="Calibri"/>
            </a:endParaRPr>
          </a:p>
          <a:p>
            <a:pPr>
              <a:lnSpc>
                <a:spcPts val="2000"/>
              </a:lnSpc>
            </a:pPr>
            <a:endParaRPr lang="en-US" sz="1400" dirty="0">
              <a:latin typeface="Arial"/>
              <a:cs typeface="Arial"/>
            </a:endParaRPr>
          </a:p>
          <a:p>
            <a:pPr>
              <a:lnSpc>
                <a:spcPts val="2000"/>
              </a:lnSpc>
            </a:pPr>
            <a:r>
              <a:rPr lang="en-US" sz="1400" b="1" dirty="0">
                <a:latin typeface="Arial"/>
                <a:cs typeface="Arial"/>
              </a:rPr>
              <a:t>Hash functions: </a:t>
            </a:r>
          </a:p>
          <a:p>
            <a:pPr>
              <a:lnSpc>
                <a:spcPts val="2000"/>
              </a:lnSpc>
            </a:pPr>
            <a:endParaRPr lang="en-US" sz="1400" b="1" dirty="0">
              <a:latin typeface="Arial"/>
              <a:cs typeface="Arial"/>
            </a:endParaRPr>
          </a:p>
          <a:p>
            <a:pPr marL="285750" indent="-285750">
              <a:lnSpc>
                <a:spcPts val="2000"/>
              </a:lnSpc>
              <a:buFont typeface="Arial"/>
              <a:buChar char="•"/>
            </a:pPr>
            <a:r>
              <a:rPr lang="en-US" sz="1400" dirty="0">
                <a:latin typeface="Arial"/>
                <a:cs typeface="Arial"/>
              </a:rPr>
              <a:t>Common hash functions include MD5, SHA-1, SHA-256 and SHA-512. </a:t>
            </a:r>
          </a:p>
          <a:p>
            <a:pPr marL="742950" lvl="1" indent="-285750">
              <a:lnSpc>
                <a:spcPts val="2000"/>
              </a:lnSpc>
              <a:buFont typeface="Arial"/>
              <a:buChar char="•"/>
            </a:pPr>
            <a:r>
              <a:rPr lang="en-US" sz="1400" dirty="0">
                <a:latin typeface="Arial"/>
                <a:cs typeface="Arial"/>
              </a:rPr>
              <a:t>These use complex mathematical algorithms to compare data to a hashed value. </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47</a:t>
            </a:fld>
            <a:endParaRPr lang="en-US"/>
          </a:p>
        </p:txBody>
      </p:sp>
    </p:spTree>
    <p:extLst>
      <p:ext uri="{BB962C8B-B14F-4D97-AF65-F5344CB8AC3E}">
        <p14:creationId xmlns:p14="http://schemas.microsoft.com/office/powerpoint/2010/main" val="7072284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Application Security</a:t>
            </a:r>
            <a:endParaRPr lang="en-US" sz="1600" dirty="0"/>
          </a:p>
        </p:txBody>
      </p:sp>
      <p:sp>
        <p:nvSpPr>
          <p:cNvPr id="3" name="Text 0"/>
          <p:cNvSpPr>
            <a:spLocks noGrp="1"/>
          </p:cNvSpPr>
          <p:nvPr>
            <p:ph type="body" idx="100" hasCustomPrompt="1"/>
          </p:nvPr>
        </p:nvSpPr>
        <p:spPr>
          <a:xfrm>
            <a:off x="0" y="274320"/>
            <a:ext cx="9144000" cy="448887"/>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Integrity Checks (Cont.)</a:t>
            </a:r>
            <a:endParaRPr lang="en-US" sz="2200" dirty="0"/>
          </a:p>
        </p:txBody>
      </p:sp>
      <p:sp>
        <p:nvSpPr>
          <p:cNvPr id="5" name="Text 2"/>
          <p:cNvSpPr/>
          <p:nvPr/>
        </p:nvSpPr>
        <p:spPr>
          <a:xfrm>
            <a:off x="455414" y="871922"/>
            <a:ext cx="4332717" cy="3757227"/>
          </a:xfrm>
          <a:prstGeom prst="rect">
            <a:avLst/>
          </a:prstGeom>
          <a:noFill/>
          <a:ln/>
        </p:spPr>
        <p:txBody>
          <a:bodyPr wrap="square" lIns="91440" tIns="45720" rIns="91440" bIns="45720" rtlCol="0" anchor="t"/>
          <a:lstStyle/>
          <a:p>
            <a:r>
              <a:rPr lang="en-US" sz="1400" b="1" dirty="0">
                <a:solidFill>
                  <a:srgbClr val="000000"/>
                </a:solidFill>
                <a:latin typeface="Arial"/>
                <a:cs typeface="Arial"/>
              </a:rPr>
              <a:t>Version control: </a:t>
            </a:r>
            <a:endParaRPr lang="en-US" b="1" dirty="0">
              <a:solidFill>
                <a:srgbClr val="000000"/>
              </a:solidFill>
              <a:latin typeface="Calibri" panose="020F0502020204030204"/>
              <a:cs typeface="Calibri" panose="020F0502020204030204"/>
            </a:endParaRP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Organizations use version control to prevent authorized users from making accidental changes.</a:t>
            </a:r>
            <a:endParaRPr lang="en-US" dirty="0">
              <a:solidFill>
                <a:srgbClr val="000000"/>
              </a:solidFill>
              <a:latin typeface="Calibri" panose="020F0502020204030204"/>
              <a:cs typeface="Calibri" panose="020F0502020204030204"/>
            </a:endParaRPr>
          </a:p>
          <a:p>
            <a:pPr marL="742950" lvl="1" indent="-285750">
              <a:buFont typeface="Arial"/>
              <a:buChar char="•"/>
            </a:pPr>
            <a:r>
              <a:rPr lang="en-US" sz="1400" dirty="0">
                <a:solidFill>
                  <a:srgbClr val="000000"/>
                </a:solidFill>
                <a:latin typeface="Arial"/>
                <a:cs typeface="Arial"/>
              </a:rPr>
              <a:t>Version control means that two users cannot update the same object, such as a file, database record or transaction, at the exact same time. </a:t>
            </a:r>
            <a:endParaRPr lang="en-US" dirty="0">
              <a:latin typeface="Calibri" panose="020F0502020204030204"/>
              <a:cs typeface="Calibri" panose="020F0502020204030204"/>
            </a:endParaRPr>
          </a:p>
          <a:p>
            <a:endParaRPr lang="en-US" sz="1400" b="1" dirty="0">
              <a:latin typeface="Arial"/>
              <a:cs typeface="Arial"/>
            </a:endParaRPr>
          </a:p>
          <a:p>
            <a:r>
              <a:rPr lang="en-US" sz="1400" b="1" dirty="0">
                <a:latin typeface="Arial"/>
                <a:cs typeface="Arial"/>
              </a:rPr>
              <a:t>Backups: </a:t>
            </a:r>
            <a:endParaRPr lang="en-US" dirty="0">
              <a:latin typeface="Calibri" panose="020F0502020204030204"/>
              <a:cs typeface="Calibri" panose="020F0502020204030204"/>
            </a:endParaRPr>
          </a:p>
          <a:p>
            <a:pPr>
              <a:lnSpc>
                <a:spcPts val="2000"/>
              </a:lnSpc>
            </a:pPr>
            <a:endParaRPr lang="en-US" sz="1400" dirty="0">
              <a:latin typeface="Arial"/>
              <a:cs typeface="Arial"/>
            </a:endParaRPr>
          </a:p>
          <a:p>
            <a:pPr marL="285750" indent="-285750">
              <a:lnSpc>
                <a:spcPts val="2000"/>
              </a:lnSpc>
              <a:buFont typeface="Arial"/>
              <a:buChar char="•"/>
            </a:pPr>
            <a:r>
              <a:rPr lang="en-US" sz="1400" dirty="0">
                <a:latin typeface="Arial"/>
                <a:cs typeface="Arial"/>
              </a:rPr>
              <a:t>Accurate backups help to maintain data integrity if data becomes corrupted. </a:t>
            </a:r>
            <a:endParaRPr lang="en-US" dirty="0">
              <a:latin typeface="Calibri" panose="020F0502020204030204"/>
              <a:cs typeface="Calibri" panose="020F0502020204030204"/>
            </a:endParaRPr>
          </a:p>
          <a:p>
            <a:pPr marL="285750" indent="-285750">
              <a:lnSpc>
                <a:spcPts val="2000"/>
              </a:lnSpc>
              <a:buFont typeface="Arial"/>
              <a:buChar char="•"/>
            </a:pPr>
            <a:r>
              <a:rPr lang="en-US" sz="1400" dirty="0">
                <a:latin typeface="Arial"/>
                <a:cs typeface="Arial"/>
              </a:rPr>
              <a:t>An organization needs to verify its backup process to ensure the integrity of the backup.</a:t>
            </a:r>
            <a:endParaRPr lang="en-US" dirty="0">
              <a:cs typeface="Calibri" panose="020F0502020204030204"/>
            </a:endParaRPr>
          </a:p>
        </p:txBody>
      </p:sp>
      <p:sp>
        <p:nvSpPr>
          <p:cNvPr id="4" name="Text 2">
            <a:extLst>
              <a:ext uri="{FF2B5EF4-FFF2-40B4-BE49-F238E27FC236}">
                <a16:creationId xmlns:a16="http://schemas.microsoft.com/office/drawing/2014/main" id="{97515266-A305-1B6D-B2D5-CAB122F4653D}"/>
              </a:ext>
            </a:extLst>
          </p:cNvPr>
          <p:cNvSpPr/>
          <p:nvPr/>
        </p:nvSpPr>
        <p:spPr>
          <a:xfrm>
            <a:off x="4929451" y="952165"/>
            <a:ext cx="3880258" cy="2946503"/>
          </a:xfrm>
          <a:prstGeom prst="rect">
            <a:avLst/>
          </a:prstGeom>
          <a:noFill/>
          <a:ln/>
        </p:spPr>
        <p:txBody>
          <a:bodyPr wrap="square" lIns="91440" tIns="45720" rIns="91440" bIns="45720" rtlCol="0" anchor="t"/>
          <a:lstStyle/>
          <a:p>
            <a:r>
              <a:rPr lang="en-US" sz="1400" b="1" dirty="0">
                <a:latin typeface="Arial"/>
                <a:cs typeface="Arial"/>
              </a:rPr>
              <a:t>Authorization: </a:t>
            </a:r>
          </a:p>
          <a:p>
            <a:endParaRPr lang="en-US" sz="1400" b="1" dirty="0">
              <a:latin typeface="Arial"/>
              <a:cs typeface="Arial"/>
            </a:endParaRPr>
          </a:p>
          <a:p>
            <a:pPr marL="285750" indent="-285750">
              <a:buFont typeface="Arial"/>
              <a:buChar char="•"/>
            </a:pPr>
            <a:r>
              <a:rPr lang="en-US" sz="1400" dirty="0">
                <a:latin typeface="Arial"/>
                <a:cs typeface="Arial"/>
              </a:rPr>
              <a:t>Authorization determines who has access to an organization’s resources based on a need-to-know basis.</a:t>
            </a:r>
            <a:endParaRPr lang="en-US" dirty="0">
              <a:latin typeface="Calibri" panose="020F0502020204030204"/>
              <a:cs typeface="Calibri" panose="020F0502020204030204"/>
            </a:endParaRPr>
          </a:p>
          <a:p>
            <a:pPr marL="742950" lvl="1" indent="-285750">
              <a:buFont typeface="Arial"/>
              <a:buChar char="•"/>
            </a:pPr>
            <a:r>
              <a:rPr lang="en-US" sz="1400" dirty="0">
                <a:latin typeface="Arial"/>
                <a:cs typeface="Arial"/>
              </a:rPr>
              <a:t>For example, file permissions and user access controls ensure that only certain users can modify data. </a:t>
            </a:r>
            <a:endParaRPr lang="en-US" dirty="0">
              <a:latin typeface="Calibri" panose="020F0502020204030204"/>
              <a:cs typeface="Calibri" panose="020F0502020204030204"/>
            </a:endParaRPr>
          </a:p>
          <a:p>
            <a:pPr marL="742950" lvl="1" indent="-285750">
              <a:buFont typeface="Arial"/>
              <a:buChar char="•"/>
            </a:pPr>
            <a:r>
              <a:rPr lang="en-US" sz="1400" dirty="0">
                <a:latin typeface="Arial"/>
                <a:cs typeface="Arial"/>
              </a:rPr>
              <a:t>An administrator can set permissions for a file to read-only. </a:t>
            </a:r>
            <a:endParaRPr lang="en-US" dirty="0">
              <a:latin typeface="Calibri" panose="020F0502020204030204"/>
              <a:cs typeface="Calibri" panose="020F0502020204030204"/>
            </a:endParaRPr>
          </a:p>
          <a:p>
            <a:pPr marL="1200150" lvl="2" indent="-285750">
              <a:buFont typeface="Arial"/>
              <a:buChar char="•"/>
            </a:pPr>
            <a:r>
              <a:rPr lang="en-US" sz="1400" dirty="0">
                <a:latin typeface="Arial"/>
                <a:cs typeface="Arial"/>
              </a:rPr>
              <a:t>As a result, a user accessing that file cannot make any changes.</a:t>
            </a:r>
            <a:endParaRPr lang="en-US" dirty="0">
              <a:cs typeface="Calibri" panose="020F0502020204030204"/>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48</a:t>
            </a:fld>
            <a:endParaRPr lang="en-US"/>
          </a:p>
        </p:txBody>
      </p:sp>
    </p:spTree>
    <p:extLst>
      <p:ext uri="{BB962C8B-B14F-4D97-AF65-F5344CB8AC3E}">
        <p14:creationId xmlns:p14="http://schemas.microsoft.com/office/powerpoint/2010/main" val="2603382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Application Security</a:t>
            </a:r>
            <a:endParaRPr lang="en-US" sz="1600" dirty="0"/>
          </a:p>
        </p:txBody>
      </p:sp>
      <p:sp>
        <p:nvSpPr>
          <p:cNvPr id="3" name="Text 0"/>
          <p:cNvSpPr>
            <a:spLocks noGrp="1"/>
          </p:cNvSpPr>
          <p:nvPr>
            <p:ph type="body" idx="100" hasCustomPrompt="1"/>
          </p:nvPr>
        </p:nvSpPr>
        <p:spPr>
          <a:xfrm>
            <a:off x="0" y="274320"/>
            <a:ext cx="9144000" cy="506265"/>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Other Application Security Practices</a:t>
            </a:r>
            <a:endParaRPr lang="en-US" sz="2200" dirty="0"/>
          </a:p>
        </p:txBody>
      </p:sp>
      <p:sp>
        <p:nvSpPr>
          <p:cNvPr id="5" name="Text 2"/>
          <p:cNvSpPr/>
          <p:nvPr/>
        </p:nvSpPr>
        <p:spPr>
          <a:xfrm>
            <a:off x="334955" y="782249"/>
            <a:ext cx="8229600" cy="549807"/>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a:cs typeface="Arial"/>
              </a:rPr>
              <a:t>How can you be sure that a piece of software you are installing is authentic or that information is secure when browsing the Internet?</a:t>
            </a:r>
            <a:endParaRPr lang="en-US" dirty="0">
              <a:solidFill>
                <a:srgbClr val="000000"/>
              </a:solidFill>
              <a:latin typeface="Calibri" panose="020F0502020204030204"/>
              <a:cs typeface="Calibri" panose="020F0502020204030204"/>
            </a:endParaRPr>
          </a:p>
        </p:txBody>
      </p:sp>
      <p:sp>
        <p:nvSpPr>
          <p:cNvPr id="4" name="Text 2">
            <a:extLst>
              <a:ext uri="{FF2B5EF4-FFF2-40B4-BE49-F238E27FC236}">
                <a16:creationId xmlns:a16="http://schemas.microsoft.com/office/drawing/2014/main" id="{F90BD50A-EBA9-FAA2-57D9-2B69FAD80485}"/>
              </a:ext>
            </a:extLst>
          </p:cNvPr>
          <p:cNvSpPr/>
          <p:nvPr/>
        </p:nvSpPr>
        <p:spPr>
          <a:xfrm>
            <a:off x="372066" y="1475271"/>
            <a:ext cx="8229600" cy="3156894"/>
          </a:xfrm>
          <a:prstGeom prst="rect">
            <a:avLst/>
          </a:prstGeom>
          <a:noFill/>
          <a:ln/>
        </p:spPr>
        <p:txBody>
          <a:bodyPr wrap="square" lIns="91440" tIns="45720" rIns="91440" bIns="45720" rtlCol="0" anchor="t"/>
          <a:lstStyle/>
          <a:p>
            <a:r>
              <a:rPr lang="en-US" sz="1400" b="1" dirty="0">
                <a:latin typeface="Arial"/>
                <a:cs typeface="Arial"/>
              </a:rPr>
              <a:t>Code signing</a:t>
            </a:r>
            <a:r>
              <a:rPr lang="en-US" sz="1400" dirty="0">
                <a:latin typeface="Arial"/>
                <a:cs typeface="Arial"/>
              </a:rPr>
              <a:t> helps prove that a piece of software is authentic.</a:t>
            </a:r>
            <a:endParaRPr lang="en-US" dirty="0">
              <a:cs typeface="Calibri"/>
            </a:endParaRPr>
          </a:p>
          <a:p>
            <a:endParaRPr lang="en-US" sz="1400" dirty="0">
              <a:latin typeface="Arial"/>
              <a:cs typeface="Arial"/>
            </a:endParaRPr>
          </a:p>
          <a:p>
            <a:pPr marL="285750" indent="-285750">
              <a:buFont typeface="Arial"/>
              <a:buChar char="•"/>
            </a:pPr>
            <a:r>
              <a:rPr lang="en-US" sz="1400" dirty="0">
                <a:latin typeface="Arial"/>
                <a:cs typeface="Arial"/>
              </a:rPr>
              <a:t>Executables designed to install and run on a device are digitally signed to validate the author’s identity and provide assurance that the software code has not changed since it was signed.</a:t>
            </a:r>
          </a:p>
          <a:p>
            <a:pPr marL="285750" indent="-285750">
              <a:buFont typeface="Arial"/>
              <a:buChar char="•"/>
            </a:pPr>
            <a:endParaRPr lang="en-US" sz="1400" dirty="0">
              <a:latin typeface="Arial"/>
              <a:cs typeface="Arial"/>
            </a:endParaRPr>
          </a:p>
          <a:p>
            <a:r>
              <a:rPr lang="en-US" sz="1400" b="1" dirty="0">
                <a:solidFill>
                  <a:srgbClr val="000000"/>
                </a:solidFill>
                <a:latin typeface="Arial"/>
                <a:cs typeface="Arial"/>
              </a:rPr>
              <a:t>Secure cookies</a:t>
            </a:r>
            <a:endParaRPr lang="en-US" b="1" dirty="0"/>
          </a:p>
          <a:p>
            <a:endParaRPr lang="en-US" sz="1400" b="1"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Using secure cookies protects information stored in cookies from hackers.</a:t>
            </a:r>
            <a:endParaRPr lang="en-US" dirty="0">
              <a:cs typeface="Calibri" panose="020F0502020204030204"/>
            </a:endParaRPr>
          </a:p>
          <a:p>
            <a:pPr marL="285750" indent="-285750">
              <a:buFont typeface="Arial"/>
              <a:buChar char="•"/>
            </a:pPr>
            <a:r>
              <a:rPr lang="en-US" sz="1400" dirty="0">
                <a:solidFill>
                  <a:srgbClr val="000000"/>
                </a:solidFill>
                <a:latin typeface="Arial"/>
                <a:cs typeface="Arial"/>
              </a:rPr>
              <a:t>When your client system interacts with a server, the server sends an HTTP response that</a:t>
            </a:r>
            <a:r>
              <a:rPr lang="en-US" sz="1400" dirty="0">
                <a:latin typeface="Arial"/>
                <a:cs typeface="Arial"/>
              </a:rPr>
              <a:t> instructs your browser to create at least one cookie. </a:t>
            </a:r>
            <a:endParaRPr lang="en-US" dirty="0">
              <a:latin typeface="Calibri" panose="020F0502020204030204"/>
              <a:cs typeface="Calibri"/>
            </a:endParaRPr>
          </a:p>
          <a:p>
            <a:pPr marL="742950" lvl="1" indent="-285750">
              <a:buFont typeface="Arial"/>
              <a:buChar char="•"/>
            </a:pPr>
            <a:r>
              <a:rPr lang="en-US" sz="1400" dirty="0">
                <a:latin typeface="Arial"/>
                <a:cs typeface="Arial"/>
              </a:rPr>
              <a:t>The cookie then stores data for future requests while </a:t>
            </a:r>
            <a:r>
              <a:rPr lang="en-US" sz="1400" dirty="0">
                <a:solidFill>
                  <a:srgbClr val="000000"/>
                </a:solidFill>
                <a:latin typeface="Arial"/>
                <a:cs typeface="Arial"/>
              </a:rPr>
              <a:t>you are browsing </a:t>
            </a:r>
            <a:r>
              <a:rPr lang="en-US" sz="1400" dirty="0">
                <a:latin typeface="Arial"/>
                <a:cs typeface="Arial"/>
              </a:rPr>
              <a:t>that website.</a:t>
            </a:r>
            <a:endParaRPr lang="en-US" dirty="0">
              <a:cs typeface="Calibri" panose="020F0502020204030204"/>
            </a:endParaRPr>
          </a:p>
          <a:p>
            <a:endParaRPr lang="en-US" sz="1400" dirty="0">
              <a:latin typeface="Arial"/>
              <a:cs typeface="Arial"/>
            </a:endParaRPr>
          </a:p>
          <a:p>
            <a:pPr marL="285750" indent="-285750">
              <a:buFont typeface="Arial"/>
              <a:buChar char="•"/>
            </a:pPr>
            <a:r>
              <a:rPr lang="en-US" sz="1400" dirty="0">
                <a:latin typeface="Arial"/>
                <a:cs typeface="Arial"/>
              </a:rPr>
              <a:t>Web developers should use cookies with HTTPS, to secure cookies and prevent them from being transmitted over unencrypted HTTP.</a:t>
            </a:r>
            <a:endParaRPr lang="en-US" dirty="0">
              <a:cs typeface="Calibri" panose="020F0502020204030204"/>
            </a:endParaRPr>
          </a:p>
          <a:p>
            <a:endParaRPr lang="en-US" dirty="0">
              <a:cs typeface="Calibri" panose="020F0502020204030204"/>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49</a:t>
            </a:fld>
            <a:endParaRPr lang="en-US"/>
          </a:p>
        </p:txBody>
      </p:sp>
    </p:spTree>
    <p:extLst>
      <p:ext uri="{BB962C8B-B14F-4D97-AF65-F5344CB8AC3E}">
        <p14:creationId xmlns:p14="http://schemas.microsoft.com/office/powerpoint/2010/main" val="20680689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Application Security</a:t>
            </a:r>
            <a:endParaRPr lang="en-US" sz="1600" dirty="0"/>
          </a:p>
        </p:txBody>
      </p:sp>
      <p:sp>
        <p:nvSpPr>
          <p:cNvPr id="3" name="Text 0"/>
          <p:cNvSpPr>
            <a:spLocks noGrp="1"/>
          </p:cNvSpPr>
          <p:nvPr>
            <p:ph type="body" idx="100" hasCustomPrompt="1"/>
          </p:nvPr>
        </p:nvSpPr>
        <p:spPr>
          <a:xfrm>
            <a:off x="0" y="274320"/>
            <a:ext cx="9144000" cy="450509"/>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Managing Threats to Applications</a:t>
            </a:r>
            <a:endParaRPr lang="en-US" sz="2200" dirty="0"/>
          </a:p>
        </p:txBody>
      </p:sp>
      <p:sp>
        <p:nvSpPr>
          <p:cNvPr id="5" name="Text 2"/>
          <p:cNvSpPr/>
          <p:nvPr/>
        </p:nvSpPr>
        <p:spPr>
          <a:xfrm>
            <a:off x="374921" y="1042686"/>
            <a:ext cx="8229600" cy="2571750"/>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panose="020B0604020202020204" pitchFamily="34" charset="0"/>
                <a:cs typeface="Arial" panose="020B0604020202020204" pitchFamily="34" charset="0"/>
              </a:rPr>
              <a:t>Organizations can implement various measures to manage threats to the application domain.</a:t>
            </a:r>
          </a:p>
          <a:p>
            <a:pPr>
              <a:lnSpc>
                <a:spcPts val="2000"/>
              </a:lnSpc>
            </a:pPr>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Unauthorized access to data centers, computer rooms, and wiring closets:</a:t>
            </a:r>
            <a:r>
              <a:rPr lang="en-US" sz="1400" dirty="0">
                <a:latin typeface="Arial" panose="020B0604020202020204" pitchFamily="34" charset="0"/>
                <a:cs typeface="Arial" panose="020B0604020202020204" pitchFamily="34" charset="0"/>
              </a:rPr>
              <a:t> </a:t>
            </a:r>
          </a:p>
          <a:p>
            <a:pPr marL="742950" lvl="1" indent="-285750">
              <a:buFont typeface="Arial"/>
              <a:buChar char="•"/>
            </a:pPr>
            <a:r>
              <a:rPr lang="en-US" sz="1400" dirty="0">
                <a:latin typeface="Arial" panose="020B0604020202020204" pitchFamily="34" charset="0"/>
                <a:cs typeface="Arial" panose="020B0604020202020204" pitchFamily="34" charset="0"/>
              </a:rPr>
              <a:t>Implement policies, standards, and procedures for staff and visitors to ensure the facilities are secure.</a:t>
            </a:r>
            <a:endParaRPr lang="en-US" sz="1400">
              <a:latin typeface="Arial" panose="020B0604020202020204" pitchFamily="34" charset="0"/>
              <a:cs typeface="Arial" panose="020B0604020202020204" pitchFamily="34" charset="0"/>
            </a:endParaRPr>
          </a:p>
          <a:p>
            <a:pPr>
              <a:lnSpc>
                <a:spcPts val="2000"/>
              </a:lnSpc>
            </a:pPr>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Server and system downtime: </a:t>
            </a:r>
          </a:p>
          <a:p>
            <a:pPr marL="742950" lvl="1" indent="-285750">
              <a:buFont typeface="Arial"/>
              <a:buChar char="•"/>
            </a:pPr>
            <a:r>
              <a:rPr lang="en-US" sz="1400" dirty="0">
                <a:latin typeface="Arial" panose="020B0604020202020204" pitchFamily="34" charset="0"/>
                <a:cs typeface="Arial" panose="020B0604020202020204" pitchFamily="34" charset="0"/>
              </a:rPr>
              <a:t>Develop a business continuity plan for critical applications to maintain availability of operations.</a:t>
            </a:r>
          </a:p>
          <a:p>
            <a:pPr marL="742950" lvl="1" indent="-285750">
              <a:buFont typeface="Arial"/>
              <a:buChar char="•"/>
            </a:pPr>
            <a:r>
              <a:rPr lang="en-US" sz="1400" dirty="0">
                <a:latin typeface="Arial" panose="020B0604020202020204" pitchFamily="34" charset="0"/>
                <a:cs typeface="Arial" panose="020B0604020202020204" pitchFamily="34" charset="0"/>
              </a:rPr>
              <a:t>Develop a disaster recovery plan for critical applications and data.</a:t>
            </a:r>
          </a:p>
          <a:p>
            <a:pPr lvl="1"/>
            <a:endParaRPr lang="en-US" sz="1400" dirty="0">
              <a:latin typeface="Arial" panose="020B0604020202020204" pitchFamily="34" charset="0"/>
              <a:cs typeface="Arial" panose="020B0604020202020204" pitchFamily="34" charset="0"/>
            </a:endParaRPr>
          </a:p>
          <a:p>
            <a:pPr>
              <a:lnSpc>
                <a:spcPts val="2000"/>
              </a:lnSpc>
            </a:pPr>
            <a:endParaRPr lang="en-US" sz="1400"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50</a:t>
            </a:fld>
            <a:endParaRPr lang="en-US"/>
          </a:p>
        </p:txBody>
      </p:sp>
    </p:spTree>
    <p:extLst>
      <p:ext uri="{BB962C8B-B14F-4D97-AF65-F5344CB8AC3E}">
        <p14:creationId xmlns:p14="http://schemas.microsoft.com/office/powerpoint/2010/main" val="3352785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Application Security</a:t>
            </a:r>
            <a:endParaRPr lang="en-US" sz="1600" dirty="0"/>
          </a:p>
        </p:txBody>
      </p:sp>
      <p:sp>
        <p:nvSpPr>
          <p:cNvPr id="3" name="Text 0"/>
          <p:cNvSpPr>
            <a:spLocks noGrp="1"/>
          </p:cNvSpPr>
          <p:nvPr>
            <p:ph type="body" idx="100" hasCustomPrompt="1"/>
          </p:nvPr>
        </p:nvSpPr>
        <p:spPr>
          <a:xfrm>
            <a:off x="0" y="274320"/>
            <a:ext cx="9144000" cy="405904"/>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Managing Threats to Applications (Cont.)</a:t>
            </a:r>
            <a:endParaRPr lang="en-US" sz="2200" dirty="0"/>
          </a:p>
        </p:txBody>
      </p:sp>
      <p:sp>
        <p:nvSpPr>
          <p:cNvPr id="5" name="Text 2"/>
          <p:cNvSpPr/>
          <p:nvPr/>
        </p:nvSpPr>
        <p:spPr>
          <a:xfrm>
            <a:off x="463536" y="1047557"/>
            <a:ext cx="8229600" cy="3127394"/>
          </a:xfrm>
          <a:prstGeom prst="rect">
            <a:avLst/>
          </a:prstGeom>
          <a:noFill/>
          <a:ln/>
        </p:spPr>
        <p:txBody>
          <a:bodyPr wrap="square" lIns="91440" tIns="45720" rIns="91440" bIns="45720" rtlCol="0" anchor="t"/>
          <a:lstStyle/>
          <a:p>
            <a:r>
              <a:rPr lang="en-US" sz="1400" b="1" dirty="0">
                <a:solidFill>
                  <a:srgbClr val="000000"/>
                </a:solidFill>
                <a:latin typeface="Arial" panose="020B0604020202020204" pitchFamily="34" charset="0"/>
                <a:cs typeface="Arial" panose="020B0604020202020204" pitchFamily="34" charset="0"/>
              </a:rPr>
              <a:t>Network operating system software vulnerability: </a:t>
            </a:r>
          </a:p>
          <a:p>
            <a:pPr marL="742950" lvl="1" indent="-285750">
              <a:buFont typeface="Arial"/>
              <a:buChar char="•"/>
            </a:pPr>
            <a:r>
              <a:rPr lang="en-US" sz="1400" dirty="0">
                <a:solidFill>
                  <a:srgbClr val="000000"/>
                </a:solidFill>
                <a:latin typeface="Arial" panose="020B0604020202020204" pitchFamily="34" charset="0"/>
                <a:cs typeface="Arial" panose="020B0604020202020204" pitchFamily="34" charset="0"/>
              </a:rPr>
              <a:t>Develop</a:t>
            </a:r>
            <a:r>
              <a:rPr lang="en-US" sz="1400" dirty="0">
                <a:latin typeface="Arial" panose="020B0604020202020204" pitchFamily="34" charset="0"/>
                <a:cs typeface="Arial" panose="020B0604020202020204" pitchFamily="34" charset="0"/>
              </a:rPr>
              <a:t> a policy </a:t>
            </a:r>
            <a:r>
              <a:rPr lang="en-US" sz="1400" dirty="0">
                <a:solidFill>
                  <a:srgbClr val="000000"/>
                </a:solidFill>
                <a:latin typeface="Arial" panose="020B0604020202020204" pitchFamily="34" charset="0"/>
                <a:cs typeface="Arial" panose="020B0604020202020204" pitchFamily="34" charset="0"/>
              </a:rPr>
              <a:t>to address application software </a:t>
            </a:r>
            <a:r>
              <a:rPr lang="en-US" sz="1400" dirty="0">
                <a:latin typeface="Arial" panose="020B0604020202020204" pitchFamily="34" charset="0"/>
                <a:cs typeface="Arial" panose="020B0604020202020204" pitchFamily="34" charset="0"/>
              </a:rPr>
              <a:t>and operating system updates.</a:t>
            </a:r>
          </a:p>
          <a:p>
            <a:pPr marL="742950" lvl="1" indent="-285750">
              <a:buFont typeface="Arial"/>
              <a:buChar char="•"/>
            </a:pPr>
            <a:r>
              <a:rPr lang="en-US" sz="1400" dirty="0">
                <a:latin typeface="Arial" panose="020B0604020202020204" pitchFamily="34" charset="0"/>
                <a:cs typeface="Arial" panose="020B0604020202020204" pitchFamily="34" charset="0"/>
              </a:rPr>
              <a:t>Install patches and updates regularly.</a:t>
            </a:r>
          </a:p>
          <a:p>
            <a:pPr marL="742950" lvl="1" indent="-285750">
              <a:buFont typeface="Arial"/>
              <a:buChar char="•"/>
            </a:pPr>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Unauthorized access to systems: </a:t>
            </a:r>
          </a:p>
          <a:p>
            <a:pPr marL="742950" lvl="1" indent="-285750">
              <a:buFont typeface="Arial"/>
              <a:buChar char="•"/>
            </a:pPr>
            <a:r>
              <a:rPr lang="en-US" sz="1400" dirty="0">
                <a:latin typeface="Arial" panose="020B0604020202020204" pitchFamily="34" charset="0"/>
                <a:cs typeface="Arial" panose="020B0604020202020204" pitchFamily="34" charset="0"/>
              </a:rPr>
              <a:t>Use multi-factor authentication.</a:t>
            </a:r>
          </a:p>
          <a:p>
            <a:pPr marL="742950" lvl="1" indent="-285750">
              <a:buFont typeface="Arial"/>
              <a:buChar char="•"/>
            </a:pPr>
            <a:r>
              <a:rPr lang="en-US" sz="1400" dirty="0">
                <a:latin typeface="Arial" panose="020B0604020202020204" pitchFamily="34" charset="0"/>
                <a:cs typeface="Arial" panose="020B0604020202020204" pitchFamily="34" charset="0"/>
              </a:rPr>
              <a:t>Monitor log files.</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Data loss: </a:t>
            </a:r>
          </a:p>
          <a:p>
            <a:pPr marL="742950" lvl="1" indent="-285750">
              <a:buFont typeface="Arial"/>
              <a:buChar char="•"/>
            </a:pPr>
            <a:r>
              <a:rPr lang="en-US" sz="1400" dirty="0">
                <a:latin typeface="Arial" panose="020B0604020202020204" pitchFamily="34" charset="0"/>
                <a:cs typeface="Arial" panose="020B0604020202020204" pitchFamily="34" charset="0"/>
              </a:rPr>
              <a:t>Implement data classification standards.</a:t>
            </a:r>
          </a:p>
          <a:p>
            <a:pPr marL="742950" lvl="1" indent="-285750">
              <a:buFont typeface="Arial"/>
              <a:buChar char="•"/>
            </a:pPr>
            <a:r>
              <a:rPr lang="en-US" sz="1400" dirty="0">
                <a:latin typeface="Arial" panose="020B0604020202020204" pitchFamily="34" charset="0"/>
                <a:cs typeface="Arial" panose="020B0604020202020204" pitchFamily="34" charset="0"/>
              </a:rPr>
              <a:t>Implement backup procedures.</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Software Development Vulnerabilities:</a:t>
            </a:r>
            <a:r>
              <a:rPr lang="en-US" sz="1400" dirty="0">
                <a:latin typeface="Arial" panose="020B0604020202020204" pitchFamily="34" charset="0"/>
                <a:cs typeface="Arial" panose="020B0604020202020204" pitchFamily="34" charset="0"/>
              </a:rPr>
              <a:t> </a:t>
            </a:r>
          </a:p>
          <a:p>
            <a:pPr marL="742950" lvl="1" indent="-285750">
              <a:buFont typeface="Arial"/>
              <a:buChar char="•"/>
            </a:pPr>
            <a:r>
              <a:rPr lang="en-US" sz="1400" dirty="0">
                <a:latin typeface="Arial" panose="020B0604020202020204" pitchFamily="34" charset="0"/>
                <a:cs typeface="Arial" panose="020B0604020202020204" pitchFamily="34" charset="0"/>
              </a:rPr>
              <a:t>Conduct software testing prior to launch.</a:t>
            </a:r>
          </a:p>
          <a:p>
            <a:endParaRPr lang="en-US" sz="1400" dirty="0">
              <a:latin typeface="Arial" panose="020B0604020202020204" pitchFamily="34" charset="0"/>
              <a:cs typeface="Arial" panose="020B0604020202020204" pitchFamily="34" charset="0"/>
            </a:endParaRPr>
          </a:p>
          <a:p>
            <a:pPr marL="742950" lvl="1" indent="-285750">
              <a:buFont typeface="Arial"/>
              <a:buChar char="•"/>
            </a:pPr>
            <a:endParaRPr lang="en-US" sz="1400" dirty="0">
              <a:latin typeface="Arial" panose="020B0604020202020204" pitchFamily="34" charset="0"/>
              <a:cs typeface="Arial" panose="020B0604020202020204" pitchFamily="34" charset="0"/>
            </a:endParaRPr>
          </a:p>
          <a:p>
            <a:pPr>
              <a:lnSpc>
                <a:spcPts val="2000"/>
              </a:lnSpc>
            </a:pPr>
            <a:endParaRPr lang="en-US" sz="1400"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51</a:t>
            </a:fld>
            <a:endParaRPr lang="en-US"/>
          </a:p>
        </p:txBody>
      </p:sp>
    </p:spTree>
    <p:extLst>
      <p:ext uri="{BB962C8B-B14F-4D97-AF65-F5344CB8AC3E}">
        <p14:creationId xmlns:p14="http://schemas.microsoft.com/office/powerpoint/2010/main" val="6588811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Application Security</a:t>
            </a:r>
            <a:endParaRPr lang="en-US" sz="1600" dirty="0"/>
          </a:p>
        </p:txBody>
      </p:sp>
      <p:sp>
        <p:nvSpPr>
          <p:cNvPr id="3" name="Text 0"/>
          <p:cNvSpPr>
            <a:spLocks noGrp="1"/>
          </p:cNvSpPr>
          <p:nvPr>
            <p:ph type="body" idx="100" hasCustomPrompt="1"/>
          </p:nvPr>
        </p:nvSpPr>
        <p:spPr>
          <a:xfrm>
            <a:off x="0" y="274320"/>
            <a:ext cx="9144000" cy="428207"/>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Lab - Investigating OWASP</a:t>
            </a:r>
            <a:endParaRPr lang="en-US" sz="2200" dirty="0"/>
          </a:p>
        </p:txBody>
      </p:sp>
      <p:sp>
        <p:nvSpPr>
          <p:cNvPr id="5" name="Text 2"/>
          <p:cNvSpPr/>
          <p:nvPr/>
        </p:nvSpPr>
        <p:spPr>
          <a:xfrm>
            <a:off x="455414" y="1226939"/>
            <a:ext cx="8229600" cy="1231905"/>
          </a:xfrm>
          <a:prstGeom prst="rect">
            <a:avLst/>
          </a:prstGeom>
          <a:noFill/>
          <a:ln/>
        </p:spPr>
        <p:txBody>
          <a:bodyPr wrap="square" lIns="91440" tIns="45720" rIns="91440" bIns="45720" rtlCol="0" anchor="t"/>
          <a:lstStyle/>
          <a:p>
            <a:r>
              <a:rPr lang="en-US" sz="1400" dirty="0">
                <a:solidFill>
                  <a:srgbClr val="000000"/>
                </a:solidFill>
                <a:latin typeface="Arial"/>
                <a:cs typeface="Arial"/>
              </a:rPr>
              <a:t>In this lab, you will complete the following objectives:</a:t>
            </a:r>
          </a:p>
          <a:p>
            <a:endParaRPr lang="en-US" dirty="0"/>
          </a:p>
          <a:p>
            <a:pPr marL="742950" lvl="1" indent="-285750">
              <a:buFont typeface="Arial"/>
              <a:buChar char="•"/>
            </a:pPr>
            <a:r>
              <a:rPr lang="en-US" sz="1400" dirty="0">
                <a:solidFill>
                  <a:srgbClr val="000000"/>
                </a:solidFill>
                <a:latin typeface="Arial"/>
                <a:cs typeface="Arial"/>
              </a:rPr>
              <a:t>Part 1: OWASP Top 10</a:t>
            </a:r>
            <a:endParaRPr lang="en-US" dirty="0">
              <a:solidFill>
                <a:srgbClr val="000000"/>
              </a:solidFill>
              <a:latin typeface="Calibri"/>
              <a:cs typeface="Calibri"/>
            </a:endParaRPr>
          </a:p>
          <a:p>
            <a:pPr marL="742950" lvl="1" indent="-285750">
              <a:buFont typeface="Arial"/>
              <a:buChar char="•"/>
            </a:pPr>
            <a:r>
              <a:rPr lang="en-US" sz="1400" dirty="0">
                <a:solidFill>
                  <a:srgbClr val="000000"/>
                </a:solidFill>
                <a:latin typeface="Arial"/>
                <a:cs typeface="Arial"/>
              </a:rPr>
              <a:t>Part 2: OWASP Community Pages</a:t>
            </a:r>
            <a:endParaRPr lang="en-US" dirty="0">
              <a:cs typeface="Calibri"/>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52</a:t>
            </a:fld>
            <a:endParaRPr lang="en-US"/>
          </a:p>
        </p:txBody>
      </p:sp>
    </p:spTree>
    <p:extLst>
      <p:ext uri="{BB962C8B-B14F-4D97-AF65-F5344CB8AC3E}">
        <p14:creationId xmlns:p14="http://schemas.microsoft.com/office/powerpoint/2010/main" val="41450551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399"/>
            <a:ext cx="8229600" cy="1583575"/>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12.3 Network Hardening: Services and Protocols</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53</a:t>
            </a:fld>
            <a:endParaRPr lang="en-US"/>
          </a:p>
        </p:txBody>
      </p:sp>
    </p:spTree>
    <p:extLst>
      <p:ext uri="{BB962C8B-B14F-4D97-AF65-F5344CB8AC3E}">
        <p14:creationId xmlns:p14="http://schemas.microsoft.com/office/powerpoint/2010/main" val="20987567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Network Hardening: Services and Protocols</a:t>
            </a:r>
            <a:endParaRPr lang="en-US" sz="1600" dirty="0"/>
          </a:p>
        </p:txBody>
      </p:sp>
      <p:sp>
        <p:nvSpPr>
          <p:cNvPr id="3" name="Text 0"/>
          <p:cNvSpPr>
            <a:spLocks noGrp="1"/>
          </p:cNvSpPr>
          <p:nvPr>
            <p:ph type="body" idx="100" hasCustomPrompt="1"/>
          </p:nvPr>
        </p:nvSpPr>
        <p:spPr>
          <a:xfrm>
            <a:off x="0" y="274320"/>
            <a:ext cx="9144000" cy="405904"/>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Network and Routing Services</a:t>
            </a:r>
            <a:endParaRPr lang="en-US" sz="2200" dirty="0"/>
          </a:p>
        </p:txBody>
      </p:sp>
      <p:sp>
        <p:nvSpPr>
          <p:cNvPr id="5" name="Text 2"/>
          <p:cNvSpPr/>
          <p:nvPr/>
        </p:nvSpPr>
        <p:spPr>
          <a:xfrm>
            <a:off x="382970" y="1053502"/>
            <a:ext cx="8229600" cy="2571750"/>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000000"/>
                </a:solidFill>
                <a:latin typeface="Arial"/>
                <a:cs typeface="Arial"/>
              </a:rPr>
              <a:t>Cybercriminals use vulnerable network services to attack a device or to use it as part of an attack.</a:t>
            </a:r>
          </a:p>
          <a:p>
            <a:pPr marL="285750" indent="-285750">
              <a:buFont typeface="Arial"/>
              <a:buChar char="•"/>
            </a:pPr>
            <a:endParaRPr lang="en-US" dirty="0">
              <a:solidFill>
                <a:srgbClr val="000000"/>
              </a:solidFill>
              <a:latin typeface="Calibri" panose="020F0502020204030204"/>
              <a:cs typeface="Calibri" panose="020F0502020204030204"/>
            </a:endParaRPr>
          </a:p>
          <a:p>
            <a:pPr marL="285750" indent="-285750">
              <a:buFont typeface="Arial"/>
              <a:buChar char="•"/>
            </a:pPr>
            <a:r>
              <a:rPr lang="en-US" sz="1400" dirty="0">
                <a:solidFill>
                  <a:srgbClr val="000000"/>
                </a:solidFill>
                <a:latin typeface="Arial"/>
                <a:cs typeface="Arial"/>
              </a:rPr>
              <a:t>To check for insecure network services, use a port scanner to detect open ports on a device. </a:t>
            </a:r>
          </a:p>
          <a:p>
            <a:pPr marL="285750" indent="-285750">
              <a:buFont typeface="Arial"/>
              <a:buChar char="•"/>
            </a:pPr>
            <a:endParaRPr lang="en-US" dirty="0">
              <a:solidFill>
                <a:srgbClr val="000000"/>
              </a:solidFill>
              <a:latin typeface="Calibri" panose="020F0502020204030204"/>
              <a:cs typeface="Calibri" panose="020F0502020204030204"/>
            </a:endParaRPr>
          </a:p>
          <a:p>
            <a:pPr marL="285750" indent="-285750">
              <a:buFont typeface="Arial"/>
              <a:buChar char="•"/>
            </a:pPr>
            <a:r>
              <a:rPr lang="en-US" sz="1400" dirty="0">
                <a:solidFill>
                  <a:srgbClr val="000000"/>
                </a:solidFill>
                <a:latin typeface="Arial"/>
                <a:cs typeface="Arial"/>
              </a:rPr>
              <a:t>A port scanner sends a message to each port and waits for a response, which indicates how the port is used and whether it is open.</a:t>
            </a:r>
            <a:endParaRPr lang="en-US" dirty="0">
              <a:solidFill>
                <a:srgbClr val="000000"/>
              </a:solidFill>
              <a:latin typeface="Calibri" panose="020F0502020204030204"/>
              <a:cs typeface="Calibri"/>
            </a:endParaRPr>
          </a:p>
          <a:p>
            <a:pPr marL="742950" lvl="1" indent="-285750">
              <a:buFont typeface="Arial"/>
              <a:buChar char="•"/>
            </a:pPr>
            <a:r>
              <a:rPr lang="en-US" sz="1400" dirty="0">
                <a:solidFill>
                  <a:srgbClr val="000000"/>
                </a:solidFill>
                <a:latin typeface="Arial"/>
                <a:cs typeface="Arial"/>
              </a:rPr>
              <a:t>Cybercriminals also use port scanners for this same reason.</a:t>
            </a:r>
            <a:endParaRPr lang="en-US" dirty="0">
              <a:solidFill>
                <a:srgbClr val="000000"/>
              </a:solidFill>
              <a:latin typeface="Calibri" panose="020F0502020204030204"/>
              <a:cs typeface="Calibri"/>
            </a:endParaRPr>
          </a:p>
          <a:p>
            <a:pPr marL="742950" lvl="1" indent="-285750">
              <a:buFont typeface="Arial"/>
              <a:buChar char="•"/>
            </a:pPr>
            <a:r>
              <a:rPr lang="en-US" sz="1400" dirty="0">
                <a:solidFill>
                  <a:srgbClr val="000000"/>
                </a:solidFill>
                <a:latin typeface="Arial"/>
                <a:cs typeface="Arial"/>
              </a:rPr>
              <a:t>Securing network services ensures that only necessary ports are exposed and available.</a:t>
            </a:r>
            <a:endParaRPr lang="en-US" dirty="0">
              <a:cs typeface="Calibri"/>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54</a:t>
            </a:fld>
            <a:endParaRPr lang="en-US"/>
          </a:p>
        </p:txBody>
      </p:sp>
    </p:spTree>
    <p:extLst>
      <p:ext uri="{BB962C8B-B14F-4D97-AF65-F5344CB8AC3E}">
        <p14:creationId xmlns:p14="http://schemas.microsoft.com/office/powerpoint/2010/main" val="11972358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Network Hardening: Services and Protocols</a:t>
            </a:r>
            <a:endParaRPr lang="en-US" sz="1600" dirty="0"/>
          </a:p>
        </p:txBody>
      </p:sp>
      <p:sp>
        <p:nvSpPr>
          <p:cNvPr id="3" name="Text 0"/>
          <p:cNvSpPr>
            <a:spLocks noGrp="1"/>
          </p:cNvSpPr>
          <p:nvPr>
            <p:ph type="body" idx="100" hasCustomPrompt="1"/>
          </p:nvPr>
        </p:nvSpPr>
        <p:spPr>
          <a:xfrm>
            <a:off x="0" y="274320"/>
            <a:ext cx="9144000" cy="400329"/>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Network and Routing Services (Cont.)</a:t>
            </a:r>
            <a:endParaRPr lang="en-US" sz="2200" dirty="0"/>
          </a:p>
        </p:txBody>
      </p:sp>
      <p:sp>
        <p:nvSpPr>
          <p:cNvPr id="5" name="Text 2"/>
          <p:cNvSpPr/>
          <p:nvPr/>
        </p:nvSpPr>
        <p:spPr>
          <a:xfrm>
            <a:off x="376998" y="907296"/>
            <a:ext cx="8229600" cy="3456654"/>
          </a:xfrm>
          <a:prstGeom prst="rect">
            <a:avLst/>
          </a:prstGeom>
          <a:noFill/>
          <a:ln/>
        </p:spPr>
        <p:txBody>
          <a:bodyPr wrap="square" lIns="91440" tIns="45720" rIns="91440" bIns="45720" rtlCol="0" anchor="t"/>
          <a:lstStyle/>
          <a:p>
            <a:r>
              <a:rPr lang="en-US" sz="1400" b="1" dirty="0">
                <a:solidFill>
                  <a:srgbClr val="000000"/>
                </a:solidFill>
                <a:latin typeface="Arial"/>
                <a:cs typeface="Arial"/>
              </a:rPr>
              <a:t>Dynamic host configuration protocol (DHCP)</a:t>
            </a:r>
            <a:r>
              <a:rPr lang="en-US" sz="1400" dirty="0">
                <a:solidFill>
                  <a:srgbClr val="000000"/>
                </a:solidFill>
                <a:latin typeface="Arial"/>
                <a:cs typeface="Arial"/>
              </a:rPr>
              <a:t> uses a server to assign an IP address and other configuration information to network devices. </a:t>
            </a:r>
            <a:endParaRPr lang="en-US" dirty="0">
              <a:solidFill>
                <a:srgbClr val="000000"/>
              </a:solidFill>
              <a:latin typeface="Calibri" panose="020F0502020204030204"/>
              <a:cs typeface="Calibri" panose="020F0502020204030204"/>
            </a:endParaRPr>
          </a:p>
          <a:p>
            <a:pPr marL="742950" lvl="1" indent="-285750">
              <a:buFont typeface="Arial"/>
              <a:buChar char="•"/>
            </a:pPr>
            <a:r>
              <a:rPr lang="en-US" sz="1400" dirty="0">
                <a:solidFill>
                  <a:srgbClr val="000000"/>
                </a:solidFill>
                <a:latin typeface="Arial"/>
                <a:cs typeface="Arial"/>
              </a:rPr>
              <a:t>In effect, the device gets a permission slip from the DHCP server to use the network.</a:t>
            </a:r>
            <a:endParaRPr lang="en-US" dirty="0">
              <a:solidFill>
                <a:srgbClr val="000000"/>
              </a:solidFill>
              <a:latin typeface="Calibri" panose="020F0502020204030204"/>
              <a:cs typeface="Calibri" panose="020F0502020204030204"/>
            </a:endParaRPr>
          </a:p>
          <a:p>
            <a:pPr marL="742950" lvl="1" indent="-285750">
              <a:buFont typeface="Arial"/>
              <a:buChar char="•"/>
            </a:pPr>
            <a:r>
              <a:rPr lang="en-US" sz="1400" dirty="0">
                <a:solidFill>
                  <a:srgbClr val="000000"/>
                </a:solidFill>
                <a:latin typeface="Arial"/>
                <a:cs typeface="Arial"/>
              </a:rPr>
              <a:t>Attackers can target DHCP servers to deny access to devices on the network, but security measures like DHCP snooping prevent rogue DHCP servers from providing IP addresses to clients by validating messages from sources that are not trusted.</a:t>
            </a:r>
            <a:endParaRPr lang="en-US">
              <a:cs typeface="Calibri" panose="020F0502020204030204"/>
            </a:endParaRP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A security checklist for DHCP:</a:t>
            </a:r>
            <a:endParaRPr lang="en-US" dirty="0">
              <a:cs typeface="Calibri" panose="020F0502020204030204"/>
            </a:endParaRPr>
          </a:p>
          <a:p>
            <a:pPr marL="742950" lvl="1" indent="-285750">
              <a:buFont typeface="Arial"/>
              <a:buChar char="•"/>
            </a:pPr>
            <a:r>
              <a:rPr lang="en-US" sz="1400" dirty="0">
                <a:solidFill>
                  <a:srgbClr val="000000"/>
                </a:solidFill>
                <a:latin typeface="Arial"/>
                <a:cs typeface="Arial"/>
              </a:rPr>
              <a:t>Physically secure the DHCP server.</a:t>
            </a:r>
            <a:endParaRPr lang="en-US" dirty="0">
              <a:solidFill>
                <a:srgbClr val="000000"/>
              </a:solidFill>
              <a:latin typeface="Calibri"/>
              <a:cs typeface="Calibri"/>
            </a:endParaRPr>
          </a:p>
          <a:p>
            <a:pPr marL="742950" lvl="1" indent="-285750">
              <a:buFont typeface="Arial"/>
              <a:buChar char="•"/>
            </a:pPr>
            <a:r>
              <a:rPr lang="en-US" sz="1400" dirty="0">
                <a:solidFill>
                  <a:srgbClr val="000000"/>
                </a:solidFill>
                <a:latin typeface="Arial"/>
                <a:cs typeface="Arial"/>
              </a:rPr>
              <a:t>Apply any software patches.</a:t>
            </a:r>
            <a:endParaRPr lang="en-US" dirty="0">
              <a:solidFill>
                <a:srgbClr val="000000"/>
              </a:solidFill>
              <a:latin typeface="Calibri" panose="020F0502020204030204"/>
              <a:cs typeface="Calibri"/>
            </a:endParaRPr>
          </a:p>
          <a:p>
            <a:pPr marL="742950" lvl="1" indent="-285750">
              <a:buFont typeface="Arial"/>
              <a:buChar char="•"/>
            </a:pPr>
            <a:r>
              <a:rPr lang="en-US" sz="1400" dirty="0">
                <a:solidFill>
                  <a:srgbClr val="000000"/>
                </a:solidFill>
                <a:latin typeface="Arial"/>
                <a:cs typeface="Arial"/>
              </a:rPr>
              <a:t>Locate the DHCP server behind a firewall.</a:t>
            </a:r>
            <a:endParaRPr lang="en-US" dirty="0">
              <a:solidFill>
                <a:srgbClr val="000000"/>
              </a:solidFill>
              <a:latin typeface="Calibri"/>
              <a:cs typeface="Calibri"/>
            </a:endParaRPr>
          </a:p>
          <a:p>
            <a:pPr marL="742950" lvl="1" indent="-285750">
              <a:buFont typeface="Arial"/>
              <a:buChar char="•"/>
            </a:pPr>
            <a:r>
              <a:rPr lang="en-US" sz="1400" dirty="0">
                <a:solidFill>
                  <a:srgbClr val="000000"/>
                </a:solidFill>
                <a:latin typeface="Arial"/>
                <a:cs typeface="Arial"/>
              </a:rPr>
              <a:t>Monitor DHCP activity by reviewing DHCP logs.</a:t>
            </a:r>
            <a:endParaRPr lang="en-US" dirty="0">
              <a:solidFill>
                <a:srgbClr val="000000"/>
              </a:solidFill>
              <a:latin typeface="Calibri" panose="020F0502020204030204"/>
              <a:cs typeface="Calibri"/>
            </a:endParaRPr>
          </a:p>
          <a:p>
            <a:pPr marL="742950" lvl="1" indent="-285750">
              <a:buFont typeface="Arial"/>
              <a:buChar char="•"/>
            </a:pPr>
            <a:r>
              <a:rPr lang="en-US" sz="1400" dirty="0">
                <a:solidFill>
                  <a:srgbClr val="000000"/>
                </a:solidFill>
                <a:latin typeface="Arial"/>
                <a:cs typeface="Arial"/>
              </a:rPr>
              <a:t>Maintain a strong antivirus solution.</a:t>
            </a:r>
            <a:endParaRPr lang="en-US" dirty="0">
              <a:solidFill>
                <a:srgbClr val="000000"/>
              </a:solidFill>
              <a:latin typeface="Calibri"/>
              <a:cs typeface="Calibri"/>
            </a:endParaRPr>
          </a:p>
          <a:p>
            <a:pPr marL="742950" lvl="1" indent="-285750">
              <a:buFont typeface="Arial"/>
              <a:buChar char="•"/>
            </a:pPr>
            <a:r>
              <a:rPr lang="en-US" sz="1400" dirty="0">
                <a:solidFill>
                  <a:srgbClr val="000000"/>
                </a:solidFill>
                <a:latin typeface="Arial"/>
                <a:cs typeface="Arial"/>
              </a:rPr>
              <a:t>Uninstall any unused services and applications.</a:t>
            </a:r>
            <a:endParaRPr lang="en-US" dirty="0">
              <a:solidFill>
                <a:srgbClr val="000000"/>
              </a:solidFill>
              <a:latin typeface="Calibri" panose="020F0502020204030204"/>
              <a:cs typeface="Calibri"/>
            </a:endParaRPr>
          </a:p>
          <a:p>
            <a:pPr marL="742950" lvl="1" indent="-285750">
              <a:buFont typeface="Arial"/>
              <a:buChar char="•"/>
            </a:pPr>
            <a:r>
              <a:rPr lang="en-US" sz="1400" dirty="0">
                <a:solidFill>
                  <a:srgbClr val="000000"/>
                </a:solidFill>
                <a:latin typeface="Arial"/>
                <a:cs typeface="Arial"/>
              </a:rPr>
              <a:t>Close unused ports.</a:t>
            </a:r>
            <a:endParaRPr lang="en-US" dirty="0">
              <a:cs typeface="Calibri"/>
            </a:endParaRPr>
          </a:p>
          <a:p>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55</a:t>
            </a:fld>
            <a:endParaRPr lang="en-US"/>
          </a:p>
        </p:txBody>
      </p:sp>
    </p:spTree>
    <p:extLst>
      <p:ext uri="{BB962C8B-B14F-4D97-AF65-F5344CB8AC3E}">
        <p14:creationId xmlns:p14="http://schemas.microsoft.com/office/powerpoint/2010/main" val="11732696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Network Hardening: Services and Protocols</a:t>
            </a:r>
            <a:endParaRPr lang="en-US" sz="1600" dirty="0"/>
          </a:p>
        </p:txBody>
      </p:sp>
      <p:sp>
        <p:nvSpPr>
          <p:cNvPr id="3" name="Text 0"/>
          <p:cNvSpPr>
            <a:spLocks noGrp="1"/>
          </p:cNvSpPr>
          <p:nvPr>
            <p:ph type="body" idx="100" hasCustomPrompt="1"/>
          </p:nvPr>
        </p:nvSpPr>
        <p:spPr>
          <a:xfrm>
            <a:off x="0" y="274320"/>
            <a:ext cx="9144000" cy="428207"/>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Network and Routing Services (Cont.)</a:t>
            </a:r>
            <a:endParaRPr lang="en-US" sz="2200" dirty="0"/>
          </a:p>
        </p:txBody>
      </p:sp>
      <p:sp>
        <p:nvSpPr>
          <p:cNvPr id="5" name="Text 2"/>
          <p:cNvSpPr/>
          <p:nvPr/>
        </p:nvSpPr>
        <p:spPr>
          <a:xfrm>
            <a:off x="380503" y="776240"/>
            <a:ext cx="8229600" cy="3854168"/>
          </a:xfrm>
          <a:prstGeom prst="rect">
            <a:avLst/>
          </a:prstGeom>
          <a:noFill/>
          <a:ln/>
        </p:spPr>
        <p:txBody>
          <a:bodyPr wrap="square" lIns="91440" tIns="45720" rIns="91440" bIns="45720" rtlCol="0" anchor="t"/>
          <a:lstStyle/>
          <a:p>
            <a:r>
              <a:rPr lang="en-US" sz="1400" b="1" dirty="0">
                <a:solidFill>
                  <a:srgbClr val="000000"/>
                </a:solidFill>
                <a:latin typeface="Arial"/>
                <a:cs typeface="Arial"/>
              </a:rPr>
              <a:t>Domain name system (DNS)</a:t>
            </a:r>
            <a:r>
              <a:rPr lang="en-US" sz="1400" dirty="0">
                <a:solidFill>
                  <a:srgbClr val="000000"/>
                </a:solidFill>
                <a:latin typeface="Arial"/>
                <a:cs typeface="Arial"/>
              </a:rPr>
              <a:t> translates a URL or website address, such as www.cisco.com, into a numerical IP address. When users type a web address into the address bar, the DNS server will recognize the IP address. </a:t>
            </a:r>
            <a:endParaRPr lang="en-US" sz="1400" dirty="0">
              <a:latin typeface="Arial"/>
              <a:cs typeface="Arial"/>
            </a:endParaRPr>
          </a:p>
          <a:p>
            <a:endParaRPr lang="en-US" sz="1400" dirty="0">
              <a:solidFill>
                <a:srgbClr val="000000"/>
              </a:solidFill>
              <a:latin typeface="Arial"/>
              <a:cs typeface="Arial"/>
            </a:endParaRPr>
          </a:p>
          <a:p>
            <a:r>
              <a:rPr lang="en-US" sz="1400" b="1" dirty="0">
                <a:solidFill>
                  <a:srgbClr val="000000"/>
                </a:solidFill>
                <a:latin typeface="Arial"/>
                <a:cs typeface="Arial"/>
              </a:rPr>
              <a:t>DNS Security Extensions (DNSSEC)</a:t>
            </a:r>
            <a:r>
              <a:rPr lang="en-US" sz="1400" dirty="0">
                <a:solidFill>
                  <a:srgbClr val="000000"/>
                </a:solidFill>
                <a:latin typeface="Arial"/>
                <a:cs typeface="Arial"/>
              </a:rPr>
              <a:t> uses digital signatures to strengthen authentication and protect against threats to the DNS.</a:t>
            </a:r>
            <a:endParaRPr lang="en-US" dirty="0"/>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A security checklist for DNS:</a:t>
            </a:r>
            <a:endParaRPr lang="en-US" dirty="0">
              <a:cs typeface="Calibri" panose="020F0502020204030204"/>
            </a:endParaRPr>
          </a:p>
          <a:p>
            <a:pPr marL="742950" lvl="1" indent="-285750">
              <a:buFont typeface="Arial"/>
              <a:buChar char="•"/>
            </a:pPr>
            <a:r>
              <a:rPr lang="en-US" sz="1400" dirty="0">
                <a:solidFill>
                  <a:srgbClr val="000000"/>
                </a:solidFill>
                <a:latin typeface="Arial"/>
                <a:cs typeface="Arial"/>
              </a:rPr>
              <a:t>Keep DNS software up to date.</a:t>
            </a:r>
            <a:endParaRPr lang="en-US" dirty="0">
              <a:solidFill>
                <a:srgbClr val="000000"/>
              </a:solidFill>
              <a:latin typeface="Calibri"/>
              <a:cs typeface="Calibri"/>
            </a:endParaRPr>
          </a:p>
          <a:p>
            <a:pPr marL="742950" lvl="1" indent="-285750">
              <a:buFont typeface="Arial"/>
              <a:buChar char="•"/>
            </a:pPr>
            <a:r>
              <a:rPr lang="en-US" sz="1400" dirty="0">
                <a:solidFill>
                  <a:srgbClr val="000000"/>
                </a:solidFill>
                <a:latin typeface="Arial"/>
                <a:cs typeface="Arial"/>
              </a:rPr>
              <a:t>Prevent version string from revealing information.</a:t>
            </a:r>
            <a:endParaRPr lang="en-US" dirty="0">
              <a:solidFill>
                <a:srgbClr val="000000"/>
              </a:solidFill>
              <a:latin typeface="Calibri"/>
              <a:cs typeface="Calibri"/>
            </a:endParaRPr>
          </a:p>
          <a:p>
            <a:pPr marL="742950" lvl="1" indent="-285750">
              <a:buFont typeface="Arial"/>
              <a:buChar char="•"/>
            </a:pPr>
            <a:r>
              <a:rPr lang="en-US" sz="1400" dirty="0">
                <a:solidFill>
                  <a:srgbClr val="000000"/>
                </a:solidFill>
                <a:latin typeface="Arial"/>
                <a:cs typeface="Arial"/>
              </a:rPr>
              <a:t>Separate internal and external DNS servers.</a:t>
            </a:r>
            <a:endParaRPr lang="en-US" dirty="0">
              <a:solidFill>
                <a:srgbClr val="000000"/>
              </a:solidFill>
              <a:latin typeface="Calibri" panose="020F0502020204030204"/>
              <a:cs typeface="Calibri"/>
            </a:endParaRPr>
          </a:p>
          <a:p>
            <a:pPr marL="742950" lvl="1" indent="-285750">
              <a:buFont typeface="Arial"/>
              <a:buChar char="•"/>
            </a:pPr>
            <a:r>
              <a:rPr lang="en-US" sz="1400" dirty="0">
                <a:solidFill>
                  <a:srgbClr val="000000"/>
                </a:solidFill>
                <a:latin typeface="Arial"/>
                <a:cs typeface="Arial"/>
              </a:rPr>
              <a:t>Restrict allowed transactions by client IP address.</a:t>
            </a:r>
            <a:endParaRPr lang="en-US" dirty="0">
              <a:solidFill>
                <a:srgbClr val="000000"/>
              </a:solidFill>
              <a:latin typeface="Calibri" panose="020F0502020204030204"/>
              <a:cs typeface="Calibri"/>
            </a:endParaRPr>
          </a:p>
          <a:p>
            <a:pPr marL="742950" lvl="1" indent="-285750">
              <a:buFont typeface="Arial"/>
              <a:buChar char="•"/>
            </a:pPr>
            <a:r>
              <a:rPr lang="en-US" sz="1400" dirty="0">
                <a:solidFill>
                  <a:srgbClr val="000000"/>
                </a:solidFill>
                <a:latin typeface="Arial"/>
                <a:cs typeface="Arial"/>
              </a:rPr>
              <a:t>Use transaction signatures to authenticate transactions.</a:t>
            </a:r>
            <a:endParaRPr lang="en-US" dirty="0">
              <a:solidFill>
                <a:srgbClr val="000000"/>
              </a:solidFill>
              <a:latin typeface="Calibri" panose="020F0502020204030204"/>
              <a:cs typeface="Calibri"/>
            </a:endParaRPr>
          </a:p>
          <a:p>
            <a:pPr marL="742950" lvl="1" indent="-285750">
              <a:buFont typeface="Arial"/>
              <a:buChar char="•"/>
            </a:pPr>
            <a:r>
              <a:rPr lang="en-US" sz="1400" dirty="0">
                <a:solidFill>
                  <a:srgbClr val="000000"/>
                </a:solidFill>
                <a:latin typeface="Arial"/>
                <a:cs typeface="Arial"/>
              </a:rPr>
              <a:t>Disable or restrict zone transfers and dynamic updates as much as possible.</a:t>
            </a:r>
            <a:endParaRPr lang="en-US" dirty="0">
              <a:solidFill>
                <a:srgbClr val="000000"/>
              </a:solidFill>
              <a:latin typeface="Calibri"/>
              <a:cs typeface="Calibri"/>
            </a:endParaRPr>
          </a:p>
          <a:p>
            <a:pPr marL="742950" lvl="1" indent="-285750">
              <a:buFont typeface="Arial"/>
              <a:buChar char="•"/>
            </a:pPr>
            <a:r>
              <a:rPr lang="en-US" sz="1400" dirty="0">
                <a:solidFill>
                  <a:srgbClr val="000000"/>
                </a:solidFill>
                <a:latin typeface="Arial"/>
                <a:cs typeface="Arial"/>
              </a:rPr>
              <a:t>Enable logging and analyze logs.</a:t>
            </a:r>
            <a:endParaRPr lang="en-US" dirty="0">
              <a:solidFill>
                <a:srgbClr val="000000"/>
              </a:solidFill>
              <a:latin typeface="Calibri"/>
              <a:cs typeface="Calibri"/>
            </a:endParaRPr>
          </a:p>
          <a:p>
            <a:pPr marL="742950" lvl="1" indent="-285750">
              <a:buFont typeface="Arial"/>
              <a:buChar char="•"/>
            </a:pPr>
            <a:r>
              <a:rPr lang="en-US" sz="1400" dirty="0">
                <a:solidFill>
                  <a:srgbClr val="000000"/>
                </a:solidFill>
                <a:latin typeface="Arial"/>
                <a:cs typeface="Arial"/>
              </a:rPr>
              <a:t>Use Domain Name System Security Extensions (DNSSEC).</a:t>
            </a:r>
            <a:endParaRPr lang="en-US" dirty="0">
              <a:solidFill>
                <a:srgbClr val="000000"/>
              </a:solidFill>
              <a:latin typeface="Calibri" panose="020F0502020204030204"/>
              <a:cs typeface="Calibri"/>
            </a:endParaRPr>
          </a:p>
          <a:p>
            <a:pPr marL="742950" lvl="1" indent="-285750">
              <a:buFont typeface="Arial"/>
              <a:buChar char="•"/>
            </a:pPr>
            <a:r>
              <a:rPr lang="en-US" sz="1400" dirty="0">
                <a:solidFill>
                  <a:srgbClr val="000000"/>
                </a:solidFill>
                <a:latin typeface="Arial"/>
                <a:cs typeface="Arial"/>
              </a:rPr>
              <a:t>Sign zones.</a:t>
            </a:r>
            <a:endParaRPr lang="en-US" dirty="0">
              <a:cs typeface="Calibri"/>
            </a:endParaRPr>
          </a:p>
          <a:p>
            <a:endParaRPr lang="en-US" sz="1400" dirty="0">
              <a:latin typeface="Arial"/>
              <a:cs typeface="Arial"/>
            </a:endParaRPr>
          </a:p>
          <a:p>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56</a:t>
            </a:fld>
            <a:endParaRPr lang="en-US"/>
          </a:p>
        </p:txBody>
      </p:sp>
    </p:spTree>
    <p:extLst>
      <p:ext uri="{BB962C8B-B14F-4D97-AF65-F5344CB8AC3E}">
        <p14:creationId xmlns:p14="http://schemas.microsoft.com/office/powerpoint/2010/main" val="11305647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Network Hardening: Services and Protocols</a:t>
            </a:r>
            <a:endParaRPr lang="en-US" sz="1600" dirty="0"/>
          </a:p>
        </p:txBody>
      </p:sp>
      <p:sp>
        <p:nvSpPr>
          <p:cNvPr id="3" name="Text 0"/>
          <p:cNvSpPr>
            <a:spLocks noGrp="1"/>
          </p:cNvSpPr>
          <p:nvPr>
            <p:ph type="body" idx="100" hasCustomPrompt="1"/>
          </p:nvPr>
        </p:nvSpPr>
        <p:spPr>
          <a:xfrm>
            <a:off x="0" y="274320"/>
            <a:ext cx="9144000" cy="444934"/>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Network and Routing Services (Cont.)</a:t>
            </a:r>
            <a:endParaRPr lang="en-US" sz="2200" dirty="0"/>
          </a:p>
        </p:txBody>
      </p:sp>
      <p:sp>
        <p:nvSpPr>
          <p:cNvPr id="5" name="Text 2"/>
          <p:cNvSpPr/>
          <p:nvPr/>
        </p:nvSpPr>
        <p:spPr>
          <a:xfrm>
            <a:off x="363237" y="1114310"/>
            <a:ext cx="8229600" cy="2571750"/>
          </a:xfrm>
          <a:prstGeom prst="rect">
            <a:avLst/>
          </a:prstGeom>
          <a:noFill/>
          <a:ln/>
        </p:spPr>
        <p:txBody>
          <a:bodyPr wrap="square" lIns="91440" tIns="45720" rIns="91440" bIns="45720" rtlCol="0" anchor="t"/>
          <a:lstStyle/>
          <a:p>
            <a:r>
              <a:rPr lang="en-US" sz="1400" b="1" dirty="0">
                <a:solidFill>
                  <a:srgbClr val="000000"/>
                </a:solidFill>
                <a:latin typeface="Arial"/>
                <a:cs typeface="Arial"/>
              </a:rPr>
              <a:t>Internet control messaging protocol (ICMP):</a:t>
            </a:r>
            <a:r>
              <a:rPr lang="en-US" sz="1400" dirty="0">
                <a:solidFill>
                  <a:srgbClr val="000000"/>
                </a:solidFill>
                <a:latin typeface="Arial"/>
                <a:cs typeface="Arial"/>
              </a:rPr>
              <a:t> Network devices use ICMP to send error messages that a requested service is not available, or the host could not reach the router, for example.</a:t>
            </a:r>
            <a:endParaRPr lang="en-US" dirty="0">
              <a:cs typeface="Calibri" panose="020F0502020204030204"/>
            </a:endParaRP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The ping command is a network utility that uses ICMP to test the reachability of a host on a network. </a:t>
            </a:r>
            <a:endParaRPr lang="en-US">
              <a:solidFill>
                <a:srgbClr val="000000"/>
              </a:solidFill>
              <a:latin typeface="Calibri" panose="020F0502020204030204"/>
              <a:cs typeface="Calibri"/>
            </a:endParaRPr>
          </a:p>
          <a:p>
            <a:pPr marL="742950" lvl="1" indent="-285750">
              <a:buFont typeface="Arial"/>
              <a:buChar char="•"/>
            </a:pPr>
            <a:r>
              <a:rPr lang="en-US" sz="1400" dirty="0">
                <a:solidFill>
                  <a:srgbClr val="000000"/>
                </a:solidFill>
                <a:latin typeface="Arial"/>
                <a:cs typeface="Arial"/>
              </a:rPr>
              <a:t>Ping sends ICMP messages to the host and waits for a reply. </a:t>
            </a:r>
            <a:endParaRPr lang="en-US" dirty="0">
              <a:solidFill>
                <a:srgbClr val="000000"/>
              </a:solidFill>
              <a:latin typeface="Calibri" panose="020F0502020204030204"/>
              <a:cs typeface="Calibri"/>
            </a:endParaRPr>
          </a:p>
          <a:p>
            <a:pPr marL="742950" lvl="1" indent="-285750">
              <a:buFont typeface="Arial"/>
              <a:buChar char="•"/>
            </a:pPr>
            <a:r>
              <a:rPr lang="en-US" sz="1400" dirty="0">
                <a:solidFill>
                  <a:srgbClr val="000000"/>
                </a:solidFill>
                <a:latin typeface="Arial"/>
                <a:cs typeface="Arial"/>
              </a:rPr>
              <a:t>Cybercriminals can alter the use of ICMP to run reconnaissance, denial of service (DoS) and covert channel attacks. </a:t>
            </a:r>
            <a:endParaRPr lang="en-US" dirty="0">
              <a:solidFill>
                <a:srgbClr val="000000"/>
              </a:solidFill>
              <a:latin typeface="Calibri" panose="020F0502020204030204"/>
              <a:cs typeface="Calibri"/>
            </a:endParaRPr>
          </a:p>
          <a:p>
            <a:pPr marL="742950" lvl="1" indent="-285750">
              <a:buFont typeface="Arial"/>
              <a:buChar char="•"/>
            </a:pPr>
            <a:r>
              <a:rPr lang="en-US" sz="1400" dirty="0">
                <a:solidFill>
                  <a:srgbClr val="000000"/>
                </a:solidFill>
                <a:latin typeface="Arial"/>
                <a:cs typeface="Arial"/>
              </a:rPr>
              <a:t>Many networks filter ICMP requests to prevent such attacks.</a:t>
            </a:r>
            <a:endParaRPr lang="en-US" dirty="0">
              <a:cs typeface="Calibri"/>
            </a:endParaRPr>
          </a:p>
          <a:p>
            <a:endParaRPr lang="en-US" sz="1400" dirty="0">
              <a:latin typeface="Arial"/>
              <a:cs typeface="Arial"/>
            </a:endParaRPr>
          </a:p>
          <a:p>
            <a:endParaRPr lang="en-US"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57</a:t>
            </a:fld>
            <a:endParaRPr lang="en-US"/>
          </a:p>
        </p:txBody>
      </p:sp>
    </p:spTree>
    <p:extLst>
      <p:ext uri="{BB962C8B-B14F-4D97-AF65-F5344CB8AC3E}">
        <p14:creationId xmlns:p14="http://schemas.microsoft.com/office/powerpoint/2010/main" val="33236603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Network Hardening: Services and Protocols</a:t>
            </a:r>
            <a:endParaRPr lang="en-US" sz="1600" dirty="0"/>
          </a:p>
        </p:txBody>
      </p:sp>
      <p:sp>
        <p:nvSpPr>
          <p:cNvPr id="3" name="Text 0"/>
          <p:cNvSpPr>
            <a:spLocks noGrp="1"/>
          </p:cNvSpPr>
          <p:nvPr>
            <p:ph type="body" idx="100" hasCustomPrompt="1"/>
          </p:nvPr>
        </p:nvSpPr>
        <p:spPr>
          <a:xfrm>
            <a:off x="0" y="274320"/>
            <a:ext cx="9144000" cy="439358"/>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Network and Routing Services (Cont.)</a:t>
            </a:r>
            <a:endParaRPr lang="en-US" sz="2200" dirty="0"/>
          </a:p>
        </p:txBody>
      </p:sp>
      <p:sp>
        <p:nvSpPr>
          <p:cNvPr id="5" name="Text 2"/>
          <p:cNvSpPr/>
          <p:nvPr/>
        </p:nvSpPr>
        <p:spPr>
          <a:xfrm>
            <a:off x="400108" y="1095874"/>
            <a:ext cx="8229600" cy="2737669"/>
          </a:xfrm>
          <a:prstGeom prst="rect">
            <a:avLst/>
          </a:prstGeom>
          <a:noFill/>
          <a:ln/>
        </p:spPr>
        <p:txBody>
          <a:bodyPr wrap="square" lIns="91440" tIns="45720" rIns="91440" bIns="45720" rtlCol="0" anchor="t"/>
          <a:lstStyle/>
          <a:p>
            <a:r>
              <a:rPr lang="en-US" sz="1400" b="1" dirty="0">
                <a:solidFill>
                  <a:srgbClr val="000000"/>
                </a:solidFill>
                <a:latin typeface="Arial"/>
                <a:cs typeface="Arial"/>
              </a:rPr>
              <a:t>Routing information protocol:</a:t>
            </a:r>
            <a:r>
              <a:rPr lang="en-US" sz="1400" dirty="0">
                <a:solidFill>
                  <a:srgbClr val="000000"/>
                </a:solidFill>
                <a:latin typeface="Arial"/>
                <a:cs typeface="Arial"/>
              </a:rPr>
              <a:t> RIP is a routing protocol that limits the number of hops from source to destination that are allowed in a network path. </a:t>
            </a:r>
            <a:endParaRPr lang="en-US" dirty="0">
              <a:solidFill>
                <a:srgbClr val="000000"/>
              </a:solidFill>
              <a:latin typeface="Calibri" panose="020F0502020204030204"/>
              <a:cs typeface="Calibri" panose="020F0502020204030204"/>
            </a:endParaRPr>
          </a:p>
          <a:p>
            <a:pPr marL="742950" lvl="1" indent="-285750">
              <a:buFont typeface="Arial"/>
              <a:buChar char="•"/>
            </a:pPr>
            <a:r>
              <a:rPr lang="en-US" sz="1400" dirty="0">
                <a:solidFill>
                  <a:srgbClr val="000000"/>
                </a:solidFill>
                <a:latin typeface="Arial"/>
                <a:cs typeface="Arial"/>
              </a:rPr>
              <a:t>The maximum number of hops allowed for RIP is fifteen. </a:t>
            </a:r>
            <a:endParaRPr lang="en-US" dirty="0">
              <a:solidFill>
                <a:srgbClr val="000000"/>
              </a:solidFill>
              <a:latin typeface="Calibri" panose="020F0502020204030204"/>
              <a:cs typeface="Calibri"/>
            </a:endParaRPr>
          </a:p>
          <a:p>
            <a:pPr marL="742950" lvl="1" indent="-285750">
              <a:buFont typeface="Arial"/>
              <a:buChar char="•"/>
            </a:pPr>
            <a:r>
              <a:rPr lang="en-US" sz="1400" dirty="0">
                <a:solidFill>
                  <a:srgbClr val="000000"/>
                </a:solidFill>
                <a:latin typeface="Arial"/>
                <a:cs typeface="Arial"/>
              </a:rPr>
              <a:t>RIP is used to exchange routing information about which networks each router can reach and how far away those networks are.</a:t>
            </a:r>
            <a:endParaRPr lang="en-US" dirty="0">
              <a:cs typeface="Calibri"/>
            </a:endParaRP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RIP calculates the best route based on hop count, but cybercriminals can also target routers and the RIP protocol. </a:t>
            </a:r>
          </a:p>
          <a:p>
            <a:pPr marL="742950" lvl="1" indent="-285750">
              <a:buFont typeface="Arial"/>
              <a:buChar char="•"/>
            </a:pPr>
            <a:r>
              <a:rPr lang="en-US" sz="1400" dirty="0">
                <a:solidFill>
                  <a:srgbClr val="000000"/>
                </a:solidFill>
                <a:latin typeface="Arial"/>
                <a:cs typeface="Arial"/>
              </a:rPr>
              <a:t>Such attacks on routing services can affect performance and availability, some attacks can even result in traffic redirection. </a:t>
            </a:r>
            <a:endParaRPr lang="en-US" dirty="0">
              <a:solidFill>
                <a:srgbClr val="000000"/>
              </a:solidFill>
              <a:latin typeface="Calibri" panose="020F0502020204030204"/>
              <a:cs typeface="Calibri" panose="020F0502020204030204"/>
            </a:endParaRPr>
          </a:p>
          <a:p>
            <a:pPr marL="742950" lvl="1" indent="-285750">
              <a:buFont typeface="Arial"/>
              <a:buChar char="•"/>
            </a:pPr>
            <a:r>
              <a:rPr lang="en-US" sz="1400" dirty="0">
                <a:solidFill>
                  <a:srgbClr val="000000"/>
                </a:solidFill>
                <a:latin typeface="Arial"/>
                <a:cs typeface="Arial"/>
              </a:rPr>
              <a:t>Use secure services with authentication and implement system patching and updates to protect routing services.</a:t>
            </a:r>
            <a:endParaRPr lang="en-US" dirty="0">
              <a:cs typeface="Calibri" panose="020F0502020204030204"/>
            </a:endParaRPr>
          </a:p>
          <a:p>
            <a:endParaRPr lang="en-US" sz="1400" dirty="0">
              <a:solidFill>
                <a:srgbClr val="000000"/>
              </a:solidFill>
              <a:latin typeface="Arial"/>
              <a:cs typeface="Arial"/>
            </a:endParaRPr>
          </a:p>
          <a:p>
            <a:endParaRPr lang="en-US" sz="1400" dirty="0">
              <a:latin typeface="Arial"/>
              <a:cs typeface="Arial"/>
            </a:endParaRPr>
          </a:p>
          <a:p>
            <a:endParaRPr lang="en-US" sz="1400" dirty="0">
              <a:latin typeface="Arial"/>
              <a:cs typeface="Arial"/>
            </a:endParaRPr>
          </a:p>
          <a:p>
            <a:endParaRPr lang="en-US"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58</a:t>
            </a:fld>
            <a:endParaRPr lang="en-US"/>
          </a:p>
        </p:txBody>
      </p:sp>
    </p:spTree>
    <p:extLst>
      <p:ext uri="{BB962C8B-B14F-4D97-AF65-F5344CB8AC3E}">
        <p14:creationId xmlns:p14="http://schemas.microsoft.com/office/powerpoint/2010/main" val="8303924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Network Hardening: Services and Protocols</a:t>
            </a:r>
            <a:endParaRPr lang="en-US" sz="1600" dirty="0"/>
          </a:p>
        </p:txBody>
      </p:sp>
      <p:sp>
        <p:nvSpPr>
          <p:cNvPr id="3" name="Text 0"/>
          <p:cNvSpPr>
            <a:spLocks noGrp="1"/>
          </p:cNvSpPr>
          <p:nvPr>
            <p:ph type="body" idx="100" hasCustomPrompt="1"/>
          </p:nvPr>
        </p:nvSpPr>
        <p:spPr>
          <a:xfrm>
            <a:off x="0" y="274320"/>
            <a:ext cx="9144000" cy="450509"/>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Network and Routing Services (Cont.)</a:t>
            </a:r>
            <a:endParaRPr lang="en-US" sz="2200" dirty="0"/>
          </a:p>
        </p:txBody>
      </p:sp>
      <p:sp>
        <p:nvSpPr>
          <p:cNvPr id="5" name="Text 2"/>
          <p:cNvSpPr/>
          <p:nvPr/>
        </p:nvSpPr>
        <p:spPr>
          <a:xfrm>
            <a:off x="418543" y="1068222"/>
            <a:ext cx="8229600" cy="3327603"/>
          </a:xfrm>
          <a:prstGeom prst="rect">
            <a:avLst/>
          </a:prstGeom>
          <a:noFill/>
          <a:ln/>
        </p:spPr>
        <p:txBody>
          <a:bodyPr wrap="square" lIns="91440" tIns="45720" rIns="91440" bIns="45720" rtlCol="0" anchor="t"/>
          <a:lstStyle/>
          <a:p>
            <a:r>
              <a:rPr lang="en-US" sz="1400" b="1" dirty="0">
                <a:solidFill>
                  <a:srgbClr val="000000"/>
                </a:solidFill>
                <a:latin typeface="Arial"/>
                <a:cs typeface="Arial"/>
              </a:rPr>
              <a:t>Network Time Protocol (NTP)</a:t>
            </a:r>
            <a:r>
              <a:rPr lang="en-US" sz="1400" dirty="0">
                <a:solidFill>
                  <a:srgbClr val="000000"/>
                </a:solidFill>
                <a:latin typeface="Arial"/>
                <a:cs typeface="Arial"/>
              </a:rPr>
              <a:t> is a protocol that synchronizes network computer system clocks.</a:t>
            </a:r>
            <a:endParaRPr lang="en-US">
              <a:cs typeface="Calibri" panose="020F0502020204030204"/>
            </a:endParaRPr>
          </a:p>
          <a:p>
            <a:pPr lvl="1"/>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Having the correct time within networks is important. </a:t>
            </a:r>
            <a:endParaRPr lang="en-US" dirty="0">
              <a:cs typeface="Calibri" panose="020F0502020204030204"/>
            </a:endParaRPr>
          </a:p>
          <a:p>
            <a:pPr marL="742950" lvl="1" indent="-285750">
              <a:buFont typeface="Arial"/>
              <a:buChar char="•"/>
            </a:pPr>
            <a:r>
              <a:rPr lang="en-US" sz="1400" dirty="0">
                <a:solidFill>
                  <a:srgbClr val="000000"/>
                </a:solidFill>
                <a:latin typeface="Arial"/>
                <a:cs typeface="Arial"/>
              </a:rPr>
              <a:t>Correct timestamps accurately track network events such as security violations. </a:t>
            </a:r>
          </a:p>
          <a:p>
            <a:pPr marL="742950" lvl="1" indent="-285750">
              <a:buFont typeface="Arial"/>
              <a:buChar char="•"/>
            </a:pPr>
            <a:r>
              <a:rPr lang="en-US" sz="1400" dirty="0">
                <a:solidFill>
                  <a:srgbClr val="000000"/>
                </a:solidFill>
                <a:latin typeface="Arial"/>
                <a:cs typeface="Arial"/>
              </a:rPr>
              <a:t>Additionally, clock synchronization is critical for the correct interpretation of events within syslog data files as well as for digital certificates.</a:t>
            </a:r>
            <a:endParaRPr lang="en-US" dirty="0">
              <a:cs typeface="Calibri" panose="020F0502020204030204"/>
            </a:endParaRPr>
          </a:p>
          <a:p>
            <a:pPr marL="742950" lvl="1" indent="-285750">
              <a:buFont typeface="Arial"/>
              <a:buChar char="•"/>
            </a:pPr>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NTP allows network devices to synchronize their time settings with an NTP server.</a:t>
            </a:r>
            <a:endParaRPr lang="en-US" dirty="0">
              <a:solidFill>
                <a:srgbClr val="000000"/>
              </a:solidFill>
              <a:latin typeface="Calibri" panose="020F0502020204030204"/>
              <a:cs typeface="Calibri" panose="020F0502020204030204"/>
            </a:endParaRPr>
          </a:p>
          <a:p>
            <a:pPr marL="742950" lvl="1" indent="-285750">
              <a:buFont typeface="Arial"/>
              <a:buChar char="•"/>
            </a:pPr>
            <a:r>
              <a:rPr lang="en-US" sz="1400" dirty="0">
                <a:solidFill>
                  <a:srgbClr val="000000"/>
                </a:solidFill>
                <a:latin typeface="Arial"/>
                <a:cs typeface="Arial"/>
              </a:rPr>
              <a:t>Cybercriminals attack timeservers to disrupt secure communication that depends on digital certificates and to hide attack information. </a:t>
            </a:r>
            <a:endParaRPr lang="en-US">
              <a:solidFill>
                <a:srgbClr val="000000"/>
              </a:solidFill>
              <a:latin typeface="Calibri" panose="020F0502020204030204"/>
              <a:cs typeface="Calibri" panose="020F0502020204030204"/>
            </a:endParaRPr>
          </a:p>
          <a:p>
            <a:pPr marL="742950" lvl="1" indent="-285750">
              <a:buFont typeface="Arial"/>
              <a:buChar char="•"/>
            </a:pPr>
            <a:r>
              <a:rPr lang="en-US" sz="1400" dirty="0">
                <a:solidFill>
                  <a:srgbClr val="000000"/>
                </a:solidFill>
                <a:latin typeface="Arial"/>
                <a:cs typeface="Arial"/>
              </a:rPr>
              <a:t>Use NTP Authentication to verify that the server is trusted.</a:t>
            </a:r>
            <a:endParaRPr lang="en-US">
              <a:cs typeface="Calibri" panose="020F0502020204030204"/>
            </a:endParaRPr>
          </a:p>
          <a:p>
            <a:endParaRPr lang="en-US" sz="1400" dirty="0">
              <a:solidFill>
                <a:srgbClr val="000000"/>
              </a:solidFill>
              <a:latin typeface="Arial"/>
              <a:cs typeface="Arial"/>
            </a:endParaRPr>
          </a:p>
          <a:p>
            <a:endParaRPr lang="en-US" sz="1400" dirty="0">
              <a:solidFill>
                <a:srgbClr val="000000"/>
              </a:solidFill>
              <a:latin typeface="Arial"/>
              <a:cs typeface="Arial"/>
            </a:endParaRPr>
          </a:p>
          <a:p>
            <a:endParaRPr lang="en-US" sz="1400" dirty="0">
              <a:latin typeface="Arial"/>
              <a:cs typeface="Arial"/>
            </a:endParaRPr>
          </a:p>
          <a:p>
            <a:endParaRPr lang="en-US" sz="1400" dirty="0">
              <a:latin typeface="Arial"/>
              <a:cs typeface="Arial"/>
            </a:endParaRPr>
          </a:p>
          <a:p>
            <a:endParaRPr lang="en-US"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59</a:t>
            </a:fld>
            <a:endParaRPr lang="en-US"/>
          </a:p>
        </p:txBody>
      </p:sp>
    </p:spTree>
    <p:extLst>
      <p:ext uri="{BB962C8B-B14F-4D97-AF65-F5344CB8AC3E}">
        <p14:creationId xmlns:p14="http://schemas.microsoft.com/office/powerpoint/2010/main" val="37154944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Network Hardening: Services and Protocols</a:t>
            </a:r>
            <a:endParaRPr lang="en-US" sz="1600" dirty="0"/>
          </a:p>
        </p:txBody>
      </p:sp>
      <p:sp>
        <p:nvSpPr>
          <p:cNvPr id="3" name="Text 0"/>
          <p:cNvSpPr>
            <a:spLocks noGrp="1"/>
          </p:cNvSpPr>
          <p:nvPr>
            <p:ph type="body" idx="100" hasCustomPrompt="1"/>
          </p:nvPr>
        </p:nvSpPr>
        <p:spPr>
          <a:xfrm>
            <a:off x="0" y="274320"/>
            <a:ext cx="9144000" cy="448887"/>
          </a:xfrm>
          <a:prstGeom prst="rect">
            <a:avLst/>
          </a:prstGeom>
          <a:noFill/>
          <a:ln/>
        </p:spPr>
        <p:txBody>
          <a:bodyPr wrap="square" lIns="91440" tIns="45720" rIns="91440" bIns="45720" rtlCol="0" anchor="t"/>
          <a:lstStyle/>
          <a:p>
            <a:pPr marL="0" indent="0">
              <a:buNone/>
            </a:pPr>
            <a:r>
              <a:rPr lang="en-US" sz="2200" dirty="0">
                <a:solidFill>
                  <a:srgbClr val="024C69"/>
                </a:solidFill>
                <a:latin typeface="Arial"/>
                <a:cs typeface="Arial"/>
              </a:rPr>
              <a:t>Telnet, SSH</a:t>
            </a:r>
            <a:r>
              <a:rPr lang="en-US" dirty="0">
                <a:latin typeface="Arial"/>
                <a:cs typeface="Arial"/>
              </a:rPr>
              <a:t>,</a:t>
            </a:r>
            <a:r>
              <a:rPr lang="en-US" sz="2200" dirty="0">
                <a:solidFill>
                  <a:srgbClr val="024C69"/>
                </a:solidFill>
                <a:latin typeface="Arial"/>
                <a:cs typeface="Arial"/>
              </a:rPr>
              <a:t> and SCP</a:t>
            </a:r>
            <a:endParaRPr lang="en-US" sz="2200" dirty="0">
              <a:latin typeface="Arial"/>
              <a:cs typeface="Arial"/>
            </a:endParaRPr>
          </a:p>
        </p:txBody>
      </p:sp>
      <p:sp>
        <p:nvSpPr>
          <p:cNvPr id="5" name="Text 2"/>
          <p:cNvSpPr/>
          <p:nvPr/>
        </p:nvSpPr>
        <p:spPr>
          <a:xfrm>
            <a:off x="418543" y="966825"/>
            <a:ext cx="8229600" cy="3222614"/>
          </a:xfrm>
          <a:prstGeom prst="rect">
            <a:avLst/>
          </a:prstGeom>
          <a:noFill/>
          <a:ln/>
        </p:spPr>
        <p:txBody>
          <a:bodyPr wrap="square" lIns="91440" tIns="45720" rIns="91440" bIns="45720" rtlCol="0" anchor="t"/>
          <a:lstStyle/>
          <a:p>
            <a:r>
              <a:rPr lang="en-US" sz="1400" b="1" dirty="0">
                <a:solidFill>
                  <a:srgbClr val="000000"/>
                </a:solidFill>
                <a:latin typeface="Arial"/>
                <a:cs typeface="Arial"/>
              </a:rPr>
              <a:t>Secure Shell (SSH)</a:t>
            </a:r>
            <a:r>
              <a:rPr lang="en-US" sz="1400" dirty="0">
                <a:solidFill>
                  <a:srgbClr val="000000"/>
                </a:solidFill>
                <a:latin typeface="Arial"/>
                <a:cs typeface="Arial"/>
              </a:rPr>
              <a:t> is a protocol that provides a secure (encrypted) remote connection to a device. </a:t>
            </a:r>
            <a:endParaRPr lang="en-US" dirty="0"/>
          </a:p>
          <a:p>
            <a:pPr marL="285750" indent="-285750">
              <a:buFont typeface="Arial"/>
              <a:buChar char="•"/>
            </a:pPr>
            <a:endParaRPr lang="en-US" dirty="0">
              <a:solidFill>
                <a:srgbClr val="000000"/>
              </a:solidFill>
              <a:latin typeface="Calibri" panose="020F0502020204030204"/>
              <a:cs typeface="Calibri" panose="020F0502020204030204"/>
            </a:endParaRPr>
          </a:p>
          <a:p>
            <a:r>
              <a:rPr lang="en-US" sz="1400" b="1" dirty="0">
                <a:solidFill>
                  <a:srgbClr val="000000"/>
                </a:solidFill>
                <a:latin typeface="Arial"/>
                <a:cs typeface="Arial"/>
              </a:rPr>
              <a:t>Telnet</a:t>
            </a:r>
            <a:r>
              <a:rPr lang="en-US" sz="1400" dirty="0">
                <a:solidFill>
                  <a:srgbClr val="000000"/>
                </a:solidFill>
                <a:latin typeface="Arial"/>
                <a:cs typeface="Arial"/>
              </a:rPr>
              <a:t> is an older protocol that uses unsecure plaintext when authenticating a device (username and password) and transmitting data.</a:t>
            </a:r>
          </a:p>
          <a:p>
            <a:pPr marL="285750" indent="-285750">
              <a:buFont typeface="Arial"/>
              <a:buChar char="•"/>
            </a:pPr>
            <a:endParaRPr lang="en-US" dirty="0">
              <a:solidFill>
                <a:srgbClr val="000000"/>
              </a:solidFill>
              <a:latin typeface="Calibri" panose="020F0502020204030204"/>
              <a:cs typeface="Calibri" panose="020F0502020204030204"/>
            </a:endParaRPr>
          </a:p>
          <a:p>
            <a:pPr marL="285750" indent="-285750">
              <a:buFont typeface="Arial"/>
              <a:buChar char="•"/>
            </a:pPr>
            <a:r>
              <a:rPr lang="en-US" sz="1400" dirty="0">
                <a:solidFill>
                  <a:srgbClr val="000000"/>
                </a:solidFill>
                <a:latin typeface="Arial"/>
                <a:cs typeface="Arial"/>
              </a:rPr>
              <a:t>SSH should be used rather than Telnet to manage connections, as it provides strong encryption.</a:t>
            </a:r>
            <a:endParaRPr lang="en-US" dirty="0">
              <a:solidFill>
                <a:srgbClr val="000000"/>
              </a:solidFill>
              <a:latin typeface="Calibri" panose="020F0502020204030204"/>
              <a:cs typeface="Calibri" panose="020F0502020204030204"/>
            </a:endParaRPr>
          </a:p>
          <a:p>
            <a:pPr marL="742950" lvl="1" indent="-285750">
              <a:buFont typeface="Arial"/>
              <a:buChar char="•"/>
            </a:pPr>
            <a:r>
              <a:rPr lang="en-US" sz="1400" dirty="0">
                <a:solidFill>
                  <a:srgbClr val="000000"/>
                </a:solidFill>
                <a:latin typeface="Arial"/>
                <a:cs typeface="Arial"/>
              </a:rPr>
              <a:t>SSH uses TCP port 22. </a:t>
            </a:r>
            <a:endParaRPr lang="en-US" dirty="0">
              <a:solidFill>
                <a:srgbClr val="000000"/>
              </a:solidFill>
              <a:latin typeface="Calibri" panose="020F0502020204030204"/>
              <a:cs typeface="Calibri" panose="020F0502020204030204"/>
            </a:endParaRPr>
          </a:p>
          <a:p>
            <a:pPr marL="742950" lvl="1" indent="-285750">
              <a:buFont typeface="Arial"/>
              <a:buChar char="•"/>
            </a:pPr>
            <a:r>
              <a:rPr lang="en-US" sz="1400" dirty="0">
                <a:solidFill>
                  <a:srgbClr val="000000"/>
                </a:solidFill>
                <a:latin typeface="Arial"/>
                <a:cs typeface="Arial"/>
              </a:rPr>
              <a:t>Telnet uses TCP port 23.</a:t>
            </a:r>
            <a:endParaRPr lang="en-US" dirty="0">
              <a:cs typeface="Calibri" panose="020F0502020204030204"/>
            </a:endParaRPr>
          </a:p>
          <a:p>
            <a:endParaRPr lang="en-US" sz="1400" dirty="0">
              <a:solidFill>
                <a:srgbClr val="000000"/>
              </a:solidFill>
              <a:latin typeface="Arial"/>
              <a:ea typeface="Arial" pitchFamily="34" charset="-122"/>
              <a:cs typeface="Arial"/>
            </a:endParaRPr>
          </a:p>
          <a:p>
            <a:r>
              <a:rPr lang="en-US" sz="1400" b="1" dirty="0">
                <a:solidFill>
                  <a:srgbClr val="000000"/>
                </a:solidFill>
                <a:latin typeface="Arial"/>
                <a:ea typeface="Arial" pitchFamily="34" charset="-122"/>
                <a:cs typeface="Arial"/>
              </a:rPr>
              <a:t>Secure copy (SCP)</a:t>
            </a:r>
            <a:r>
              <a:rPr lang="en-US" sz="1400" dirty="0">
                <a:solidFill>
                  <a:srgbClr val="000000"/>
                </a:solidFill>
                <a:latin typeface="Arial"/>
                <a:ea typeface="Arial" pitchFamily="34" charset="-122"/>
                <a:cs typeface="Arial"/>
              </a:rPr>
              <a:t> securely transfers files between two remote systems. </a:t>
            </a:r>
            <a:endParaRPr lang="en-US" dirty="0">
              <a:solidFill>
                <a:srgbClr val="000000"/>
              </a:solidFill>
              <a:latin typeface="Calibri" panose="020F0502020204030204"/>
              <a:ea typeface="Arial" pitchFamily="34" charset="-122"/>
              <a:cs typeface="Calibri" panose="020F0502020204030204"/>
            </a:endParaRPr>
          </a:p>
          <a:p>
            <a:endParaRPr lang="en-US" sz="1400" dirty="0">
              <a:solidFill>
                <a:srgbClr val="000000"/>
              </a:solidFill>
              <a:latin typeface="Arial"/>
              <a:ea typeface="Arial" pitchFamily="34" charset="-122"/>
              <a:cs typeface="Arial"/>
            </a:endParaRPr>
          </a:p>
          <a:p>
            <a:pPr marL="285750" indent="-285750">
              <a:buFont typeface="Arial"/>
              <a:buChar char="•"/>
            </a:pPr>
            <a:r>
              <a:rPr lang="en-US" sz="1400" dirty="0">
                <a:solidFill>
                  <a:srgbClr val="000000"/>
                </a:solidFill>
                <a:latin typeface="Arial"/>
                <a:ea typeface="Arial" pitchFamily="34" charset="-122"/>
                <a:cs typeface="Arial"/>
              </a:rPr>
              <a:t>SCP uses SSH for data transfer and authentication, ensuring the authenticity and confidentiality of the data in transit.</a:t>
            </a:r>
            <a:endParaRPr lang="en-US" dirty="0">
              <a:cs typeface="Calibri" panose="020F0502020204030204"/>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60</a:t>
            </a:fld>
            <a:endParaRPr lang="en-US"/>
          </a:p>
        </p:txBody>
      </p:sp>
    </p:spTree>
    <p:extLst>
      <p:ext uri="{BB962C8B-B14F-4D97-AF65-F5344CB8AC3E}">
        <p14:creationId xmlns:p14="http://schemas.microsoft.com/office/powerpoint/2010/main" val="2453306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Network Hardening: Services and Protocols</a:t>
            </a:r>
            <a:endParaRPr lang="en-US" sz="1600" dirty="0"/>
          </a:p>
        </p:txBody>
      </p:sp>
      <p:sp>
        <p:nvSpPr>
          <p:cNvPr id="3" name="Text 0"/>
          <p:cNvSpPr>
            <a:spLocks noGrp="1"/>
          </p:cNvSpPr>
          <p:nvPr>
            <p:ph type="body" idx="100" hasCustomPrompt="1"/>
          </p:nvPr>
        </p:nvSpPr>
        <p:spPr>
          <a:xfrm>
            <a:off x="0" y="274320"/>
            <a:ext cx="9144000" cy="380404"/>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Telnet, SSH and SCP (Cont.)</a:t>
            </a:r>
            <a:endParaRPr lang="en-US" sz="2200" dirty="0"/>
          </a:p>
        </p:txBody>
      </p:sp>
      <p:sp>
        <p:nvSpPr>
          <p:cNvPr id="5" name="Text 2"/>
          <p:cNvSpPr/>
          <p:nvPr/>
        </p:nvSpPr>
        <p:spPr>
          <a:xfrm>
            <a:off x="400108" y="1019252"/>
            <a:ext cx="8229600" cy="273030"/>
          </a:xfrm>
          <a:prstGeom prst="rect">
            <a:avLst/>
          </a:prstGeom>
          <a:noFill/>
          <a:ln/>
        </p:spPr>
        <p:txBody>
          <a:bodyPr wrap="square" lIns="91440" tIns="45720" rIns="91440" bIns="45720" rtlCol="0" anchor="t"/>
          <a:lstStyle/>
          <a:p>
            <a:r>
              <a:rPr lang="en-US" sz="1400" b="1" dirty="0">
                <a:solidFill>
                  <a:srgbClr val="000000"/>
                </a:solidFill>
                <a:latin typeface="Arial"/>
                <a:cs typeface="Arial"/>
              </a:rPr>
              <a:t>Wireshark Telnet capture:</a:t>
            </a:r>
            <a:r>
              <a:rPr lang="en-US" sz="1400" dirty="0">
                <a:solidFill>
                  <a:srgbClr val="000000"/>
                </a:solidFill>
                <a:latin typeface="Arial"/>
                <a:cs typeface="Arial"/>
              </a:rPr>
              <a:t> Cybercriminals</a:t>
            </a:r>
            <a:r>
              <a:rPr lang="en-US" sz="1400" dirty="0">
                <a:solidFill>
                  <a:srgbClr val="000000"/>
                </a:solidFill>
                <a:latin typeface="Arial"/>
                <a:ea typeface="Arial" pitchFamily="34" charset="-122"/>
                <a:cs typeface="Arial"/>
              </a:rPr>
              <a:t> monitor packets using Wireshark.</a:t>
            </a:r>
            <a:endParaRPr lang="en-US" dirty="0"/>
          </a:p>
          <a:p>
            <a:pPr>
              <a:lnSpc>
                <a:spcPts val="2000"/>
              </a:lnSpc>
            </a:pPr>
            <a:endParaRPr lang="en-US" sz="1400" dirty="0">
              <a:latin typeface="Arial"/>
              <a:cs typeface="Arial"/>
            </a:endParaRPr>
          </a:p>
        </p:txBody>
      </p:sp>
      <p:pic>
        <p:nvPicPr>
          <p:cNvPr id="4" name="Picture 5">
            <a:extLst>
              <a:ext uri="{FF2B5EF4-FFF2-40B4-BE49-F238E27FC236}">
                <a16:creationId xmlns:a16="http://schemas.microsoft.com/office/drawing/2014/main" id="{664E55CC-67F7-3A03-AEE9-E9A30BA3164E}"/>
              </a:ext>
            </a:extLst>
          </p:cNvPr>
          <p:cNvPicPr>
            <a:picLocks noChangeAspect="1"/>
          </p:cNvPicPr>
          <p:nvPr/>
        </p:nvPicPr>
        <p:blipFill rotWithShape="1">
          <a:blip r:embed="rId3"/>
          <a:srcRect b="29863"/>
          <a:stretch/>
        </p:blipFill>
        <p:spPr>
          <a:xfrm>
            <a:off x="1652385" y="1382874"/>
            <a:ext cx="5484613" cy="3006246"/>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61</a:t>
            </a:fld>
            <a:endParaRPr lang="en-US"/>
          </a:p>
        </p:txBody>
      </p:sp>
    </p:spTree>
    <p:extLst>
      <p:ext uri="{BB962C8B-B14F-4D97-AF65-F5344CB8AC3E}">
        <p14:creationId xmlns:p14="http://schemas.microsoft.com/office/powerpoint/2010/main" val="19958115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Network Hardening: Services and Protocols</a:t>
            </a:r>
            <a:endParaRPr lang="en-US" sz="1600" dirty="0"/>
          </a:p>
        </p:txBody>
      </p:sp>
      <p:sp>
        <p:nvSpPr>
          <p:cNvPr id="3" name="Text 0"/>
          <p:cNvSpPr>
            <a:spLocks noGrp="1"/>
          </p:cNvSpPr>
          <p:nvPr>
            <p:ph type="body" idx="100" hasCustomPrompt="1"/>
          </p:nvPr>
        </p:nvSpPr>
        <p:spPr>
          <a:xfrm>
            <a:off x="0" y="274320"/>
            <a:ext cx="9144000" cy="472812"/>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Telnet, SSH and SCP (Cont.)</a:t>
            </a:r>
            <a:endParaRPr lang="en-US" sz="2200" dirty="0"/>
          </a:p>
        </p:txBody>
      </p:sp>
      <p:pic>
        <p:nvPicPr>
          <p:cNvPr id="6" name="Picture 6" descr="Graphical user interface, text, application&#10;&#10;Description automatically generated">
            <a:extLst>
              <a:ext uri="{FF2B5EF4-FFF2-40B4-BE49-F238E27FC236}">
                <a16:creationId xmlns:a16="http://schemas.microsoft.com/office/drawing/2014/main" id="{86A748BA-673D-E620-D4E9-8680382536F9}"/>
              </a:ext>
            </a:extLst>
          </p:cNvPr>
          <p:cNvPicPr>
            <a:picLocks noChangeAspect="1"/>
          </p:cNvPicPr>
          <p:nvPr/>
        </p:nvPicPr>
        <p:blipFill>
          <a:blip r:embed="rId3"/>
          <a:stretch>
            <a:fillRect/>
          </a:stretch>
        </p:blipFill>
        <p:spPr>
          <a:xfrm>
            <a:off x="252452" y="755856"/>
            <a:ext cx="4859536" cy="3821906"/>
          </a:xfrm>
          <a:prstGeom prst="rect">
            <a:avLst/>
          </a:prstGeom>
        </p:spPr>
      </p:pic>
      <p:sp>
        <p:nvSpPr>
          <p:cNvPr id="5" name="Text 2"/>
          <p:cNvSpPr/>
          <p:nvPr/>
        </p:nvSpPr>
        <p:spPr>
          <a:xfrm>
            <a:off x="5369910" y="1952260"/>
            <a:ext cx="3523655" cy="1339148"/>
          </a:xfrm>
          <a:prstGeom prst="rect">
            <a:avLst/>
          </a:prstGeom>
          <a:noFill/>
          <a:ln/>
        </p:spPr>
        <p:txBody>
          <a:bodyPr wrap="square" lIns="91440" tIns="45720" rIns="91440" bIns="45720" rtlCol="0" anchor="t"/>
          <a:lstStyle/>
          <a:p>
            <a:r>
              <a:rPr lang="en-US" sz="1400" b="1" dirty="0">
                <a:solidFill>
                  <a:srgbClr val="000000"/>
                </a:solidFill>
                <a:latin typeface="Arial"/>
                <a:cs typeface="Arial"/>
              </a:rPr>
              <a:t>Plaintext username and password capture:</a:t>
            </a:r>
            <a:r>
              <a:rPr lang="en-US" sz="1400" dirty="0">
                <a:solidFill>
                  <a:srgbClr val="000000"/>
                </a:solidFill>
                <a:latin typeface="Arial"/>
                <a:cs typeface="Arial"/>
              </a:rPr>
              <a:t> Cybercriminals</a:t>
            </a:r>
            <a:r>
              <a:rPr lang="en-US" sz="1400" dirty="0">
                <a:solidFill>
                  <a:srgbClr val="000000"/>
                </a:solidFill>
                <a:latin typeface="Arial"/>
                <a:ea typeface="Arial" pitchFamily="34" charset="-122"/>
                <a:cs typeface="Arial"/>
              </a:rPr>
              <a:t> capture the username and password of the administrator from the plaintext Telnet session.</a:t>
            </a:r>
            <a:endParaRPr lang="en-US" dirty="0"/>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62</a:t>
            </a:fld>
            <a:endParaRPr lang="en-US"/>
          </a:p>
        </p:txBody>
      </p:sp>
    </p:spTree>
    <p:extLst>
      <p:ext uri="{BB962C8B-B14F-4D97-AF65-F5344CB8AC3E}">
        <p14:creationId xmlns:p14="http://schemas.microsoft.com/office/powerpoint/2010/main" val="31514235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Network Hardening: Services and Protocols</a:t>
            </a:r>
            <a:endParaRPr lang="en-US" sz="1600" dirty="0"/>
          </a:p>
        </p:txBody>
      </p:sp>
      <p:sp>
        <p:nvSpPr>
          <p:cNvPr id="3" name="Text 0"/>
          <p:cNvSpPr>
            <a:spLocks noGrp="1"/>
          </p:cNvSpPr>
          <p:nvPr>
            <p:ph type="body" idx="100" hasCustomPrompt="1"/>
          </p:nvPr>
        </p:nvSpPr>
        <p:spPr>
          <a:xfrm>
            <a:off x="0" y="274320"/>
            <a:ext cx="9144000" cy="428207"/>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Telnet, SSH and SCP (Cont.)</a:t>
            </a:r>
            <a:endParaRPr lang="en-US" sz="2200" dirty="0"/>
          </a:p>
        </p:txBody>
      </p:sp>
      <p:sp>
        <p:nvSpPr>
          <p:cNvPr id="5" name="Text 2"/>
          <p:cNvSpPr/>
          <p:nvPr/>
        </p:nvSpPr>
        <p:spPr>
          <a:xfrm>
            <a:off x="455414" y="985838"/>
            <a:ext cx="8229600" cy="541139"/>
          </a:xfrm>
          <a:prstGeom prst="rect">
            <a:avLst/>
          </a:prstGeom>
          <a:noFill/>
          <a:ln/>
        </p:spPr>
        <p:txBody>
          <a:bodyPr wrap="square" lIns="91440" tIns="45720" rIns="91440" bIns="45720" rtlCol="0" anchor="t"/>
          <a:lstStyle/>
          <a:p>
            <a:r>
              <a:rPr lang="en-US" sz="1400" b="1" dirty="0">
                <a:solidFill>
                  <a:srgbClr val="000000"/>
                </a:solidFill>
                <a:latin typeface="Arial"/>
                <a:cs typeface="Arial"/>
              </a:rPr>
              <a:t>Wireshark SSH capture:</a:t>
            </a:r>
            <a:r>
              <a:rPr lang="en-US" sz="1400" dirty="0">
                <a:solidFill>
                  <a:srgbClr val="000000"/>
                </a:solidFill>
                <a:latin typeface="Arial"/>
                <a:cs typeface="Arial"/>
              </a:rPr>
              <a:t> The Wireshark view of an SSH session. Cybercriminals</a:t>
            </a:r>
            <a:r>
              <a:rPr lang="en-US" sz="1400" dirty="0">
                <a:solidFill>
                  <a:srgbClr val="000000"/>
                </a:solidFill>
                <a:latin typeface="Arial"/>
                <a:ea typeface="Arial" pitchFamily="34" charset="-122"/>
                <a:cs typeface="Arial"/>
              </a:rPr>
              <a:t> track the session using the IP address of the administrator device.</a:t>
            </a:r>
            <a:endParaRPr lang="en-US" dirty="0"/>
          </a:p>
          <a:p>
            <a:pPr>
              <a:lnSpc>
                <a:spcPts val="2000"/>
              </a:lnSpc>
            </a:pPr>
            <a:endParaRPr lang="en-US" sz="1400" dirty="0">
              <a:latin typeface="Arial"/>
              <a:cs typeface="Arial"/>
            </a:endParaRPr>
          </a:p>
        </p:txBody>
      </p:sp>
      <p:pic>
        <p:nvPicPr>
          <p:cNvPr id="4" name="Picture 6">
            <a:extLst>
              <a:ext uri="{FF2B5EF4-FFF2-40B4-BE49-F238E27FC236}">
                <a16:creationId xmlns:a16="http://schemas.microsoft.com/office/drawing/2014/main" id="{84D3C0B3-E6F7-4C67-C714-84DCBA00615C}"/>
              </a:ext>
            </a:extLst>
          </p:cNvPr>
          <p:cNvPicPr>
            <a:picLocks noChangeAspect="1"/>
          </p:cNvPicPr>
          <p:nvPr/>
        </p:nvPicPr>
        <p:blipFill rotWithShape="1">
          <a:blip r:embed="rId3"/>
          <a:srcRect b="29102"/>
          <a:stretch/>
        </p:blipFill>
        <p:spPr>
          <a:xfrm>
            <a:off x="1762721" y="1526977"/>
            <a:ext cx="5609629" cy="3102173"/>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63</a:t>
            </a:fld>
            <a:endParaRPr lang="en-US"/>
          </a:p>
        </p:txBody>
      </p:sp>
    </p:spTree>
    <p:extLst>
      <p:ext uri="{BB962C8B-B14F-4D97-AF65-F5344CB8AC3E}">
        <p14:creationId xmlns:p14="http://schemas.microsoft.com/office/powerpoint/2010/main" val="31979376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Network Hardening: Services and Protocols</a:t>
            </a:r>
            <a:endParaRPr lang="en-US" sz="1600" dirty="0"/>
          </a:p>
        </p:txBody>
      </p:sp>
      <p:sp>
        <p:nvSpPr>
          <p:cNvPr id="3" name="Text 0"/>
          <p:cNvSpPr>
            <a:spLocks noGrp="1"/>
          </p:cNvSpPr>
          <p:nvPr>
            <p:ph type="body" idx="100" hasCustomPrompt="1"/>
          </p:nvPr>
        </p:nvSpPr>
        <p:spPr>
          <a:xfrm>
            <a:off x="0" y="274320"/>
            <a:ext cx="9144000" cy="422631"/>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Telnet, SSH and SCP (Cont.)</a:t>
            </a:r>
            <a:endParaRPr lang="en-US" sz="2200" dirty="0"/>
          </a:p>
        </p:txBody>
      </p:sp>
      <p:sp>
        <p:nvSpPr>
          <p:cNvPr id="5" name="Text 2"/>
          <p:cNvSpPr/>
          <p:nvPr/>
        </p:nvSpPr>
        <p:spPr>
          <a:xfrm>
            <a:off x="455414" y="1092994"/>
            <a:ext cx="8229600" cy="380405"/>
          </a:xfrm>
          <a:prstGeom prst="rect">
            <a:avLst/>
          </a:prstGeom>
          <a:noFill/>
          <a:ln/>
        </p:spPr>
        <p:txBody>
          <a:bodyPr wrap="square" lIns="91440" tIns="45720" rIns="91440" bIns="45720" rtlCol="0" anchor="t"/>
          <a:lstStyle/>
          <a:p>
            <a:r>
              <a:rPr lang="en-US" sz="1400" b="1" dirty="0">
                <a:solidFill>
                  <a:srgbClr val="000000"/>
                </a:solidFill>
                <a:latin typeface="Arial"/>
                <a:cs typeface="Arial"/>
              </a:rPr>
              <a:t>Username and password encryption:</a:t>
            </a:r>
            <a:r>
              <a:rPr lang="en-US" sz="1400" dirty="0">
                <a:solidFill>
                  <a:srgbClr val="000000"/>
                </a:solidFill>
                <a:latin typeface="Arial"/>
                <a:cs typeface="Arial"/>
              </a:rPr>
              <a:t> The </a:t>
            </a:r>
            <a:r>
              <a:rPr lang="en-US" sz="1400" dirty="0">
                <a:solidFill>
                  <a:srgbClr val="000000"/>
                </a:solidFill>
                <a:latin typeface="Arial"/>
                <a:ea typeface="Arial" pitchFamily="34" charset="-122"/>
                <a:cs typeface="Arial"/>
              </a:rPr>
              <a:t>session encrypts the username and password.</a:t>
            </a:r>
            <a:endParaRPr lang="en-US" dirty="0"/>
          </a:p>
          <a:p>
            <a:pPr>
              <a:lnSpc>
                <a:spcPts val="2000"/>
              </a:lnSpc>
            </a:pPr>
            <a:endParaRPr lang="en-US" sz="1400" dirty="0">
              <a:latin typeface="Arial"/>
              <a:cs typeface="Arial"/>
            </a:endParaRPr>
          </a:p>
        </p:txBody>
      </p:sp>
      <p:pic>
        <p:nvPicPr>
          <p:cNvPr id="8" name="Picture 8" descr="Text&#10;&#10;Description automatically generated">
            <a:extLst>
              <a:ext uri="{FF2B5EF4-FFF2-40B4-BE49-F238E27FC236}">
                <a16:creationId xmlns:a16="http://schemas.microsoft.com/office/drawing/2014/main" id="{E5B3023F-4193-E80C-B198-098D035489D8}"/>
              </a:ext>
            </a:extLst>
          </p:cNvPr>
          <p:cNvPicPr>
            <a:picLocks noChangeAspect="1"/>
          </p:cNvPicPr>
          <p:nvPr/>
        </p:nvPicPr>
        <p:blipFill>
          <a:blip r:embed="rId3"/>
          <a:stretch>
            <a:fillRect/>
          </a:stretch>
        </p:blipFill>
        <p:spPr>
          <a:xfrm>
            <a:off x="2521745" y="1473399"/>
            <a:ext cx="4091582" cy="3196828"/>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64</a:t>
            </a:fld>
            <a:endParaRPr lang="en-US"/>
          </a:p>
        </p:txBody>
      </p:sp>
    </p:spTree>
    <p:extLst>
      <p:ext uri="{BB962C8B-B14F-4D97-AF65-F5344CB8AC3E}">
        <p14:creationId xmlns:p14="http://schemas.microsoft.com/office/powerpoint/2010/main" val="8369086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Network Hardening: Services and Protocols</a:t>
            </a:r>
            <a:endParaRPr lang="en-US" sz="1600" dirty="0"/>
          </a:p>
        </p:txBody>
      </p:sp>
      <p:sp>
        <p:nvSpPr>
          <p:cNvPr id="3" name="Text 0"/>
          <p:cNvSpPr>
            <a:spLocks noGrp="1"/>
          </p:cNvSpPr>
          <p:nvPr>
            <p:ph type="body" idx="100" hasCustomPrompt="1"/>
          </p:nvPr>
        </p:nvSpPr>
        <p:spPr>
          <a:xfrm>
            <a:off x="0" y="274320"/>
            <a:ext cx="9144000" cy="407324"/>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Secure Protocols</a:t>
            </a:r>
            <a:endParaRPr lang="en-US" sz="2200" dirty="0"/>
          </a:p>
        </p:txBody>
      </p:sp>
      <p:sp>
        <p:nvSpPr>
          <p:cNvPr id="5" name="Text 2"/>
          <p:cNvSpPr/>
          <p:nvPr/>
        </p:nvSpPr>
        <p:spPr>
          <a:xfrm>
            <a:off x="455414" y="823088"/>
            <a:ext cx="8229600" cy="3806927"/>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a:cs typeface="Arial"/>
              </a:rPr>
              <a:t>Attackers can penetrate a network’s infrastructure through services, protocols, and open ports.</a:t>
            </a:r>
            <a:endParaRPr lang="en-US" dirty="0">
              <a:cs typeface="Calibri" panose="020F0502020204030204"/>
            </a:endParaRPr>
          </a:p>
          <a:p>
            <a:pPr>
              <a:lnSpc>
                <a:spcPts val="2000"/>
              </a:lnSpc>
            </a:pPr>
            <a:endParaRPr lang="en-US" sz="1400" dirty="0">
              <a:latin typeface="Arial"/>
              <a:cs typeface="Arial"/>
            </a:endParaRPr>
          </a:p>
          <a:p>
            <a:pPr>
              <a:lnSpc>
                <a:spcPts val="2000"/>
              </a:lnSpc>
            </a:pPr>
            <a:r>
              <a:rPr lang="en-US" sz="1400" b="1" dirty="0">
                <a:latin typeface="Arial"/>
                <a:cs typeface="Arial"/>
              </a:rPr>
              <a:t>Simple Network Management Protocol (SNMP)</a:t>
            </a:r>
            <a:r>
              <a:rPr lang="en-US" sz="1400" dirty="0">
                <a:latin typeface="Arial"/>
                <a:cs typeface="Arial"/>
              </a:rPr>
              <a:t> collects statistics from TCP/IP devices to monitor network and computer equipment. SNMPv3 is the current standard — it uses cryptography to prevent eavesdropping and make sure data hasn’t been tampered with while in transit.</a:t>
            </a:r>
          </a:p>
          <a:p>
            <a:pPr>
              <a:lnSpc>
                <a:spcPts val="2000"/>
              </a:lnSpc>
            </a:pPr>
            <a:endParaRPr lang="en-US" sz="1400" dirty="0">
              <a:latin typeface="Arial"/>
              <a:cs typeface="Arial"/>
            </a:endParaRPr>
          </a:p>
          <a:p>
            <a:r>
              <a:rPr lang="en-US" sz="1400" b="1" dirty="0">
                <a:latin typeface="Arial"/>
                <a:cs typeface="Arial"/>
              </a:rPr>
              <a:t>Hypertext Transfer Protocol (HTTP)</a:t>
            </a:r>
            <a:r>
              <a:rPr lang="en-US" sz="1400" dirty="0">
                <a:latin typeface="Arial"/>
                <a:cs typeface="Arial"/>
              </a:rPr>
              <a:t> provides basic web connectivity and uses port 80. HTTP contains limited built-in security and is open to traffic monitoring when transmitting content, leaving the user’s computer open to attack. </a:t>
            </a:r>
            <a:endParaRPr lang="en-US" dirty="0">
              <a:latin typeface="Calibri" panose="020F0502020204030204"/>
              <a:cs typeface="Calibri" panose="020F0502020204030204"/>
            </a:endParaRPr>
          </a:p>
          <a:p>
            <a:endParaRPr lang="en-US" sz="1400" dirty="0">
              <a:latin typeface="Arial"/>
              <a:cs typeface="Arial"/>
            </a:endParaRPr>
          </a:p>
          <a:p>
            <a:pPr marL="285750" indent="-285750">
              <a:buFont typeface="Arial"/>
              <a:buChar char="•"/>
            </a:pPr>
            <a:r>
              <a:rPr lang="en-US" sz="1400" dirty="0">
                <a:latin typeface="Arial"/>
                <a:cs typeface="Arial"/>
              </a:rPr>
              <a:t>Protocols that provide a more secure connection:</a:t>
            </a:r>
            <a:endParaRPr lang="en-US" dirty="0">
              <a:cs typeface="Calibri"/>
            </a:endParaRPr>
          </a:p>
          <a:p>
            <a:pPr marL="742950" lvl="1" indent="-285750">
              <a:buFont typeface="Arial"/>
              <a:buChar char="•"/>
            </a:pPr>
            <a:r>
              <a:rPr lang="en-US" sz="1400" b="1" dirty="0">
                <a:latin typeface="Arial"/>
                <a:cs typeface="Arial"/>
              </a:rPr>
              <a:t>Secure Sockets Layer (SSL)</a:t>
            </a:r>
            <a:r>
              <a:rPr lang="en-US" sz="1400" dirty="0">
                <a:latin typeface="Arial"/>
                <a:cs typeface="Arial"/>
              </a:rPr>
              <a:t> manages encryption by using an SSL handshake at the beginning of a session to provide confidentiality and prevent eavesdropping and tampering.</a:t>
            </a:r>
            <a:endParaRPr lang="en-US" dirty="0">
              <a:latin typeface="Calibri"/>
              <a:cs typeface="Calibri"/>
            </a:endParaRPr>
          </a:p>
          <a:p>
            <a:pPr marL="742950" lvl="1" indent="-285750">
              <a:buFont typeface="Arial"/>
              <a:buChar char="•"/>
            </a:pPr>
            <a:r>
              <a:rPr lang="en-US" sz="1400" b="1" dirty="0">
                <a:latin typeface="Arial"/>
                <a:cs typeface="Arial"/>
              </a:rPr>
              <a:t>Transport Layer Security (TLS)</a:t>
            </a:r>
            <a:r>
              <a:rPr lang="en-US" sz="1400" dirty="0">
                <a:latin typeface="Arial"/>
                <a:cs typeface="Arial"/>
              </a:rPr>
              <a:t> is an updated, more secure replacement for SSL.</a:t>
            </a:r>
            <a:endParaRPr lang="en-US" dirty="0">
              <a:latin typeface="Calibri"/>
              <a:cs typeface="Calibri"/>
            </a:endParaRPr>
          </a:p>
          <a:p>
            <a:pPr marL="742950" lvl="1" indent="-285750">
              <a:buFont typeface="Arial"/>
              <a:buChar char="•"/>
            </a:pPr>
            <a:r>
              <a:rPr lang="en-US" sz="1400" dirty="0">
                <a:latin typeface="Arial"/>
                <a:cs typeface="Arial"/>
              </a:rPr>
              <a:t>SSL/TLS encrypts communication between the client and the server. Where it’s used, the user will see HTTPS in the URL field of a browser instead of HTTP.</a:t>
            </a:r>
            <a:endParaRPr lang="en-US" dirty="0">
              <a:cs typeface="Calibri"/>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65</a:t>
            </a:fld>
            <a:endParaRPr lang="en-US"/>
          </a:p>
        </p:txBody>
      </p:sp>
    </p:spTree>
    <p:extLst>
      <p:ext uri="{BB962C8B-B14F-4D97-AF65-F5344CB8AC3E}">
        <p14:creationId xmlns:p14="http://schemas.microsoft.com/office/powerpoint/2010/main" val="38400709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Network Hardening: Services and Protocols</a:t>
            </a:r>
            <a:endParaRPr lang="en-US" sz="1600" dirty="0"/>
          </a:p>
        </p:txBody>
      </p:sp>
      <p:sp>
        <p:nvSpPr>
          <p:cNvPr id="3" name="Text 0"/>
          <p:cNvSpPr>
            <a:spLocks noGrp="1"/>
          </p:cNvSpPr>
          <p:nvPr>
            <p:ph type="body" idx="100" hasCustomPrompt="1"/>
          </p:nvPr>
        </p:nvSpPr>
        <p:spPr>
          <a:xfrm>
            <a:off x="0" y="274320"/>
            <a:ext cx="9144000" cy="439358"/>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Secure Protocols (Cont.)</a:t>
            </a:r>
            <a:endParaRPr lang="en-US" sz="2200" dirty="0"/>
          </a:p>
        </p:txBody>
      </p:sp>
      <p:sp>
        <p:nvSpPr>
          <p:cNvPr id="5" name="Text 2"/>
          <p:cNvSpPr/>
          <p:nvPr/>
        </p:nvSpPr>
        <p:spPr>
          <a:xfrm>
            <a:off x="409325" y="908351"/>
            <a:ext cx="8229600" cy="3327529"/>
          </a:xfrm>
          <a:prstGeom prst="rect">
            <a:avLst/>
          </a:prstGeom>
          <a:noFill/>
          <a:ln/>
        </p:spPr>
        <p:txBody>
          <a:bodyPr wrap="square" lIns="91440" tIns="45720" rIns="91440" bIns="45720" rtlCol="0" anchor="t"/>
          <a:lstStyle/>
          <a:p>
            <a:pPr>
              <a:lnSpc>
                <a:spcPts val="2000"/>
              </a:lnSpc>
            </a:pPr>
            <a:r>
              <a:rPr lang="en-US" sz="1400" b="1" dirty="0">
                <a:solidFill>
                  <a:srgbClr val="000000"/>
                </a:solidFill>
                <a:latin typeface="Arial" panose="020B0604020202020204" pitchFamily="34" charset="0"/>
                <a:cs typeface="Arial" panose="020B0604020202020204" pitchFamily="34" charset="0"/>
              </a:rPr>
              <a:t>File</a:t>
            </a:r>
            <a:r>
              <a:rPr lang="en-US" sz="1400" b="1" dirty="0">
                <a:latin typeface="Arial" panose="020B0604020202020204" pitchFamily="34" charset="0"/>
                <a:cs typeface="Arial" panose="020B0604020202020204" pitchFamily="34" charset="0"/>
              </a:rPr>
              <a:t> Transfer Protocol (FTP)</a:t>
            </a:r>
            <a:r>
              <a:rPr lang="en-US" sz="1400" dirty="0">
                <a:latin typeface="Arial" panose="020B0604020202020204" pitchFamily="34" charset="0"/>
                <a:cs typeface="Arial" panose="020B0604020202020204" pitchFamily="34" charset="0"/>
              </a:rPr>
              <a:t> transfers computer files between a client and a server. In FTP, the client uses a plaintext username and password to connect. File Transfer Protocol Secure (FTPS) is more secure — it adds support for TLS and SSL to prevent eavesdropping, tampering and forgery on exchanged messages.</a:t>
            </a:r>
          </a:p>
          <a:p>
            <a:pPr>
              <a:lnSpc>
                <a:spcPts val="2000"/>
              </a:lnSpc>
            </a:pP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Email uses </a:t>
            </a:r>
            <a:r>
              <a:rPr lang="en-US" sz="1400" b="1" dirty="0">
                <a:latin typeface="Arial" panose="020B0604020202020204" pitchFamily="34" charset="0"/>
                <a:cs typeface="Arial" panose="020B0604020202020204" pitchFamily="34" charset="0"/>
              </a:rPr>
              <a:t>Post Office Protocol (POP)</a:t>
            </a:r>
            <a:r>
              <a:rPr lang="en-US" sz="1400" dirty="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Internet Message Access Protocol (IMAP)</a:t>
            </a:r>
            <a:r>
              <a:rPr lang="en-US" sz="1400" dirty="0">
                <a:latin typeface="Arial" panose="020B0604020202020204" pitchFamily="34" charset="0"/>
                <a:cs typeface="Arial" panose="020B0604020202020204" pitchFamily="34" charset="0"/>
              </a:rPr>
              <a:t> and </a:t>
            </a:r>
            <a:r>
              <a:rPr lang="en-US" sz="1400" b="1" dirty="0">
                <a:latin typeface="Arial" panose="020B0604020202020204" pitchFamily="34" charset="0"/>
                <a:cs typeface="Arial" panose="020B0604020202020204" pitchFamily="34" charset="0"/>
              </a:rPr>
              <a:t>Multipurpose Internet Mail Extensions (MIME)</a:t>
            </a:r>
            <a:r>
              <a:rPr lang="en-US" sz="1400" dirty="0">
                <a:latin typeface="Arial" panose="020B0604020202020204" pitchFamily="34" charset="0"/>
                <a:cs typeface="Arial" panose="020B0604020202020204" pitchFamily="34" charset="0"/>
              </a:rPr>
              <a:t> to attach non-text data, such as an image or video, to an email message.</a:t>
            </a:r>
          </a:p>
          <a:p>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cs typeface="Arial" panose="020B0604020202020204" pitchFamily="34" charset="0"/>
              </a:rPr>
              <a:t>To secure POP (port 110) or IMAP (port 143), use SSL/TLS to encrypt mail during transmission. </a:t>
            </a:r>
          </a:p>
          <a:p>
            <a:pPr marL="285750" indent="-285750">
              <a:buFont typeface="Arial"/>
              <a:buChar char="•"/>
            </a:pPr>
            <a:r>
              <a:rPr lang="en-US" sz="1400" dirty="0">
                <a:latin typeface="Arial" panose="020B0604020202020204" pitchFamily="34" charset="0"/>
                <a:cs typeface="Arial" panose="020B0604020202020204" pitchFamily="34" charset="0"/>
              </a:rPr>
              <a:t>The Secure/Multipurpose Internet Mail Extensions (S/MIME) protocol provides a secure method of transmission. </a:t>
            </a:r>
          </a:p>
          <a:p>
            <a:pPr marL="800100" lvl="1" indent="-342900">
              <a:buFont typeface="Arial"/>
              <a:buChar char="•"/>
            </a:pPr>
            <a:r>
              <a:rPr lang="en-US" sz="1400" dirty="0">
                <a:latin typeface="Arial" panose="020B0604020202020204" pitchFamily="34" charset="0"/>
                <a:cs typeface="Arial" panose="020B0604020202020204" pitchFamily="34" charset="0"/>
              </a:rPr>
              <a:t>It sends digitally signed and encrypted messages that provide authentication, message integrity, and nonrepudiation.</a:t>
            </a:r>
          </a:p>
          <a:p>
            <a:pPr>
              <a:lnSpc>
                <a:spcPts val="2000"/>
              </a:lnSpc>
            </a:pPr>
            <a:endParaRPr lang="en-US" sz="1400"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66</a:t>
            </a:fld>
            <a:endParaRPr lang="en-US"/>
          </a:p>
        </p:txBody>
      </p:sp>
    </p:spTree>
    <p:extLst>
      <p:ext uri="{BB962C8B-B14F-4D97-AF65-F5344CB8AC3E}">
        <p14:creationId xmlns:p14="http://schemas.microsoft.com/office/powerpoint/2010/main" val="2521132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1550324"/>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12.4 Network Hardening: Segmentation</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67</a:t>
            </a:fld>
            <a:endParaRPr lang="en-US"/>
          </a:p>
        </p:txBody>
      </p:sp>
    </p:spTree>
    <p:extLst>
      <p:ext uri="{BB962C8B-B14F-4D97-AF65-F5344CB8AC3E}">
        <p14:creationId xmlns:p14="http://schemas.microsoft.com/office/powerpoint/2010/main" val="5328458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Network Hardening: Segmentation</a:t>
            </a:r>
            <a:endParaRPr lang="en-US" sz="1600" dirty="0"/>
          </a:p>
        </p:txBody>
      </p:sp>
      <p:sp>
        <p:nvSpPr>
          <p:cNvPr id="3" name="Text 0"/>
          <p:cNvSpPr>
            <a:spLocks noGrp="1"/>
          </p:cNvSpPr>
          <p:nvPr>
            <p:ph type="body" idx="100" hasCustomPrompt="1"/>
          </p:nvPr>
        </p:nvSpPr>
        <p:spPr>
          <a:xfrm>
            <a:off x="0" y="274320"/>
            <a:ext cx="9144000" cy="439358"/>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Virtual Local Area Networks (VLANs)</a:t>
            </a:r>
            <a:endParaRPr lang="en-US" sz="2200" dirty="0"/>
          </a:p>
        </p:txBody>
      </p:sp>
      <p:sp>
        <p:nvSpPr>
          <p:cNvPr id="5" name="Text 2"/>
          <p:cNvSpPr/>
          <p:nvPr/>
        </p:nvSpPr>
        <p:spPr>
          <a:xfrm>
            <a:off x="455414" y="1034806"/>
            <a:ext cx="8229600" cy="3071405"/>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a:cs typeface="Arial"/>
              </a:rPr>
              <a:t>A </a:t>
            </a:r>
            <a:r>
              <a:rPr lang="en-US" sz="1400" b="1" dirty="0">
                <a:solidFill>
                  <a:srgbClr val="000000"/>
                </a:solidFill>
                <a:latin typeface="Arial"/>
                <a:cs typeface="Arial"/>
              </a:rPr>
              <a:t>virtual local area network (VLAN)</a:t>
            </a:r>
            <a:r>
              <a:rPr lang="en-US" sz="1400" dirty="0">
                <a:solidFill>
                  <a:srgbClr val="000000"/>
                </a:solidFill>
                <a:latin typeface="Arial"/>
                <a:cs typeface="Arial"/>
              </a:rPr>
              <a:t> can be used to segment the network and create a secure area for the sensitive data.</a:t>
            </a:r>
          </a:p>
          <a:p>
            <a:pPr>
              <a:lnSpc>
                <a:spcPts val="2000"/>
              </a:lnSpc>
            </a:pPr>
            <a:endParaRPr lang="en-US" sz="1400" b="1" dirty="0">
              <a:latin typeface="Arial"/>
              <a:cs typeface="Arial"/>
            </a:endParaRPr>
          </a:p>
          <a:p>
            <a:pPr>
              <a:lnSpc>
                <a:spcPts val="2000"/>
              </a:lnSpc>
            </a:pPr>
            <a:r>
              <a:rPr lang="en-US" sz="1400" b="1" dirty="0">
                <a:latin typeface="Arial"/>
                <a:cs typeface="Arial"/>
              </a:rPr>
              <a:t>Devices are grouped.</a:t>
            </a:r>
          </a:p>
          <a:p>
            <a:pPr marL="285750" indent="-285750">
              <a:buFont typeface="Arial"/>
              <a:buChar char="•"/>
            </a:pPr>
            <a:r>
              <a:rPr lang="en-US" sz="1400" dirty="0">
                <a:latin typeface="Arial"/>
                <a:cs typeface="Arial"/>
              </a:rPr>
              <a:t>VLANs provide a way to group devices within a local area network (LAN) and on individual switches. </a:t>
            </a:r>
            <a:endParaRPr lang="en-US" dirty="0">
              <a:latin typeface="Calibri" panose="020F0502020204030204"/>
              <a:cs typeface="Calibri" panose="020F0502020204030204"/>
            </a:endParaRPr>
          </a:p>
          <a:p>
            <a:pPr marL="285750" indent="-285750">
              <a:buFont typeface="Arial"/>
              <a:buChar char="•"/>
            </a:pPr>
            <a:r>
              <a:rPr lang="en-US" sz="1400" dirty="0">
                <a:latin typeface="Arial"/>
                <a:cs typeface="Arial"/>
              </a:rPr>
              <a:t>VLANs are not the same as LANs: virtual LANs are based on logical connections, while LANs are based on physical connections. </a:t>
            </a:r>
            <a:endParaRPr lang="en-US" dirty="0">
              <a:latin typeface="Calibri" panose="020F0502020204030204"/>
              <a:cs typeface="Calibri" panose="020F0502020204030204"/>
            </a:endParaRPr>
          </a:p>
          <a:p>
            <a:pPr marL="285750" indent="-285750">
              <a:buFont typeface="Arial"/>
              <a:buChar char="•"/>
            </a:pPr>
            <a:r>
              <a:rPr lang="en-US" sz="1400" dirty="0">
                <a:latin typeface="Arial"/>
                <a:cs typeface="Arial"/>
              </a:rPr>
              <a:t>Individual ports on a switch can be assigned to a specific VLAN. </a:t>
            </a:r>
            <a:endParaRPr lang="en-US" dirty="0">
              <a:latin typeface="Calibri" panose="020F0502020204030204"/>
              <a:cs typeface="Calibri" panose="020F0502020204030204"/>
            </a:endParaRPr>
          </a:p>
          <a:p>
            <a:pPr marL="285750" indent="-285750">
              <a:buFont typeface="Arial"/>
              <a:buChar char="•"/>
            </a:pPr>
            <a:r>
              <a:rPr lang="en-US" sz="1400" dirty="0">
                <a:latin typeface="Arial"/>
                <a:cs typeface="Arial"/>
              </a:rPr>
              <a:t>Other ports (trunks) can be used to physically interconnect switches and allow multiple VLAN traffic between switches. </a:t>
            </a:r>
            <a:endParaRPr lang="en-US" dirty="0">
              <a:latin typeface="Calibri" panose="020F0502020204030204"/>
              <a:cs typeface="Calibri" panose="020F0502020204030204"/>
            </a:endParaRPr>
          </a:p>
          <a:p>
            <a:pPr marL="742950" lvl="1" indent="-285750">
              <a:buFont typeface="Arial"/>
              <a:buChar char="•"/>
            </a:pPr>
            <a:endParaRPr lang="en-US" sz="1400" dirty="0">
              <a:latin typeface="Arial"/>
              <a:cs typeface="Arial"/>
            </a:endParaRPr>
          </a:p>
          <a:p>
            <a:pPr>
              <a:lnSpc>
                <a:spcPts val="2000"/>
              </a:lnSpc>
            </a:pPr>
            <a:endParaRPr lang="en-US" sz="1400" dirty="0">
              <a:latin typeface="Arial"/>
              <a:cs typeface="Arial"/>
            </a:endParaRPr>
          </a:p>
          <a:p>
            <a:pPr>
              <a:lnSpc>
                <a:spcPts val="2000"/>
              </a:lnSpc>
            </a:pPr>
            <a:endParaRPr lang="en-US" dirty="0">
              <a:cs typeface="Calibri" panose="020F0502020204030204"/>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68</a:t>
            </a:fld>
            <a:endParaRPr lang="en-US"/>
          </a:p>
        </p:txBody>
      </p:sp>
    </p:spTree>
    <p:extLst>
      <p:ext uri="{BB962C8B-B14F-4D97-AF65-F5344CB8AC3E}">
        <p14:creationId xmlns:p14="http://schemas.microsoft.com/office/powerpoint/2010/main" val="33374217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Network Hardening: Segmentation</a:t>
            </a:r>
            <a:endParaRPr lang="en-US" sz="1600" dirty="0"/>
          </a:p>
        </p:txBody>
      </p:sp>
      <p:sp>
        <p:nvSpPr>
          <p:cNvPr id="3" name="Text 0"/>
          <p:cNvSpPr>
            <a:spLocks noGrp="1"/>
          </p:cNvSpPr>
          <p:nvPr>
            <p:ph type="body" idx="100" hasCustomPrompt="1"/>
          </p:nvPr>
        </p:nvSpPr>
        <p:spPr>
          <a:xfrm>
            <a:off x="0" y="274320"/>
            <a:ext cx="9144000" cy="489539"/>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Virtual Local Area Networks (VLANs) (Cont.)</a:t>
            </a:r>
            <a:endParaRPr lang="en-US" sz="2200" dirty="0"/>
          </a:p>
        </p:txBody>
      </p:sp>
      <p:sp>
        <p:nvSpPr>
          <p:cNvPr id="5" name="Text 2"/>
          <p:cNvSpPr/>
          <p:nvPr/>
        </p:nvSpPr>
        <p:spPr>
          <a:xfrm>
            <a:off x="455414" y="1060743"/>
            <a:ext cx="8229600" cy="3122080"/>
          </a:xfrm>
          <a:prstGeom prst="rect">
            <a:avLst/>
          </a:prstGeom>
          <a:noFill/>
          <a:ln/>
        </p:spPr>
        <p:txBody>
          <a:bodyPr wrap="square" lIns="91440" tIns="45720" rIns="91440" bIns="45720" rtlCol="0" anchor="t"/>
          <a:lstStyle/>
          <a:p>
            <a:r>
              <a:rPr lang="en-US" sz="1400" b="1" dirty="0">
                <a:solidFill>
                  <a:srgbClr val="000000"/>
                </a:solidFill>
                <a:latin typeface="Arial"/>
                <a:cs typeface="Arial"/>
              </a:rPr>
              <a:t>The network is segmented.</a:t>
            </a:r>
            <a:endParaRPr lang="en-US" b="1" dirty="0"/>
          </a:p>
          <a:p>
            <a:pPr marL="285750" indent="-285750">
              <a:buFont typeface="Arial"/>
              <a:buChar char="•"/>
            </a:pPr>
            <a:r>
              <a:rPr lang="en-US" sz="1400" dirty="0">
                <a:solidFill>
                  <a:srgbClr val="000000"/>
                </a:solidFill>
                <a:latin typeface="Arial"/>
                <a:cs typeface="Arial"/>
              </a:rPr>
              <a:t>VLANs allow an administrator to segment a network based on factors such as function, project, team, or application. </a:t>
            </a:r>
            <a:endParaRPr lang="en-US" dirty="0">
              <a:solidFill>
                <a:srgbClr val="000000"/>
              </a:solidFill>
              <a:latin typeface="Calibri" panose="020F0502020204030204"/>
              <a:cs typeface="Calibri" panose="020F0502020204030204"/>
            </a:endParaRPr>
          </a:p>
          <a:p>
            <a:pPr marL="285750" indent="-285750">
              <a:buFont typeface="Arial"/>
              <a:buChar char="•"/>
            </a:pPr>
            <a:r>
              <a:rPr lang="en-US" sz="1400" dirty="0">
                <a:solidFill>
                  <a:srgbClr val="000000"/>
                </a:solidFill>
                <a:latin typeface="Arial"/>
                <a:cs typeface="Arial"/>
              </a:rPr>
              <a:t>Devices within a </a:t>
            </a:r>
            <a:r>
              <a:rPr lang="en-US" sz="1400" dirty="0">
                <a:latin typeface="Arial"/>
                <a:cs typeface="Arial"/>
              </a:rPr>
              <a:t>VLAN act as if they are in their own independent </a:t>
            </a:r>
            <a:r>
              <a:rPr lang="en-US" sz="1400" dirty="0">
                <a:solidFill>
                  <a:srgbClr val="000000"/>
                </a:solidFill>
                <a:latin typeface="Arial"/>
                <a:cs typeface="Arial"/>
              </a:rPr>
              <a:t>network, </a:t>
            </a:r>
            <a:r>
              <a:rPr lang="en-US" sz="1400" dirty="0">
                <a:latin typeface="Arial"/>
                <a:cs typeface="Arial"/>
              </a:rPr>
              <a:t>even though they share </a:t>
            </a:r>
            <a:r>
              <a:rPr lang="en-US" sz="1400" dirty="0">
                <a:solidFill>
                  <a:srgbClr val="000000"/>
                </a:solidFill>
                <a:latin typeface="Arial"/>
                <a:cs typeface="Arial"/>
              </a:rPr>
              <a:t>a </a:t>
            </a:r>
            <a:r>
              <a:rPr lang="en-US" sz="1400" dirty="0">
                <a:latin typeface="Arial"/>
                <a:cs typeface="Arial"/>
              </a:rPr>
              <a:t>common infrastructure with other VLANs on the same LAN. </a:t>
            </a:r>
            <a:endParaRPr lang="en-US" dirty="0">
              <a:latin typeface="Calibri" panose="020F0502020204030204"/>
              <a:cs typeface="Calibri" panose="020F0502020204030204"/>
            </a:endParaRPr>
          </a:p>
          <a:p>
            <a:pPr marL="285750" indent="-285750">
              <a:buFont typeface="Arial"/>
              <a:buChar char="•"/>
            </a:pPr>
            <a:r>
              <a:rPr lang="en-US" sz="1400" dirty="0">
                <a:latin typeface="Arial"/>
                <a:cs typeface="Arial"/>
              </a:rPr>
              <a:t>A </a:t>
            </a:r>
            <a:r>
              <a:rPr lang="en-US" sz="1400" dirty="0">
                <a:solidFill>
                  <a:srgbClr val="000000"/>
                </a:solidFill>
                <a:latin typeface="Arial"/>
                <a:cs typeface="Arial"/>
              </a:rPr>
              <a:t>VLAN</a:t>
            </a:r>
            <a:r>
              <a:rPr lang="en-US" sz="1400" dirty="0">
                <a:latin typeface="Arial"/>
                <a:cs typeface="Arial"/>
              </a:rPr>
              <a:t> can separate groups of devices that host sensitive data from the rest of </a:t>
            </a:r>
            <a:r>
              <a:rPr lang="en-US" sz="1400" dirty="0">
                <a:solidFill>
                  <a:srgbClr val="000000"/>
                </a:solidFill>
                <a:latin typeface="Arial"/>
                <a:cs typeface="Arial"/>
              </a:rPr>
              <a:t>the network</a:t>
            </a:r>
            <a:r>
              <a:rPr lang="en-US" sz="1400" dirty="0">
                <a:latin typeface="Arial"/>
                <a:cs typeface="Arial"/>
              </a:rPr>
              <a:t>, decreasing the chances of confidential information breaches — in our example,</a:t>
            </a:r>
            <a:r>
              <a:rPr lang="en-US" sz="1400" dirty="0">
                <a:solidFill>
                  <a:srgbClr val="000000"/>
                </a:solidFill>
                <a:latin typeface="Arial"/>
                <a:cs typeface="Arial"/>
              </a:rPr>
              <a:t> the </a:t>
            </a:r>
            <a:r>
              <a:rPr lang="en-US" sz="1400" dirty="0">
                <a:latin typeface="Arial"/>
                <a:cs typeface="Arial"/>
              </a:rPr>
              <a:t>HR department looking to protect </a:t>
            </a:r>
            <a:r>
              <a:rPr lang="en-US" sz="1400" dirty="0">
                <a:solidFill>
                  <a:srgbClr val="000000"/>
                </a:solidFill>
                <a:latin typeface="Arial"/>
                <a:cs typeface="Arial"/>
              </a:rPr>
              <a:t>sensitive data.</a:t>
            </a:r>
            <a:r>
              <a:rPr lang="en-US" sz="1400" dirty="0">
                <a:latin typeface="Arial"/>
                <a:cs typeface="Arial"/>
              </a:rPr>
              <a:t> </a:t>
            </a:r>
            <a:endParaRPr lang="en-US" dirty="0">
              <a:latin typeface="Calibri" panose="020F0502020204030204"/>
              <a:cs typeface="Calibri" panose="020F0502020204030204"/>
            </a:endParaRPr>
          </a:p>
          <a:p>
            <a:pPr marL="285750" indent="-285750">
              <a:buFont typeface="Arial"/>
              <a:buChar char="•"/>
            </a:pPr>
            <a:r>
              <a:rPr lang="en-US" sz="1400" dirty="0">
                <a:latin typeface="Arial"/>
                <a:cs typeface="Arial"/>
              </a:rPr>
              <a:t>Trunks allow individuals on the HR VLAN to be physically connected to multiple switches.</a:t>
            </a:r>
            <a:endParaRPr lang="en-US" dirty="0">
              <a:cs typeface="Calibri" panose="020F0502020204030204"/>
            </a:endParaRPr>
          </a:p>
          <a:p>
            <a:pPr>
              <a:lnSpc>
                <a:spcPts val="2000"/>
              </a:lnSpc>
            </a:pPr>
            <a:endParaRPr lang="en-US" sz="1400" b="1" dirty="0">
              <a:latin typeface="Arial"/>
              <a:cs typeface="Arial"/>
            </a:endParaRPr>
          </a:p>
          <a:p>
            <a:r>
              <a:rPr lang="en-US" sz="1400" b="1" dirty="0">
                <a:latin typeface="Arial"/>
                <a:cs typeface="Arial"/>
              </a:rPr>
              <a:t>Data is protected.</a:t>
            </a:r>
            <a:endParaRPr lang="en-US" b="1" dirty="0"/>
          </a:p>
          <a:p>
            <a:pPr marL="285750" indent="-285750">
              <a:buFont typeface="Arial"/>
              <a:buChar char="•"/>
            </a:pPr>
            <a:r>
              <a:rPr lang="en-US" sz="1400" dirty="0">
                <a:latin typeface="Arial"/>
                <a:cs typeface="Arial"/>
              </a:rPr>
              <a:t>VLANs provide a way to limit broadcast traffic in a switched network.</a:t>
            </a:r>
            <a:endParaRPr lang="en-US" dirty="0">
              <a:latin typeface="Calibri" panose="020F0502020204030204"/>
              <a:cs typeface="Calibri" panose="020F0502020204030204"/>
            </a:endParaRPr>
          </a:p>
          <a:p>
            <a:pPr marL="285750" indent="-285750">
              <a:buFont typeface="Arial"/>
              <a:buChar char="•"/>
            </a:pPr>
            <a:r>
              <a:rPr lang="en-US" sz="1400" dirty="0">
                <a:latin typeface="Arial"/>
                <a:cs typeface="Arial"/>
              </a:rPr>
              <a:t>To protect the VLAN, monitor its performance, use advanced configurations, and regularly install patches and updates.</a:t>
            </a:r>
            <a:endParaRPr lang="en-US" dirty="0">
              <a:cs typeface="Calibri" panose="020F0502020204030204"/>
            </a:endParaRPr>
          </a:p>
          <a:p>
            <a:pPr>
              <a:lnSpc>
                <a:spcPts val="2000"/>
              </a:lnSpc>
            </a:pPr>
            <a:endParaRPr lang="en-US" sz="1400" dirty="0">
              <a:latin typeface="Arial"/>
              <a:cs typeface="Arial"/>
            </a:endParaRPr>
          </a:p>
          <a:p>
            <a:pPr>
              <a:lnSpc>
                <a:spcPts val="2000"/>
              </a:lnSpc>
            </a:pPr>
            <a:endParaRPr lang="en-US" sz="1400" dirty="0">
              <a:latin typeface="Arial"/>
              <a:cs typeface="Arial"/>
            </a:endParaRPr>
          </a:p>
          <a:p>
            <a:pPr>
              <a:lnSpc>
                <a:spcPts val="2000"/>
              </a:lnSpc>
            </a:pPr>
            <a:endParaRPr lang="en-US" dirty="0">
              <a:cs typeface="Calibri" panose="020F0502020204030204"/>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69</a:t>
            </a:fld>
            <a:endParaRPr lang="en-US"/>
          </a:p>
        </p:txBody>
      </p:sp>
    </p:spTree>
    <p:extLst>
      <p:ext uri="{BB962C8B-B14F-4D97-AF65-F5344CB8AC3E}">
        <p14:creationId xmlns:p14="http://schemas.microsoft.com/office/powerpoint/2010/main" val="3172767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Network Hardening: Segmentation</a:t>
            </a:r>
            <a:endParaRPr lang="en-US" sz="1600" dirty="0"/>
          </a:p>
        </p:txBody>
      </p:sp>
      <p:sp>
        <p:nvSpPr>
          <p:cNvPr id="3" name="Text 0"/>
          <p:cNvSpPr>
            <a:spLocks noGrp="1"/>
          </p:cNvSpPr>
          <p:nvPr>
            <p:ph type="body" idx="100" hasCustomPrompt="1"/>
          </p:nvPr>
        </p:nvSpPr>
        <p:spPr>
          <a:xfrm>
            <a:off x="0" y="274320"/>
            <a:ext cx="9144000" cy="389178"/>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The Demilitarized Zone (DMZ)</a:t>
            </a:r>
            <a:endParaRPr lang="en-US" sz="2200" dirty="0"/>
          </a:p>
        </p:txBody>
      </p:sp>
      <p:sp>
        <p:nvSpPr>
          <p:cNvPr id="5" name="Text 2"/>
          <p:cNvSpPr/>
          <p:nvPr/>
        </p:nvSpPr>
        <p:spPr>
          <a:xfrm>
            <a:off x="420329" y="937818"/>
            <a:ext cx="8229600" cy="1277772"/>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a:ea typeface="Arial" pitchFamily="34" charset="-122"/>
                <a:cs typeface="Arial"/>
              </a:rPr>
              <a:t>A demilitarized zone (DMZ) is a small network between a trusted private network and the Internet.</a:t>
            </a:r>
          </a:p>
          <a:p>
            <a:pPr>
              <a:lnSpc>
                <a:spcPts val="2000"/>
              </a:lnSpc>
            </a:pPr>
            <a:endParaRPr lang="en-US" sz="1400" dirty="0">
              <a:latin typeface="Arial"/>
              <a:cs typeface="Arial"/>
            </a:endParaRPr>
          </a:p>
          <a:p>
            <a:pPr>
              <a:lnSpc>
                <a:spcPts val="2000"/>
              </a:lnSpc>
            </a:pPr>
            <a:r>
              <a:rPr lang="en-US" sz="1400" b="1" dirty="0">
                <a:latin typeface="Arial"/>
                <a:cs typeface="Arial"/>
              </a:rPr>
              <a:t>Access to untrusted networks:</a:t>
            </a:r>
            <a:r>
              <a:rPr lang="en-US" sz="1400" dirty="0">
                <a:latin typeface="Arial"/>
                <a:cs typeface="Arial"/>
              </a:rPr>
              <a:t> Web servers and mail servers are usually placed within the DMZ to allow users to access an untrusted network, such as the Internet, without compromising the internal network.</a:t>
            </a:r>
          </a:p>
          <a:p>
            <a:pPr>
              <a:lnSpc>
                <a:spcPts val="2000"/>
              </a:lnSpc>
            </a:pPr>
            <a:endParaRPr lang="en-US" sz="1400" dirty="0">
              <a:latin typeface="Arial"/>
              <a:cs typeface="Arial"/>
            </a:endParaRPr>
          </a:p>
          <a:p>
            <a:pPr>
              <a:lnSpc>
                <a:spcPts val="2000"/>
              </a:lnSpc>
            </a:pPr>
            <a:endParaRPr lang="en-US" sz="1400" dirty="0">
              <a:latin typeface="Arial"/>
              <a:cs typeface="Arial"/>
            </a:endParaRPr>
          </a:p>
        </p:txBody>
      </p:sp>
      <p:pic>
        <p:nvPicPr>
          <p:cNvPr id="4" name="Picture 5" descr="Diagram&#10;&#10;Description automatically generated">
            <a:extLst>
              <a:ext uri="{FF2B5EF4-FFF2-40B4-BE49-F238E27FC236}">
                <a16:creationId xmlns:a16="http://schemas.microsoft.com/office/drawing/2014/main" id="{5A37E68A-8276-3511-3F61-1F3E822643CD}"/>
              </a:ext>
            </a:extLst>
          </p:cNvPr>
          <p:cNvPicPr>
            <a:picLocks noChangeAspect="1"/>
          </p:cNvPicPr>
          <p:nvPr/>
        </p:nvPicPr>
        <p:blipFill>
          <a:blip r:embed="rId3"/>
          <a:stretch>
            <a:fillRect/>
          </a:stretch>
        </p:blipFill>
        <p:spPr>
          <a:xfrm>
            <a:off x="2918171" y="2213556"/>
            <a:ext cx="3243263" cy="257175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70</a:t>
            </a:fld>
            <a:endParaRPr lang="en-US"/>
          </a:p>
        </p:txBody>
      </p:sp>
    </p:spTree>
    <p:extLst>
      <p:ext uri="{BB962C8B-B14F-4D97-AF65-F5344CB8AC3E}">
        <p14:creationId xmlns:p14="http://schemas.microsoft.com/office/powerpoint/2010/main" val="26983494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Network Hardening: Segmentation</a:t>
            </a:r>
            <a:endParaRPr lang="en-US" sz="1600" dirty="0"/>
          </a:p>
        </p:txBody>
      </p:sp>
      <p:sp>
        <p:nvSpPr>
          <p:cNvPr id="3" name="Text 0"/>
          <p:cNvSpPr>
            <a:spLocks noGrp="1"/>
          </p:cNvSpPr>
          <p:nvPr>
            <p:ph type="body" idx="100" hasCustomPrompt="1"/>
          </p:nvPr>
        </p:nvSpPr>
        <p:spPr>
          <a:xfrm>
            <a:off x="0" y="274320"/>
            <a:ext cx="9144000" cy="450509"/>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The Demilitarized Zone (DMZ) (Cont.)</a:t>
            </a:r>
            <a:endParaRPr lang="en-US" sz="2200" dirty="0"/>
          </a:p>
        </p:txBody>
      </p:sp>
      <p:sp>
        <p:nvSpPr>
          <p:cNvPr id="5" name="Text 2"/>
          <p:cNvSpPr/>
          <p:nvPr/>
        </p:nvSpPr>
        <p:spPr>
          <a:xfrm>
            <a:off x="455414" y="1126985"/>
            <a:ext cx="8229600" cy="1934475"/>
          </a:xfrm>
          <a:prstGeom prst="rect">
            <a:avLst/>
          </a:prstGeom>
          <a:noFill/>
          <a:ln/>
        </p:spPr>
        <p:txBody>
          <a:bodyPr wrap="square" lIns="91440" tIns="45720" rIns="91440" bIns="45720" rtlCol="0" anchor="t"/>
          <a:lstStyle/>
          <a:p>
            <a:r>
              <a:rPr lang="en-US" sz="1400" b="1" dirty="0">
                <a:solidFill>
                  <a:srgbClr val="000000"/>
                </a:solidFill>
                <a:latin typeface="Arial"/>
                <a:ea typeface="Arial" pitchFamily="34" charset="-122"/>
                <a:cs typeface="Arial"/>
              </a:rPr>
              <a:t>Zones of risk:</a:t>
            </a:r>
            <a:r>
              <a:rPr lang="en-US" sz="1400" dirty="0">
                <a:solidFill>
                  <a:srgbClr val="000000"/>
                </a:solidFill>
                <a:latin typeface="Arial"/>
                <a:ea typeface="Arial" pitchFamily="34" charset="-122"/>
                <a:cs typeface="Arial"/>
              </a:rPr>
              <a:t> Most networks have two to four zones of risk (the trusted private LAN, the DMZ, the Internet, and an extranet).</a:t>
            </a:r>
            <a:endParaRPr lang="en-US" dirty="0"/>
          </a:p>
          <a:p>
            <a:endParaRPr lang="en-US" sz="1400" dirty="0">
              <a:latin typeface="Arial"/>
              <a:cs typeface="Arial"/>
            </a:endParaRPr>
          </a:p>
          <a:p>
            <a:pPr marL="285750" indent="-285750">
              <a:buFont typeface="Arial"/>
              <a:buChar char="•"/>
            </a:pPr>
            <a:r>
              <a:rPr lang="en-US" sz="1400" dirty="0">
                <a:latin typeface="Arial"/>
                <a:cs typeface="Arial"/>
              </a:rPr>
              <a:t>Within the LAN zone, the risk level is low, and the trust level is high. </a:t>
            </a:r>
            <a:endParaRPr lang="en-US" dirty="0">
              <a:latin typeface="Calibri"/>
              <a:cs typeface="Calibri"/>
            </a:endParaRPr>
          </a:p>
          <a:p>
            <a:pPr marL="285750" indent="-285750">
              <a:buFont typeface="Arial"/>
              <a:buChar char="•"/>
            </a:pPr>
            <a:r>
              <a:rPr lang="en-US" sz="1400" dirty="0">
                <a:latin typeface="Arial"/>
                <a:cs typeface="Arial"/>
              </a:rPr>
              <a:t>Within the extranet zone, the risk level is medium-low, and the trust level medium-high.</a:t>
            </a:r>
            <a:endParaRPr lang="en-US" dirty="0">
              <a:latin typeface="Calibri"/>
              <a:cs typeface="Calibri"/>
            </a:endParaRPr>
          </a:p>
          <a:p>
            <a:pPr marL="285750" indent="-285750">
              <a:buFont typeface="Arial"/>
              <a:buChar char="•"/>
            </a:pPr>
            <a:r>
              <a:rPr lang="en-US" sz="1400" dirty="0">
                <a:latin typeface="Arial"/>
                <a:cs typeface="Arial"/>
              </a:rPr>
              <a:t>Within the DMZ, the risk level is medium-high, and the trust level is medium-low.</a:t>
            </a:r>
            <a:endParaRPr lang="en-US" dirty="0">
              <a:latin typeface="Calibri" panose="020F0502020204030204"/>
              <a:cs typeface="Calibri"/>
            </a:endParaRPr>
          </a:p>
          <a:p>
            <a:pPr marL="285750" indent="-285750">
              <a:buFont typeface="Arial"/>
              <a:buChar char="•"/>
            </a:pPr>
            <a:r>
              <a:rPr lang="en-US" sz="1400" dirty="0">
                <a:latin typeface="Arial"/>
                <a:cs typeface="Arial"/>
              </a:rPr>
              <a:t>Within the Internet zone, the risk level is high, and the trust level is low. </a:t>
            </a:r>
          </a:p>
          <a:p>
            <a:endParaRPr lang="en-US" dirty="0">
              <a:latin typeface="Arial"/>
              <a:cs typeface="Arial"/>
            </a:endParaRPr>
          </a:p>
          <a:p>
            <a:endParaRPr lang="en-US" dirty="0">
              <a:cs typeface="Calibri"/>
            </a:endParaRPr>
          </a:p>
          <a:p>
            <a:pPr>
              <a:lnSpc>
                <a:spcPts val="2000"/>
              </a:lnSpc>
            </a:pPr>
            <a:endParaRPr lang="en-US" sz="1400" dirty="0">
              <a:latin typeface="Arial"/>
              <a:cs typeface="Arial"/>
            </a:endParaRPr>
          </a:p>
          <a:p>
            <a:pPr>
              <a:lnSpc>
                <a:spcPts val="2000"/>
              </a:lnSpc>
            </a:pPr>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71</a:t>
            </a:fld>
            <a:endParaRPr lang="en-US"/>
          </a:p>
        </p:txBody>
      </p:sp>
    </p:spTree>
    <p:extLst>
      <p:ext uri="{BB962C8B-B14F-4D97-AF65-F5344CB8AC3E}">
        <p14:creationId xmlns:p14="http://schemas.microsoft.com/office/powerpoint/2010/main" val="42510213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Network Hardening: Segmentation</a:t>
            </a:r>
            <a:endParaRPr lang="en-US" sz="1600" dirty="0"/>
          </a:p>
        </p:txBody>
      </p:sp>
      <p:sp>
        <p:nvSpPr>
          <p:cNvPr id="3" name="Text 0"/>
          <p:cNvSpPr>
            <a:spLocks noGrp="1"/>
          </p:cNvSpPr>
          <p:nvPr>
            <p:ph type="body" idx="100" hasCustomPrompt="1"/>
          </p:nvPr>
        </p:nvSpPr>
        <p:spPr>
          <a:xfrm>
            <a:off x="0" y="274320"/>
            <a:ext cx="9144000" cy="46166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The Demilitarized Zone (DMZ) (Cont.)</a:t>
            </a:r>
            <a:endParaRPr lang="en-US" sz="2200" dirty="0"/>
          </a:p>
        </p:txBody>
      </p:sp>
      <p:sp>
        <p:nvSpPr>
          <p:cNvPr id="5" name="Text 2"/>
          <p:cNvSpPr/>
          <p:nvPr/>
        </p:nvSpPr>
        <p:spPr>
          <a:xfrm>
            <a:off x="455414" y="1182291"/>
            <a:ext cx="8229600" cy="2571750"/>
          </a:xfrm>
          <a:prstGeom prst="rect">
            <a:avLst/>
          </a:prstGeom>
          <a:noFill/>
          <a:ln/>
        </p:spPr>
        <p:txBody>
          <a:bodyPr wrap="square" lIns="91440" tIns="45720" rIns="91440" bIns="45720" rtlCol="0" anchor="t"/>
          <a:lstStyle/>
          <a:p>
            <a:r>
              <a:rPr lang="en-US" sz="1400" b="1" dirty="0">
                <a:solidFill>
                  <a:srgbClr val="000000"/>
                </a:solidFill>
                <a:latin typeface="Arial"/>
                <a:ea typeface="Arial" pitchFamily="34" charset="-122"/>
                <a:cs typeface="Arial"/>
              </a:rPr>
              <a:t>Zero trust model:</a:t>
            </a:r>
            <a:r>
              <a:rPr lang="en-US" sz="1400" dirty="0">
                <a:solidFill>
                  <a:srgbClr val="000000"/>
                </a:solidFill>
                <a:latin typeface="Arial"/>
                <a:ea typeface="Arial" pitchFamily="34" charset="-122"/>
                <a:cs typeface="Arial"/>
              </a:rPr>
              <a:t> Firewalls manage east-west traffic (traffic that goes between servers within the organization’s data center) and north-south traffic (data moving into </a:t>
            </a:r>
            <a:r>
              <a:rPr lang="en-US" sz="1400" dirty="0">
                <a:latin typeface="Arial"/>
                <a:cs typeface="Arial"/>
              </a:rPr>
              <a:t>and out of the organization’s network).</a:t>
            </a:r>
          </a:p>
          <a:p>
            <a:endParaRPr lang="en-US" sz="1400" dirty="0">
              <a:latin typeface="Arial"/>
              <a:cs typeface="Arial"/>
            </a:endParaRPr>
          </a:p>
          <a:p>
            <a:pPr marL="285750" indent="-285750">
              <a:buFont typeface="Arial"/>
              <a:buChar char="•"/>
            </a:pPr>
            <a:r>
              <a:rPr lang="en-US" sz="1400" dirty="0">
                <a:latin typeface="Arial"/>
                <a:cs typeface="Arial"/>
              </a:rPr>
              <a:t>To protect its network, an organization can implement a Zero Trust model. </a:t>
            </a:r>
          </a:p>
          <a:p>
            <a:pPr marL="285750" indent="-285750">
              <a:buFont typeface="Arial"/>
              <a:buChar char="•"/>
            </a:pPr>
            <a:r>
              <a:rPr lang="en-US" sz="1400" dirty="0">
                <a:latin typeface="Arial"/>
                <a:cs typeface="Arial"/>
              </a:rPr>
              <a:t>Automatically trusting users and endpoints within the organization can put any network at risk, as trusted users can move throughout the network to access data. </a:t>
            </a:r>
            <a:endParaRPr lang="en-US" dirty="0">
              <a:latin typeface="Calibri" panose="020F0502020204030204"/>
              <a:cs typeface="Calibri" panose="020F0502020204030204"/>
            </a:endParaRPr>
          </a:p>
          <a:p>
            <a:pPr marL="285750" indent="-285750">
              <a:buFont typeface="Arial"/>
              <a:buChar char="•"/>
            </a:pPr>
            <a:r>
              <a:rPr lang="en-US" sz="1400" dirty="0">
                <a:latin typeface="Arial"/>
                <a:cs typeface="Arial"/>
              </a:rPr>
              <a:t>Zero Trust networking constantly monitors all users on the network regardless of their status or role.</a:t>
            </a:r>
            <a:endParaRPr lang="en-US" dirty="0">
              <a:cs typeface="Calibri"/>
            </a:endParaRPr>
          </a:p>
          <a:p>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72</a:t>
            </a:fld>
            <a:endParaRPr lang="en-US"/>
          </a:p>
        </p:txBody>
      </p:sp>
    </p:spTree>
    <p:extLst>
      <p:ext uri="{BB962C8B-B14F-4D97-AF65-F5344CB8AC3E}">
        <p14:creationId xmlns:p14="http://schemas.microsoft.com/office/powerpoint/2010/main" val="7597019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399"/>
            <a:ext cx="8229600" cy="1496683"/>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12.5 Hardening Wireless and Mobile Devices</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73</a:t>
            </a:fld>
            <a:endParaRPr lang="en-US"/>
          </a:p>
        </p:txBody>
      </p:sp>
    </p:spTree>
    <p:extLst>
      <p:ext uri="{BB962C8B-B14F-4D97-AF65-F5344CB8AC3E}">
        <p14:creationId xmlns:p14="http://schemas.microsoft.com/office/powerpoint/2010/main" val="26003326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Hardening Wireless and Mobile Devices</a:t>
            </a:r>
            <a:endParaRPr lang="en-US" sz="1600" dirty="0"/>
          </a:p>
        </p:txBody>
      </p:sp>
      <p:sp>
        <p:nvSpPr>
          <p:cNvPr id="3" name="Text 0"/>
          <p:cNvSpPr>
            <a:spLocks noGrp="1"/>
          </p:cNvSpPr>
          <p:nvPr>
            <p:ph type="body" idx="100" hasCustomPrompt="1"/>
          </p:nvPr>
        </p:nvSpPr>
        <p:spPr>
          <a:xfrm>
            <a:off x="0" y="274320"/>
            <a:ext cx="9144000" cy="372451"/>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Wireless Device Security</a:t>
            </a:r>
            <a:endParaRPr lang="en-US" sz="2200" dirty="0"/>
          </a:p>
        </p:txBody>
      </p:sp>
      <p:sp>
        <p:nvSpPr>
          <p:cNvPr id="5" name="Text 2"/>
          <p:cNvSpPr/>
          <p:nvPr/>
        </p:nvSpPr>
        <p:spPr>
          <a:xfrm>
            <a:off x="455414" y="1018333"/>
            <a:ext cx="8229600" cy="3374246"/>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panose="020B0604020202020204" pitchFamily="34" charset="0"/>
                <a:ea typeface="Arial" pitchFamily="34" charset="-122"/>
                <a:cs typeface="Arial" panose="020B0604020202020204" pitchFamily="34" charset="0"/>
              </a:rPr>
              <a:t>Wired Equivalent Privacy (WEP) was the first security protocol used for wireless networks. This was replaced by Wi-Fi Protected Access (WPA), which improved the security of wireless connections.</a:t>
            </a:r>
          </a:p>
          <a:p>
            <a:pPr>
              <a:lnSpc>
                <a:spcPts val="2000"/>
              </a:lnSpc>
            </a:pPr>
            <a:endParaRPr lang="en-US" sz="1400" dirty="0">
              <a:latin typeface="Arial" panose="020B0604020202020204" pitchFamily="34" charset="0"/>
              <a:cs typeface="Arial" panose="020B0604020202020204" pitchFamily="34" charset="0"/>
            </a:endParaRPr>
          </a:p>
          <a:p>
            <a:pPr marL="285750" indent="-285750">
              <a:lnSpc>
                <a:spcPts val="2000"/>
              </a:lnSpc>
              <a:buFont typeface="Arial"/>
              <a:buChar char="•"/>
            </a:pPr>
            <a:r>
              <a:rPr lang="en-US" sz="1400" b="1" dirty="0">
                <a:latin typeface="Arial" panose="020B0604020202020204" pitchFamily="34" charset="0"/>
                <a:cs typeface="Arial" panose="020B0604020202020204" pitchFamily="34" charset="0"/>
              </a:rPr>
              <a:t>WPA Configuration:</a:t>
            </a:r>
            <a:r>
              <a:rPr lang="en-US" sz="1400" dirty="0">
                <a:latin typeface="Arial" panose="020B0604020202020204" pitchFamily="34" charset="0"/>
                <a:cs typeface="Arial" panose="020B0604020202020204" pitchFamily="34" charset="0"/>
              </a:rPr>
              <a:t> Wi-Fi Protected Access (WPA) was the computer industry’s response to the weaknesses of the WEP standard. WPA-PSK (Pre-Shared Key) is the most common WPA configuration. The keys used by WPA are 256-bit, a significant increase over the 64-bit and 128-bit keys used in the WEP system.</a:t>
            </a:r>
          </a:p>
          <a:p>
            <a:pPr>
              <a:lnSpc>
                <a:spcPts val="2000"/>
              </a:lnSpc>
            </a:pPr>
            <a:endParaRPr lang="en-US" sz="1400" dirty="0">
              <a:latin typeface="Arial" panose="020B0604020202020204" pitchFamily="34" charset="0"/>
              <a:cs typeface="Arial" panose="020B0604020202020204" pitchFamily="34" charset="0"/>
            </a:endParaRPr>
          </a:p>
          <a:p>
            <a:pPr marL="285750" indent="-285750">
              <a:lnSpc>
                <a:spcPts val="2000"/>
              </a:lnSpc>
              <a:buFont typeface="Arial"/>
              <a:buChar char="•"/>
            </a:pPr>
            <a:r>
              <a:rPr lang="en-US" sz="1400" b="1" dirty="0">
                <a:latin typeface="Arial" panose="020B0604020202020204" pitchFamily="34" charset="0"/>
                <a:cs typeface="Arial" panose="020B0604020202020204" pitchFamily="34" charset="0"/>
              </a:rPr>
              <a:t>WPA features:</a:t>
            </a:r>
            <a:r>
              <a:rPr lang="en-US" sz="1400" dirty="0">
                <a:latin typeface="Arial" panose="020B0604020202020204" pitchFamily="34" charset="0"/>
                <a:cs typeface="Arial" panose="020B0604020202020204" pitchFamily="34" charset="0"/>
              </a:rPr>
              <a:t> WPA provided message integrity checks (MIC), which could detect if an attacker had captured and altered data passed between the wireless access point and a wireless client. The Temporal Key Integrity Protocol (TKIP) standard helped to better handle, protect and change encryption keys. Advanced Encryption Standard (AES) superseded TKIP, for even better key management and encryption protection.</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74</a:t>
            </a:fld>
            <a:endParaRPr lang="en-US"/>
          </a:p>
        </p:txBody>
      </p:sp>
    </p:spTree>
    <p:extLst>
      <p:ext uri="{BB962C8B-B14F-4D97-AF65-F5344CB8AC3E}">
        <p14:creationId xmlns:p14="http://schemas.microsoft.com/office/powerpoint/2010/main" val="10138990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Hardening Wireless and Mobile Devices</a:t>
            </a:r>
            <a:endParaRPr lang="en-US" sz="1600" dirty="0"/>
          </a:p>
        </p:txBody>
      </p:sp>
      <p:sp>
        <p:nvSpPr>
          <p:cNvPr id="3" name="Text 0"/>
          <p:cNvSpPr>
            <a:spLocks noGrp="1"/>
          </p:cNvSpPr>
          <p:nvPr>
            <p:ph type="body" idx="100" hasCustomPrompt="1"/>
          </p:nvPr>
        </p:nvSpPr>
        <p:spPr>
          <a:xfrm>
            <a:off x="0" y="274320"/>
            <a:ext cx="9144000" cy="433782"/>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Wireless Device Security (Cont.)</a:t>
            </a:r>
            <a:endParaRPr lang="en-US" sz="2200" dirty="0"/>
          </a:p>
        </p:txBody>
      </p:sp>
      <p:sp>
        <p:nvSpPr>
          <p:cNvPr id="5" name="Text 2"/>
          <p:cNvSpPr/>
          <p:nvPr/>
        </p:nvSpPr>
        <p:spPr>
          <a:xfrm>
            <a:off x="455414" y="1127869"/>
            <a:ext cx="8229600" cy="2914447"/>
          </a:xfrm>
          <a:prstGeom prst="rect">
            <a:avLst/>
          </a:prstGeom>
          <a:noFill/>
          <a:ln/>
        </p:spPr>
        <p:txBody>
          <a:bodyPr wrap="square" lIns="91440" tIns="45720" rIns="91440" bIns="45720" rtlCol="0" anchor="t"/>
          <a:lstStyle/>
          <a:p>
            <a:pPr marL="285750" indent="-285750">
              <a:lnSpc>
                <a:spcPts val="2000"/>
              </a:lnSpc>
              <a:buFont typeface="Arial"/>
              <a:buChar char="•"/>
            </a:pPr>
            <a:r>
              <a:rPr lang="en-US" sz="1400" b="1" dirty="0">
                <a:solidFill>
                  <a:srgbClr val="000000"/>
                </a:solidFill>
                <a:latin typeface="Arial"/>
                <a:cs typeface="Arial"/>
              </a:rPr>
              <a:t>The</a:t>
            </a:r>
            <a:r>
              <a:rPr lang="en-US" sz="1400" b="1" dirty="0">
                <a:latin typeface="Arial"/>
                <a:cs typeface="Arial"/>
              </a:rPr>
              <a:t> Wi-Fi Protected Access II (WPA2)</a:t>
            </a:r>
            <a:r>
              <a:rPr lang="en-US" sz="1400" dirty="0">
                <a:latin typeface="Arial"/>
                <a:cs typeface="Arial"/>
              </a:rPr>
              <a:t> standard was released in 2006. This introduced the mandatory use of AES algorithms and replaced TKIP with the Counter Cipher Mode with Block Chaining Message Authentication Code Protocol (CCMP).</a:t>
            </a:r>
            <a:endParaRPr lang="en-US" dirty="0">
              <a:latin typeface="Calibri" panose="020F0502020204030204"/>
              <a:cs typeface="Calibri" panose="020F0502020204030204"/>
            </a:endParaRPr>
          </a:p>
          <a:p>
            <a:pPr>
              <a:lnSpc>
                <a:spcPts val="2000"/>
              </a:lnSpc>
            </a:pPr>
            <a:endParaRPr lang="en-US" sz="1400" dirty="0">
              <a:latin typeface="Arial"/>
              <a:cs typeface="Arial"/>
            </a:endParaRPr>
          </a:p>
          <a:p>
            <a:pPr marL="285750" indent="-285750">
              <a:lnSpc>
                <a:spcPts val="2000"/>
              </a:lnSpc>
              <a:buFont typeface="Arial"/>
              <a:buChar char="•"/>
            </a:pPr>
            <a:r>
              <a:rPr lang="en-US" sz="1400" b="1" dirty="0">
                <a:latin typeface="Arial"/>
                <a:cs typeface="Arial"/>
              </a:rPr>
              <a:t>The Wi-Fi Protected Access III (WPA3)</a:t>
            </a:r>
            <a:r>
              <a:rPr lang="en-US" sz="1400" dirty="0">
                <a:latin typeface="Arial"/>
                <a:cs typeface="Arial"/>
              </a:rPr>
              <a:t> WPA3 added more features to WPA2 such as maintaining strong cryptographic algorithms and improving key exchange.</a:t>
            </a:r>
            <a:endParaRPr lang="en-US" dirty="0">
              <a:latin typeface="Calibri" panose="020F0502020204030204"/>
              <a:cs typeface="Calibri"/>
            </a:endParaRPr>
          </a:p>
          <a:p>
            <a:pPr>
              <a:lnSpc>
                <a:spcPts val="2000"/>
              </a:lnSpc>
            </a:pPr>
            <a:endParaRPr lang="en-US" sz="1400" b="1" dirty="0">
              <a:latin typeface="Arial"/>
              <a:cs typeface="Arial"/>
            </a:endParaRPr>
          </a:p>
          <a:p>
            <a:pPr marL="285750" indent="-285750">
              <a:lnSpc>
                <a:spcPts val="2000"/>
              </a:lnSpc>
              <a:buFont typeface="Arial"/>
              <a:buChar char="•"/>
            </a:pPr>
            <a:r>
              <a:rPr lang="en-US" sz="1400" b="1" dirty="0">
                <a:latin typeface="Arial"/>
                <a:cs typeface="Arial"/>
              </a:rPr>
              <a:t>Wi-Fi Protected Setup (WPS)</a:t>
            </a:r>
            <a:r>
              <a:rPr lang="en-US" sz="1400" dirty="0">
                <a:latin typeface="Arial"/>
                <a:cs typeface="Arial"/>
              </a:rPr>
              <a:t> can be used to set up a secure wireless home network. A PIN code is used to connect devices to the wireless network. However, WPS poses a major security vulnerability, as the user’s PIN can be discovered through brute-force attack. Due to this, WPS should not be used and should be disabled altogether.</a:t>
            </a:r>
            <a:endParaRPr lang="en-US" dirty="0">
              <a:cs typeface="Calibri" panose="020F0502020204030204"/>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75</a:t>
            </a:fld>
            <a:endParaRPr lang="en-US"/>
          </a:p>
        </p:txBody>
      </p:sp>
    </p:spTree>
    <p:extLst>
      <p:ext uri="{BB962C8B-B14F-4D97-AF65-F5344CB8AC3E}">
        <p14:creationId xmlns:p14="http://schemas.microsoft.com/office/powerpoint/2010/main" val="36959687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Hardening Wireless and Mobile Devices</a:t>
            </a:r>
            <a:endParaRPr lang="en-US" sz="1600" dirty="0"/>
          </a:p>
        </p:txBody>
      </p:sp>
      <p:sp>
        <p:nvSpPr>
          <p:cNvPr id="3" name="Text 0"/>
          <p:cNvSpPr>
            <a:spLocks noGrp="1"/>
          </p:cNvSpPr>
          <p:nvPr>
            <p:ph type="body" idx="100" hasCustomPrompt="1"/>
          </p:nvPr>
        </p:nvSpPr>
        <p:spPr>
          <a:xfrm>
            <a:off x="0" y="274320"/>
            <a:ext cx="9144000" cy="394753"/>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PT Video - Configure Wireless Router Hardening and Security</a:t>
            </a:r>
            <a:endParaRPr lang="en-US" sz="2200" dirty="0"/>
          </a:p>
        </p:txBody>
      </p:sp>
      <p:sp>
        <p:nvSpPr>
          <p:cNvPr id="5" name="Text 2"/>
          <p:cNvSpPr/>
          <p:nvPr/>
        </p:nvSpPr>
        <p:spPr>
          <a:xfrm>
            <a:off x="359492" y="1024421"/>
            <a:ext cx="8229600" cy="2146610"/>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a:ea typeface="Arial" pitchFamily="34" charset="-122"/>
                <a:cs typeface="Arial"/>
              </a:rPr>
              <a:t>This video demonstrates configuring wireless security on a wireless router.  </a:t>
            </a:r>
          </a:p>
          <a:p>
            <a:pPr>
              <a:lnSpc>
                <a:spcPts val="2000"/>
              </a:lnSpc>
            </a:pPr>
            <a:endParaRPr lang="en-US" sz="1400" dirty="0">
              <a:solidFill>
                <a:srgbClr val="000000"/>
              </a:solidFill>
              <a:latin typeface="Arial" pitchFamily="34" charset="0"/>
              <a:cs typeface="Arial" pitchFamily="34" charset="-120"/>
            </a:endParaRPr>
          </a:p>
          <a:p>
            <a:pPr marL="742950" lvl="1"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Part 1: Configure Basic Security Settings for a Wireless Router</a:t>
            </a:r>
          </a:p>
          <a:p>
            <a:pPr marL="742950" lvl="1"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Part 2: Configure Wireless Router Network Security</a:t>
            </a:r>
          </a:p>
          <a:p>
            <a:pPr marL="742950" lvl="1"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Part 3: Configure Wireless Clients Network Security</a:t>
            </a:r>
          </a:p>
          <a:p>
            <a:pPr marL="742950" lvl="1"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Part 4: Verify Connectivity and Security Settings</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76</a:t>
            </a:fld>
            <a:endParaRPr lang="en-US"/>
          </a:p>
        </p:txBody>
      </p:sp>
    </p:spTree>
    <p:extLst>
      <p:ext uri="{BB962C8B-B14F-4D97-AF65-F5344CB8AC3E}">
        <p14:creationId xmlns:p14="http://schemas.microsoft.com/office/powerpoint/2010/main" val="29081550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Hardening Wireless and Mobile Devices</a:t>
            </a:r>
            <a:endParaRPr lang="en-US" sz="1600" dirty="0"/>
          </a:p>
        </p:txBody>
      </p:sp>
      <p:sp>
        <p:nvSpPr>
          <p:cNvPr id="3" name="Text 0"/>
          <p:cNvSpPr>
            <a:spLocks noGrp="1"/>
          </p:cNvSpPr>
          <p:nvPr>
            <p:ph type="body" idx="100" hasCustomPrompt="1"/>
          </p:nvPr>
        </p:nvSpPr>
        <p:spPr>
          <a:xfrm>
            <a:off x="0" y="274320"/>
            <a:ext cx="9144000" cy="456085"/>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Packet Tracer - Configure Wireless Router Hardening and Security</a:t>
            </a:r>
            <a:endParaRPr lang="en-US" sz="2200" dirty="0"/>
          </a:p>
        </p:txBody>
      </p:sp>
      <p:sp>
        <p:nvSpPr>
          <p:cNvPr id="5" name="Text 2"/>
          <p:cNvSpPr/>
          <p:nvPr/>
        </p:nvSpPr>
        <p:spPr>
          <a:xfrm>
            <a:off x="390890" y="1141963"/>
            <a:ext cx="8229600" cy="1520660"/>
          </a:xfrm>
          <a:prstGeom prst="rect">
            <a:avLst/>
          </a:prstGeom>
          <a:noFill/>
          <a:ln/>
        </p:spPr>
        <p:txBody>
          <a:bodyPr wrap="square" lIns="91440" tIns="45720" rIns="91440" bIns="45720" rtlCol="0" anchor="t"/>
          <a:lstStyle/>
          <a:p>
            <a:r>
              <a:rPr lang="en-US" sz="1400" dirty="0">
                <a:solidFill>
                  <a:srgbClr val="000000"/>
                </a:solidFill>
                <a:latin typeface="Arial"/>
                <a:cs typeface="Arial"/>
              </a:rPr>
              <a:t>In this Packet Tracer activity, you will complete the following objectives:</a:t>
            </a:r>
          </a:p>
          <a:p>
            <a:endParaRPr lang="en-US" dirty="0">
              <a:solidFill>
                <a:srgbClr val="000000"/>
              </a:solidFill>
              <a:latin typeface="Calibri" panose="020F0502020204030204"/>
              <a:cs typeface="Calibri" panose="020F0502020204030204"/>
            </a:endParaRPr>
          </a:p>
          <a:p>
            <a:r>
              <a:rPr lang="en-US" sz="1400" dirty="0">
                <a:solidFill>
                  <a:srgbClr val="000000"/>
                </a:solidFill>
                <a:latin typeface="Arial"/>
                <a:cs typeface="Arial"/>
              </a:rPr>
              <a:t>           Part 1: Configure Basic Security Settings for a Wireless Router</a:t>
            </a:r>
            <a:endParaRPr lang="en-US" dirty="0">
              <a:cs typeface="Calibri"/>
            </a:endParaRPr>
          </a:p>
          <a:p>
            <a:r>
              <a:rPr lang="en-US" sz="1400" dirty="0">
                <a:solidFill>
                  <a:srgbClr val="000000"/>
                </a:solidFill>
                <a:latin typeface="Arial"/>
                <a:cs typeface="Arial"/>
              </a:rPr>
              <a:t>           Part 2: Configure Wireless Router Network Security</a:t>
            </a:r>
            <a:endParaRPr lang="en-US" dirty="0"/>
          </a:p>
          <a:p>
            <a:r>
              <a:rPr lang="en-US" sz="1400" dirty="0">
                <a:solidFill>
                  <a:srgbClr val="000000"/>
                </a:solidFill>
                <a:latin typeface="Arial"/>
                <a:cs typeface="Arial"/>
              </a:rPr>
              <a:t>           Part 3: Configure Wireless Clients Network Security</a:t>
            </a:r>
            <a:endParaRPr lang="en-US" dirty="0"/>
          </a:p>
          <a:p>
            <a:r>
              <a:rPr lang="en-US" sz="1400" dirty="0">
                <a:solidFill>
                  <a:srgbClr val="000000"/>
                </a:solidFill>
                <a:latin typeface="Arial"/>
                <a:cs typeface="Arial"/>
              </a:rPr>
              <a:t>           Part 4: Verify Connectivity and Security Settings</a:t>
            </a:r>
            <a:endParaRPr lang="en-US" dirty="0"/>
          </a:p>
          <a:p>
            <a:pPr>
              <a:lnSpc>
                <a:spcPts val="2000"/>
              </a:lnSpc>
            </a:pPr>
            <a:r>
              <a:rPr lang="en-US" dirty="0"/>
              <a:t/>
            </a:r>
            <a:br>
              <a:rPr lang="en-US" dirty="0"/>
            </a:br>
            <a:endParaRPr lang="en-US"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77</a:t>
            </a:fld>
            <a:endParaRPr lang="en-US"/>
          </a:p>
        </p:txBody>
      </p:sp>
    </p:spTree>
    <p:extLst>
      <p:ext uri="{BB962C8B-B14F-4D97-AF65-F5344CB8AC3E}">
        <p14:creationId xmlns:p14="http://schemas.microsoft.com/office/powerpoint/2010/main" val="149586855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Hardening Wireless and Mobile Devices</a:t>
            </a:r>
            <a:endParaRPr lang="en-US" sz="1600" dirty="0"/>
          </a:p>
        </p:txBody>
      </p:sp>
      <p:sp>
        <p:nvSpPr>
          <p:cNvPr id="3" name="Text 0"/>
          <p:cNvSpPr>
            <a:spLocks noGrp="1"/>
          </p:cNvSpPr>
          <p:nvPr>
            <p:ph type="body" idx="100" hasCustomPrompt="1"/>
          </p:nvPr>
        </p:nvSpPr>
        <p:spPr>
          <a:xfrm>
            <a:off x="0" y="274320"/>
            <a:ext cx="9144000" cy="389178"/>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Authentication</a:t>
            </a:r>
            <a:endParaRPr lang="en-US" sz="2200" dirty="0"/>
          </a:p>
        </p:txBody>
      </p:sp>
      <p:sp>
        <p:nvSpPr>
          <p:cNvPr id="5" name="Text 2"/>
          <p:cNvSpPr/>
          <p:nvPr/>
        </p:nvSpPr>
        <p:spPr>
          <a:xfrm>
            <a:off x="455414" y="1026104"/>
            <a:ext cx="8229600" cy="2837793"/>
          </a:xfrm>
          <a:prstGeom prst="rect">
            <a:avLst/>
          </a:prstGeom>
          <a:noFill/>
          <a:ln/>
        </p:spPr>
        <p:txBody>
          <a:bodyPr wrap="square" lIns="91440" tIns="45720" rIns="91440" bIns="45720" rtlCol="0" anchor="t"/>
          <a:lstStyle/>
          <a:p>
            <a:r>
              <a:rPr lang="en-US" sz="1400" dirty="0">
                <a:solidFill>
                  <a:srgbClr val="000000"/>
                </a:solidFill>
                <a:latin typeface="Arial"/>
                <a:cs typeface="Arial"/>
              </a:rPr>
              <a:t>Wireless devices have become predominant on most modern networks. They provide mobility and convenience but are vulnerable to a range of cybersecurity issues. They are open to theft, hacking and unauthorized remote access, sniffing, man-in-the-middle attacks, as well as attacks against performance and availability.</a:t>
            </a:r>
            <a:endParaRPr lang="en-US" dirty="0"/>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The best way to secure a wireless network is to use authentication and encryption. The original wireless standard, 801.11, introduced two types of authentication.</a:t>
            </a:r>
            <a:endParaRPr lang="en-US" dirty="0">
              <a:cs typeface="Calibri" panose="020F0502020204030204"/>
            </a:endParaRPr>
          </a:p>
          <a:p>
            <a:endParaRPr lang="en-US" sz="1400" dirty="0">
              <a:latin typeface="Arial"/>
              <a:cs typeface="Arial"/>
            </a:endParaRPr>
          </a:p>
          <a:p>
            <a:pPr marL="285750" indent="-285750">
              <a:buFont typeface="Arial"/>
              <a:buChar char="•"/>
            </a:pPr>
            <a:r>
              <a:rPr lang="en-US" sz="1400" b="1" dirty="0">
                <a:latin typeface="Arial"/>
                <a:cs typeface="Arial"/>
              </a:rPr>
              <a:t>Open system authentication: </a:t>
            </a:r>
            <a:r>
              <a:rPr lang="en-US" sz="1400" dirty="0">
                <a:latin typeface="Arial"/>
                <a:cs typeface="Arial"/>
              </a:rPr>
              <a:t>Any wireless device can connect to the wireless network. Use this method in situations where security is of no concern.</a:t>
            </a:r>
            <a:endParaRPr lang="en-US" dirty="0">
              <a:cs typeface="Calibri"/>
            </a:endParaRPr>
          </a:p>
          <a:p>
            <a:endParaRPr lang="en-US" sz="1400" dirty="0">
              <a:latin typeface="Arial"/>
              <a:cs typeface="Arial"/>
            </a:endParaRPr>
          </a:p>
          <a:p>
            <a:pPr marL="285750" indent="-285750">
              <a:buFont typeface="Arial"/>
              <a:buChar char="•"/>
            </a:pPr>
            <a:r>
              <a:rPr lang="en-US" sz="1400" b="1" dirty="0">
                <a:latin typeface="Arial"/>
                <a:cs typeface="Arial"/>
              </a:rPr>
              <a:t>Shared key authentication: </a:t>
            </a:r>
            <a:r>
              <a:rPr lang="en-US" sz="1400" dirty="0">
                <a:latin typeface="Arial"/>
                <a:cs typeface="Arial"/>
              </a:rPr>
              <a:t>Provides mechanisms to authenticate and encrypt data between a wireless client and AP or wireless router.</a:t>
            </a:r>
            <a:endParaRPr lang="en-US" dirty="0">
              <a:cs typeface="Calibri"/>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78</a:t>
            </a:fld>
            <a:endParaRPr lang="en-US"/>
          </a:p>
        </p:txBody>
      </p:sp>
    </p:spTree>
    <p:extLst>
      <p:ext uri="{BB962C8B-B14F-4D97-AF65-F5344CB8AC3E}">
        <p14:creationId xmlns:p14="http://schemas.microsoft.com/office/powerpoint/2010/main" val="12661479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Hardening Wireless and Mobile Devices</a:t>
            </a:r>
            <a:endParaRPr lang="en-US" sz="1600" dirty="0"/>
          </a:p>
        </p:txBody>
      </p:sp>
      <p:sp>
        <p:nvSpPr>
          <p:cNvPr id="3" name="Text 0"/>
          <p:cNvSpPr>
            <a:spLocks noGrp="1"/>
          </p:cNvSpPr>
          <p:nvPr>
            <p:ph type="body" idx="100" hasCustomPrompt="1"/>
          </p:nvPr>
        </p:nvSpPr>
        <p:spPr>
          <a:xfrm>
            <a:off x="0" y="274320"/>
            <a:ext cx="9144000" cy="400329"/>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Authentication Protocols</a:t>
            </a:r>
            <a:endParaRPr lang="en-US" sz="2200" dirty="0"/>
          </a:p>
        </p:txBody>
      </p:sp>
      <p:sp>
        <p:nvSpPr>
          <p:cNvPr id="5" name="Text 2"/>
          <p:cNvSpPr/>
          <p:nvPr/>
        </p:nvSpPr>
        <p:spPr>
          <a:xfrm>
            <a:off x="400108" y="1046040"/>
            <a:ext cx="8229600" cy="2967139"/>
          </a:xfrm>
          <a:prstGeom prst="rect">
            <a:avLst/>
          </a:prstGeom>
          <a:noFill/>
          <a:ln/>
        </p:spPr>
        <p:txBody>
          <a:bodyPr wrap="square" lIns="91440" tIns="45720" rIns="91440" bIns="45720" rtlCol="0" anchor="t"/>
          <a:lstStyle/>
          <a:p>
            <a:r>
              <a:rPr lang="en-US" sz="1400" dirty="0">
                <a:solidFill>
                  <a:srgbClr val="000000"/>
                </a:solidFill>
                <a:latin typeface="Arial" panose="020B0604020202020204" pitchFamily="34" charset="0"/>
                <a:cs typeface="Arial" panose="020B0604020202020204" pitchFamily="34" charset="0"/>
              </a:rPr>
              <a:t>The </a:t>
            </a:r>
            <a:r>
              <a:rPr lang="en-US" sz="1400" b="1" dirty="0">
                <a:solidFill>
                  <a:srgbClr val="000000"/>
                </a:solidFill>
                <a:latin typeface="Arial" panose="020B0604020202020204" pitchFamily="34" charset="0"/>
                <a:cs typeface="Arial" panose="020B0604020202020204" pitchFamily="34" charset="0"/>
              </a:rPr>
              <a:t>Extensible Authentication Protocol (EAP)</a:t>
            </a:r>
            <a:r>
              <a:rPr lang="en-US" sz="1400" dirty="0">
                <a:solidFill>
                  <a:srgbClr val="000000"/>
                </a:solidFill>
                <a:latin typeface="Arial" panose="020B0604020202020204" pitchFamily="34" charset="0"/>
                <a:cs typeface="Arial" panose="020B0604020202020204" pitchFamily="34" charset="0"/>
              </a:rPr>
              <a:t> is an authentication framework used in wireless networks. </a:t>
            </a:r>
          </a:p>
          <a:p>
            <a:endParaRPr lang="en-US" sz="1400" dirty="0">
              <a:solidFill>
                <a:srgbClr val="000000"/>
              </a:solidFill>
              <a:latin typeface="Arial" panose="020B0604020202020204" pitchFamily="34" charset="0"/>
              <a:cs typeface="Arial" panose="020B0604020202020204" pitchFamily="34" charset="0"/>
            </a:endParaRPr>
          </a:p>
          <a:p>
            <a:pPr marL="800100" lvl="1" indent="-342900">
              <a:buAutoNum type="arabicPeriod"/>
            </a:pPr>
            <a:r>
              <a:rPr lang="en-US" sz="1400" dirty="0">
                <a:solidFill>
                  <a:srgbClr val="000000"/>
                </a:solidFill>
                <a:latin typeface="Arial" panose="020B0604020202020204" pitchFamily="34" charset="0"/>
                <a:cs typeface="Arial" panose="020B0604020202020204" pitchFamily="34" charset="0"/>
              </a:rPr>
              <a:t>The user requests to connect to the wireless network through an access point.</a:t>
            </a:r>
          </a:p>
          <a:p>
            <a:pPr marL="800100" lvl="1" indent="-342900">
              <a:buAutoNum type="arabicPeriod"/>
            </a:pPr>
            <a:r>
              <a:rPr lang="en-US" sz="1400" dirty="0">
                <a:solidFill>
                  <a:srgbClr val="000000"/>
                </a:solidFill>
                <a:latin typeface="Arial" panose="020B0604020202020204" pitchFamily="34" charset="0"/>
                <a:ea typeface="Arial" pitchFamily="34" charset="-122"/>
                <a:cs typeface="Arial" panose="020B0604020202020204" pitchFamily="34" charset="0"/>
              </a:rPr>
              <a:t>The access point requests identification data (username) from the user, which is then sent to an authentication server.</a:t>
            </a:r>
          </a:p>
          <a:p>
            <a:pPr marL="800100" lvl="1" indent="-342900">
              <a:buAutoNum type="arabicPeriod"/>
            </a:pPr>
            <a:r>
              <a:rPr lang="en-US" sz="1400" dirty="0">
                <a:solidFill>
                  <a:srgbClr val="000000"/>
                </a:solidFill>
                <a:latin typeface="Arial" panose="020B0604020202020204" pitchFamily="34" charset="0"/>
                <a:ea typeface="Arial" pitchFamily="34" charset="-122"/>
                <a:cs typeface="Arial" panose="020B0604020202020204" pitchFamily="34" charset="0"/>
              </a:rPr>
              <a:t>The authentication server requests proof that the ID is valid.</a:t>
            </a:r>
          </a:p>
          <a:p>
            <a:pPr marL="800100" lvl="1" indent="-342900">
              <a:buAutoNum type="arabicPeriod"/>
            </a:pPr>
            <a:r>
              <a:rPr lang="en-US" sz="1400" dirty="0">
                <a:solidFill>
                  <a:srgbClr val="000000"/>
                </a:solidFill>
                <a:latin typeface="Arial" panose="020B0604020202020204" pitchFamily="34" charset="0"/>
                <a:ea typeface="Arial" pitchFamily="34" charset="-122"/>
                <a:cs typeface="Arial" panose="020B0604020202020204" pitchFamily="34" charset="0"/>
              </a:rPr>
              <a:t>The access point requests proof that the ID is valid from the user, in the form of a password.</a:t>
            </a:r>
          </a:p>
          <a:p>
            <a:pPr marL="800100" lvl="1" indent="-342900">
              <a:buAutoNum type="arabicPeriod"/>
            </a:pPr>
            <a:r>
              <a:rPr lang="en-US" sz="1400" dirty="0">
                <a:solidFill>
                  <a:srgbClr val="000000"/>
                </a:solidFill>
                <a:latin typeface="Arial" panose="020B0604020202020204" pitchFamily="34" charset="0"/>
                <a:ea typeface="Arial" pitchFamily="34" charset="-122"/>
                <a:cs typeface="Arial" panose="020B0604020202020204" pitchFamily="34" charset="0"/>
              </a:rPr>
              <a:t>The user supplies the access point with their password. The access point sends this back to the authentication server.</a:t>
            </a:r>
            <a:endParaRPr lang="en-US" sz="1400" dirty="0">
              <a:latin typeface="Arial" panose="020B0604020202020204" pitchFamily="34" charset="0"/>
              <a:cs typeface="Arial" panose="020B0604020202020204" pitchFamily="34" charset="0"/>
            </a:endParaRPr>
          </a:p>
          <a:p>
            <a:pPr marL="800100" lvl="1" indent="-342900">
              <a:buAutoNum type="arabicPeriod"/>
            </a:pPr>
            <a:r>
              <a:rPr lang="en-US" sz="1400" dirty="0">
                <a:solidFill>
                  <a:srgbClr val="000000"/>
                </a:solidFill>
                <a:latin typeface="Arial" panose="020B0604020202020204" pitchFamily="34" charset="0"/>
                <a:ea typeface="Arial" pitchFamily="34" charset="-122"/>
                <a:cs typeface="Arial" panose="020B0604020202020204" pitchFamily="34" charset="0"/>
              </a:rPr>
              <a:t>The server confirms the username and password are correct and passes this information on to the access point and user.</a:t>
            </a:r>
          </a:p>
          <a:p>
            <a:pPr marL="800100" lvl="1" indent="-342900">
              <a:buAutoNum type="arabicPeriod"/>
            </a:pPr>
            <a:r>
              <a:rPr lang="en-US" sz="1400" dirty="0">
                <a:solidFill>
                  <a:srgbClr val="000000"/>
                </a:solidFill>
                <a:latin typeface="Arial" panose="020B0604020202020204" pitchFamily="34" charset="0"/>
                <a:ea typeface="Arial" pitchFamily="34" charset="-122"/>
                <a:cs typeface="Arial" panose="020B0604020202020204" pitchFamily="34" charset="0"/>
              </a:rPr>
              <a:t>The user connects to the wireless network.</a:t>
            </a:r>
            <a:endParaRPr lang="en-US" sz="1400" dirty="0">
              <a:latin typeface="Arial" panose="020B0604020202020204" pitchFamily="34" charset="0"/>
              <a:cs typeface="Arial" panose="020B0604020202020204" pitchFamily="34" charset="0"/>
            </a:endParaRPr>
          </a:p>
          <a:p>
            <a:pPr>
              <a:lnSpc>
                <a:spcPts val="2000"/>
              </a:lnSpc>
            </a:pPr>
            <a:endParaRPr lang="en-US" sz="1400"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79</a:t>
            </a:fld>
            <a:endParaRPr lang="en-US"/>
          </a:p>
        </p:txBody>
      </p:sp>
    </p:spTree>
    <p:extLst>
      <p:ext uri="{BB962C8B-B14F-4D97-AF65-F5344CB8AC3E}">
        <p14:creationId xmlns:p14="http://schemas.microsoft.com/office/powerpoint/2010/main" val="4265952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Hardening Wireless and Mobile Devices</a:t>
            </a:r>
            <a:endParaRPr lang="en-US" sz="1600" dirty="0"/>
          </a:p>
        </p:txBody>
      </p:sp>
      <p:sp>
        <p:nvSpPr>
          <p:cNvPr id="3" name="Text 0"/>
          <p:cNvSpPr>
            <a:spLocks noGrp="1"/>
          </p:cNvSpPr>
          <p:nvPr>
            <p:ph type="body" idx="100" hasCustomPrompt="1"/>
          </p:nvPr>
        </p:nvSpPr>
        <p:spPr>
          <a:xfrm>
            <a:off x="0" y="274320"/>
            <a:ext cx="9144000" cy="428207"/>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Authentication Protocols (Cont.)</a:t>
            </a:r>
            <a:endParaRPr lang="en-US" sz="2200" dirty="0"/>
          </a:p>
        </p:txBody>
      </p:sp>
      <p:sp>
        <p:nvSpPr>
          <p:cNvPr id="6" name="TextBox 5">
            <a:extLst>
              <a:ext uri="{FF2B5EF4-FFF2-40B4-BE49-F238E27FC236}">
                <a16:creationId xmlns:a16="http://schemas.microsoft.com/office/drawing/2014/main" id="{28450AAB-07AD-EF8E-B93E-0C3701720F53}"/>
              </a:ext>
            </a:extLst>
          </p:cNvPr>
          <p:cNvSpPr txBox="1"/>
          <p:nvPr/>
        </p:nvSpPr>
        <p:spPr>
          <a:xfrm>
            <a:off x="470105" y="896700"/>
            <a:ext cx="7454591"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Four protocols used with EAP to provide authentication for wireless networks are:</a:t>
            </a:r>
          </a:p>
        </p:txBody>
      </p:sp>
      <p:sp>
        <p:nvSpPr>
          <p:cNvPr id="5" name="Text 2"/>
          <p:cNvSpPr/>
          <p:nvPr/>
        </p:nvSpPr>
        <p:spPr>
          <a:xfrm>
            <a:off x="914401" y="1480607"/>
            <a:ext cx="3573966" cy="2571750"/>
          </a:xfrm>
          <a:prstGeom prst="rect">
            <a:avLst/>
          </a:prstGeom>
          <a:noFill/>
          <a:ln/>
        </p:spPr>
        <p:txBody>
          <a:bodyPr wrap="square" lIns="91440" tIns="45720" rIns="91440" bIns="45720" rtlCol="0" anchor="t"/>
          <a:lstStyle/>
          <a:p>
            <a:r>
              <a:rPr lang="en-US" sz="1400" b="1" dirty="0">
                <a:solidFill>
                  <a:srgbClr val="000000"/>
                </a:solidFill>
                <a:latin typeface="Arial"/>
                <a:cs typeface="Arial"/>
              </a:rPr>
              <a:t>EAP-TLS</a:t>
            </a:r>
            <a:endParaRPr lang="en-US" dirty="0">
              <a:cs typeface="Calibri" panose="020F0502020204030204"/>
            </a:endParaRPr>
          </a:p>
          <a:p>
            <a:r>
              <a:rPr lang="en-US" sz="1400" dirty="0">
                <a:latin typeface="Arial"/>
                <a:cs typeface="Arial"/>
              </a:rPr>
              <a:t>Requires Client Certificate: Yes</a:t>
            </a:r>
            <a:br>
              <a:rPr lang="en-US" sz="1400" dirty="0">
                <a:latin typeface="Arial"/>
                <a:cs typeface="Arial"/>
              </a:rPr>
            </a:br>
            <a:r>
              <a:rPr lang="en-US" sz="1400" dirty="0">
                <a:latin typeface="Arial"/>
                <a:cs typeface="Arial"/>
              </a:rPr>
              <a:t>Requires Server Certificate: Yes</a:t>
            </a:r>
            <a:br>
              <a:rPr lang="en-US" sz="1400" dirty="0">
                <a:latin typeface="Arial"/>
                <a:cs typeface="Arial"/>
              </a:rPr>
            </a:br>
            <a:r>
              <a:rPr lang="en-US" sz="1400" dirty="0">
                <a:latin typeface="Arial"/>
                <a:cs typeface="Arial"/>
              </a:rPr>
              <a:t>Easily Deployed: Difficult</a:t>
            </a:r>
            <a:br>
              <a:rPr lang="en-US" sz="1400" dirty="0">
                <a:latin typeface="Arial"/>
                <a:cs typeface="Arial"/>
              </a:rPr>
            </a:br>
            <a:r>
              <a:rPr lang="en-US" sz="1400" dirty="0">
                <a:latin typeface="Arial"/>
                <a:cs typeface="Arial"/>
              </a:rPr>
              <a:t>Security: High</a:t>
            </a:r>
            <a:endParaRPr lang="en-US" dirty="0"/>
          </a:p>
          <a:p>
            <a:pPr>
              <a:lnSpc>
                <a:spcPts val="2000"/>
              </a:lnSpc>
            </a:pPr>
            <a:endParaRPr lang="en-US" sz="1400" dirty="0">
              <a:latin typeface="Arial"/>
              <a:cs typeface="Arial"/>
            </a:endParaRPr>
          </a:p>
          <a:p>
            <a:pPr>
              <a:lnSpc>
                <a:spcPts val="2000"/>
              </a:lnSpc>
            </a:pPr>
            <a:r>
              <a:rPr lang="en-US" sz="1400" b="1" dirty="0">
                <a:latin typeface="Arial"/>
                <a:cs typeface="Arial"/>
              </a:rPr>
              <a:t>PEAP</a:t>
            </a:r>
          </a:p>
          <a:p>
            <a:pPr>
              <a:lnSpc>
                <a:spcPts val="2000"/>
              </a:lnSpc>
            </a:pPr>
            <a:r>
              <a:rPr lang="en-US" sz="1400" dirty="0">
                <a:latin typeface="Arial"/>
                <a:cs typeface="Arial"/>
              </a:rPr>
              <a:t>Requires Client Certificate: No</a:t>
            </a:r>
            <a:br>
              <a:rPr lang="en-US" sz="1400" dirty="0">
                <a:latin typeface="Arial"/>
                <a:cs typeface="Arial"/>
              </a:rPr>
            </a:br>
            <a:r>
              <a:rPr lang="en-US" sz="1400" dirty="0">
                <a:latin typeface="Arial"/>
                <a:cs typeface="Arial"/>
              </a:rPr>
              <a:t>Requires Server Certificate: Yes</a:t>
            </a:r>
            <a:br>
              <a:rPr lang="en-US" sz="1400" dirty="0">
                <a:latin typeface="Arial"/>
                <a:cs typeface="Arial"/>
              </a:rPr>
            </a:br>
            <a:r>
              <a:rPr lang="en-US" sz="1400" dirty="0">
                <a:latin typeface="Arial"/>
                <a:cs typeface="Arial"/>
              </a:rPr>
              <a:t>Easily Deployed: Moderate</a:t>
            </a:r>
            <a:br>
              <a:rPr lang="en-US" sz="1400" dirty="0">
                <a:latin typeface="Arial"/>
                <a:cs typeface="Arial"/>
              </a:rPr>
            </a:br>
            <a:r>
              <a:rPr lang="en-US" sz="1400" dirty="0">
                <a:latin typeface="Arial"/>
                <a:cs typeface="Arial"/>
              </a:rPr>
              <a:t>Security: Medium</a:t>
            </a:r>
            <a:endParaRPr lang="en-US" dirty="0"/>
          </a:p>
        </p:txBody>
      </p:sp>
      <p:sp>
        <p:nvSpPr>
          <p:cNvPr id="4" name="TextBox 3">
            <a:extLst>
              <a:ext uri="{FF2B5EF4-FFF2-40B4-BE49-F238E27FC236}">
                <a16:creationId xmlns:a16="http://schemas.microsoft.com/office/drawing/2014/main" id="{F36B3324-34E2-425A-88F0-4321F363D82D}"/>
              </a:ext>
            </a:extLst>
          </p:cNvPr>
          <p:cNvSpPr txBox="1"/>
          <p:nvPr/>
        </p:nvSpPr>
        <p:spPr>
          <a:xfrm>
            <a:off x="5109783" y="1427952"/>
            <a:ext cx="2743200"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latin typeface="Arial"/>
                <a:cs typeface="Arial"/>
              </a:rPr>
              <a:t>EAP-TTLS</a:t>
            </a:r>
          </a:p>
          <a:p>
            <a:r>
              <a:rPr lang="en-US" sz="1400" dirty="0">
                <a:latin typeface="Arial"/>
                <a:cs typeface="Arial"/>
              </a:rPr>
              <a:t>Requires Client Certificate: No</a:t>
            </a:r>
            <a:r>
              <a:rPr lang="en-US" sz="1400" dirty="0">
                <a:latin typeface="Arial"/>
              </a:rPr>
              <a:t/>
            </a:r>
            <a:br>
              <a:rPr lang="en-US" sz="1400" dirty="0">
                <a:latin typeface="Arial"/>
              </a:rPr>
            </a:br>
            <a:r>
              <a:rPr lang="en-US" sz="1400" dirty="0">
                <a:latin typeface="Arial"/>
                <a:cs typeface="Arial"/>
              </a:rPr>
              <a:t>Requires Server Certificate: Yes</a:t>
            </a:r>
            <a:r>
              <a:rPr lang="en-US" sz="1400" dirty="0">
                <a:latin typeface="Arial"/>
              </a:rPr>
              <a:t/>
            </a:r>
            <a:br>
              <a:rPr lang="en-US" sz="1400" dirty="0">
                <a:latin typeface="Arial"/>
              </a:rPr>
            </a:br>
            <a:r>
              <a:rPr lang="en-US" sz="1400" dirty="0">
                <a:latin typeface="Arial"/>
                <a:cs typeface="Arial"/>
              </a:rPr>
              <a:t>Easily Deployed: Moderate</a:t>
            </a:r>
            <a:r>
              <a:rPr lang="en-US" sz="1400" dirty="0">
                <a:latin typeface="Arial"/>
              </a:rPr>
              <a:t/>
            </a:r>
            <a:br>
              <a:rPr lang="en-US" sz="1400" dirty="0">
                <a:latin typeface="Arial"/>
              </a:rPr>
            </a:br>
            <a:r>
              <a:rPr lang="en-US" sz="1400" dirty="0">
                <a:latin typeface="Arial"/>
                <a:cs typeface="Arial"/>
              </a:rPr>
              <a:t>Security: Medium</a:t>
            </a:r>
          </a:p>
          <a:p>
            <a:endParaRPr lang="en-US" sz="1400" dirty="0">
              <a:latin typeface="Arial"/>
              <a:cs typeface="Arial"/>
            </a:endParaRPr>
          </a:p>
          <a:p>
            <a:endParaRPr lang="en-US" sz="1400" dirty="0">
              <a:latin typeface="Arial"/>
              <a:cs typeface="Arial"/>
            </a:endParaRPr>
          </a:p>
          <a:p>
            <a:r>
              <a:rPr lang="en-US" sz="1400" b="1" dirty="0">
                <a:latin typeface="Arial"/>
                <a:cs typeface="Arial"/>
              </a:rPr>
              <a:t>EAP-FAST</a:t>
            </a:r>
          </a:p>
          <a:p>
            <a:r>
              <a:rPr lang="en-US" sz="1400" dirty="0">
                <a:latin typeface="Arial"/>
                <a:cs typeface="Arial"/>
              </a:rPr>
              <a:t>Requires Client Certificate: No</a:t>
            </a:r>
            <a:br>
              <a:rPr lang="en-US" sz="1400" dirty="0">
                <a:latin typeface="Arial"/>
                <a:cs typeface="Arial"/>
              </a:rPr>
            </a:br>
            <a:r>
              <a:rPr lang="en-US" sz="1400" dirty="0">
                <a:latin typeface="Arial"/>
                <a:cs typeface="Arial"/>
              </a:rPr>
              <a:t>Requires Server Certificate: No</a:t>
            </a:r>
            <a:br>
              <a:rPr lang="en-US" sz="1400" dirty="0">
                <a:latin typeface="Arial"/>
                <a:cs typeface="Arial"/>
              </a:rPr>
            </a:br>
            <a:r>
              <a:rPr lang="en-US" sz="1400" dirty="0">
                <a:latin typeface="Arial"/>
                <a:cs typeface="Arial"/>
              </a:rPr>
              <a:t>Easily Deployed: Easy</a:t>
            </a:r>
            <a:br>
              <a:rPr lang="en-US" sz="1400" dirty="0">
                <a:latin typeface="Arial"/>
                <a:cs typeface="Arial"/>
              </a:rPr>
            </a:br>
            <a:r>
              <a:rPr lang="en-US" sz="1400" dirty="0">
                <a:latin typeface="Arial"/>
                <a:cs typeface="Arial"/>
              </a:rPr>
              <a:t>Security: Medium</a:t>
            </a:r>
            <a:endParaRPr lang="en-US"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80</a:t>
            </a:fld>
            <a:endParaRPr lang="en-US"/>
          </a:p>
        </p:txBody>
      </p:sp>
    </p:spTree>
    <p:extLst>
      <p:ext uri="{BB962C8B-B14F-4D97-AF65-F5344CB8AC3E}">
        <p14:creationId xmlns:p14="http://schemas.microsoft.com/office/powerpoint/2010/main" val="9990417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Hardening Wireless and Mobile Devices</a:t>
            </a:r>
            <a:endParaRPr lang="en-US" sz="1600" dirty="0"/>
          </a:p>
        </p:txBody>
      </p:sp>
      <p:sp>
        <p:nvSpPr>
          <p:cNvPr id="3" name="Text 0"/>
          <p:cNvSpPr>
            <a:spLocks noGrp="1"/>
          </p:cNvSpPr>
          <p:nvPr>
            <p:ph type="body" idx="100" hasCustomPrompt="1"/>
          </p:nvPr>
        </p:nvSpPr>
        <p:spPr>
          <a:xfrm>
            <a:off x="0" y="274320"/>
            <a:ext cx="9144000" cy="46166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Mutual Authentication</a:t>
            </a:r>
            <a:endParaRPr lang="en-US" sz="2200" dirty="0"/>
          </a:p>
        </p:txBody>
      </p:sp>
      <p:sp>
        <p:nvSpPr>
          <p:cNvPr id="5" name="Text 2"/>
          <p:cNvSpPr/>
          <p:nvPr/>
        </p:nvSpPr>
        <p:spPr>
          <a:xfrm>
            <a:off x="455414" y="1037688"/>
            <a:ext cx="8229600" cy="2571750"/>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a:cs typeface="Arial"/>
              </a:rPr>
              <a:t>Your wireless network and its sensitive data are susceptible to unauthorized access by hackers using a wireless connection. But what can you do to prevent an attack?</a:t>
            </a:r>
            <a:endParaRPr lang="en-US" dirty="0">
              <a:solidFill>
                <a:srgbClr val="000000"/>
              </a:solidFill>
              <a:latin typeface="Calibri" panose="020F0502020204030204"/>
              <a:cs typeface="Calibri" panose="020F0502020204030204"/>
            </a:endParaRPr>
          </a:p>
          <a:p>
            <a:pPr>
              <a:lnSpc>
                <a:spcPts val="2000"/>
              </a:lnSpc>
            </a:pPr>
            <a:endParaRPr lang="en-US" sz="1400" dirty="0">
              <a:latin typeface="Arial"/>
              <a:cs typeface="Arial"/>
            </a:endParaRPr>
          </a:p>
          <a:p>
            <a:pPr marL="285750" indent="-285750">
              <a:buFont typeface="Arial"/>
              <a:buChar char="•"/>
            </a:pPr>
            <a:r>
              <a:rPr lang="en-US" sz="1400" b="1" dirty="0">
                <a:latin typeface="Arial"/>
                <a:cs typeface="Arial"/>
              </a:rPr>
              <a:t>Rogue access points</a:t>
            </a:r>
            <a:r>
              <a:rPr lang="en-US" sz="1400" dirty="0">
                <a:latin typeface="Arial"/>
                <a:cs typeface="Arial"/>
              </a:rPr>
              <a:t>: An access point is any hardware device that enables other wireless devices to connect to a wired network. Any device that has a wireless transmitter and hardwired interface to a network can potentially act as a rogue or unauthorized access point.</a:t>
            </a:r>
          </a:p>
          <a:p>
            <a:endParaRPr lang="en-US" sz="1400" dirty="0">
              <a:latin typeface="Arial"/>
              <a:cs typeface="Arial"/>
            </a:endParaRPr>
          </a:p>
          <a:p>
            <a:pPr marL="285750" indent="-285750">
              <a:buFont typeface="Arial"/>
              <a:buChar char="•"/>
            </a:pPr>
            <a:r>
              <a:rPr lang="en-US" sz="1400" dirty="0">
                <a:latin typeface="Arial"/>
                <a:cs typeface="Arial"/>
              </a:rPr>
              <a:t>The rogue access point will often imitate an authorized access point, allowing users to connect to the wireless network but potentially stealing their data or conducting other nefarious activity in the process. </a:t>
            </a:r>
            <a:endParaRPr lang="en-US" dirty="0">
              <a:cs typeface="Calibri" panose="020F0502020204030204"/>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81</a:t>
            </a:fld>
            <a:endParaRPr lang="en-US"/>
          </a:p>
        </p:txBody>
      </p:sp>
    </p:spTree>
    <p:extLst>
      <p:ext uri="{BB962C8B-B14F-4D97-AF65-F5344CB8AC3E}">
        <p14:creationId xmlns:p14="http://schemas.microsoft.com/office/powerpoint/2010/main" val="31376078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Hardening Wireless and Mobile Devices</a:t>
            </a:r>
            <a:endParaRPr lang="en-US" sz="1600" dirty="0"/>
          </a:p>
        </p:txBody>
      </p:sp>
      <p:sp>
        <p:nvSpPr>
          <p:cNvPr id="3" name="Text 0"/>
          <p:cNvSpPr>
            <a:spLocks noGrp="1"/>
          </p:cNvSpPr>
          <p:nvPr>
            <p:ph type="body" idx="100" hasCustomPrompt="1"/>
          </p:nvPr>
        </p:nvSpPr>
        <p:spPr>
          <a:xfrm>
            <a:off x="0" y="274320"/>
            <a:ext cx="9144000" cy="439358"/>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Mutual Authentication (Cont.)</a:t>
            </a:r>
            <a:endParaRPr lang="en-US" sz="2200" dirty="0"/>
          </a:p>
        </p:txBody>
      </p:sp>
      <p:sp>
        <p:nvSpPr>
          <p:cNvPr id="5" name="Text 2"/>
          <p:cNvSpPr/>
          <p:nvPr/>
        </p:nvSpPr>
        <p:spPr>
          <a:xfrm>
            <a:off x="455414" y="995946"/>
            <a:ext cx="8229600" cy="1203790"/>
          </a:xfrm>
          <a:prstGeom prst="rect">
            <a:avLst/>
          </a:prstGeom>
          <a:noFill/>
          <a:ln/>
        </p:spPr>
        <p:txBody>
          <a:bodyPr wrap="square" lIns="91440" tIns="45720" rIns="91440" bIns="45720" rtlCol="0" anchor="t"/>
          <a:lstStyle/>
          <a:p>
            <a:r>
              <a:rPr lang="en-US" sz="1400" b="1" dirty="0">
                <a:solidFill>
                  <a:srgbClr val="000000"/>
                </a:solidFill>
                <a:latin typeface="Arial"/>
                <a:cs typeface="Arial"/>
              </a:rPr>
              <a:t>Preventing attacks: </a:t>
            </a:r>
            <a:r>
              <a:rPr lang="en-US" sz="1400" dirty="0">
                <a:solidFill>
                  <a:srgbClr val="000000"/>
                </a:solidFill>
                <a:latin typeface="Arial"/>
                <a:cs typeface="Arial"/>
              </a:rPr>
              <a:t>When you connect to a </a:t>
            </a:r>
            <a:r>
              <a:rPr lang="en-US" sz="1400" dirty="0">
                <a:latin typeface="Arial"/>
                <a:cs typeface="Arial"/>
              </a:rPr>
              <a:t>rogue access point, the imposter who set it up can request </a:t>
            </a:r>
            <a:r>
              <a:rPr lang="en-US" sz="1400" dirty="0">
                <a:solidFill>
                  <a:srgbClr val="000000"/>
                </a:solidFill>
                <a:latin typeface="Arial"/>
                <a:cs typeface="Arial"/>
              </a:rPr>
              <a:t>and </a:t>
            </a:r>
            <a:r>
              <a:rPr lang="en-US" sz="1400" dirty="0">
                <a:latin typeface="Arial"/>
                <a:cs typeface="Arial"/>
              </a:rPr>
              <a:t>copy </a:t>
            </a:r>
            <a:r>
              <a:rPr lang="en-US" sz="1400" dirty="0">
                <a:solidFill>
                  <a:srgbClr val="000000"/>
                </a:solidFill>
                <a:latin typeface="Arial"/>
                <a:cs typeface="Arial"/>
              </a:rPr>
              <a:t>data </a:t>
            </a:r>
            <a:r>
              <a:rPr lang="en-US" sz="1400" dirty="0">
                <a:latin typeface="Arial"/>
                <a:cs typeface="Arial"/>
              </a:rPr>
              <a:t>from your device. </a:t>
            </a:r>
            <a:endParaRPr lang="en-US" sz="1400">
              <a:latin typeface="Arial"/>
              <a:cs typeface="Arial"/>
            </a:endParaRPr>
          </a:p>
          <a:p>
            <a:endParaRPr lang="en-US" sz="1400" dirty="0">
              <a:latin typeface="Arial"/>
              <a:cs typeface="Arial"/>
            </a:endParaRPr>
          </a:p>
          <a:p>
            <a:r>
              <a:rPr lang="en-US" sz="1400" dirty="0">
                <a:latin typeface="Arial"/>
                <a:cs typeface="Arial"/>
              </a:rPr>
              <a:t>Mutual authentication is two-way authentication that</a:t>
            </a:r>
            <a:r>
              <a:rPr lang="en-US" sz="1400" dirty="0">
                <a:solidFill>
                  <a:srgbClr val="000000"/>
                </a:solidFill>
                <a:latin typeface="Arial"/>
                <a:cs typeface="Arial"/>
              </a:rPr>
              <a:t> can prevent </a:t>
            </a:r>
            <a:r>
              <a:rPr lang="en-US" sz="1400" dirty="0">
                <a:latin typeface="Arial"/>
                <a:cs typeface="Arial"/>
              </a:rPr>
              <a:t>rogue access points. It is a process in which both entities in a communications link authenticate each other before they connect. </a:t>
            </a:r>
          </a:p>
          <a:p>
            <a:pPr>
              <a:lnSpc>
                <a:spcPts val="2000"/>
              </a:lnSpc>
            </a:pPr>
            <a:endParaRPr lang="en-US" sz="1400" dirty="0">
              <a:latin typeface="Arial"/>
              <a:cs typeface="Arial"/>
            </a:endParaRPr>
          </a:p>
          <a:p>
            <a:pPr>
              <a:lnSpc>
                <a:spcPts val="2000"/>
              </a:lnSpc>
            </a:pPr>
            <a:endParaRPr lang="en-US" sz="1400" dirty="0">
              <a:latin typeface="Arial"/>
              <a:cs typeface="Arial"/>
            </a:endParaRPr>
          </a:p>
        </p:txBody>
      </p:sp>
      <p:pic>
        <p:nvPicPr>
          <p:cNvPr id="4" name="Picture 5" descr="Diagram&#10;&#10;Description automatically generated">
            <a:extLst>
              <a:ext uri="{FF2B5EF4-FFF2-40B4-BE49-F238E27FC236}">
                <a16:creationId xmlns:a16="http://schemas.microsoft.com/office/drawing/2014/main" id="{EA5F2BFB-D27B-F37E-0BDE-CD0B768AD587}"/>
              </a:ext>
            </a:extLst>
          </p:cNvPr>
          <p:cNvPicPr>
            <a:picLocks noChangeAspect="1"/>
          </p:cNvPicPr>
          <p:nvPr/>
        </p:nvPicPr>
        <p:blipFill>
          <a:blip r:embed="rId3"/>
          <a:stretch>
            <a:fillRect/>
          </a:stretch>
        </p:blipFill>
        <p:spPr>
          <a:xfrm>
            <a:off x="2711626" y="2132693"/>
            <a:ext cx="3720242" cy="295704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82</a:t>
            </a:fld>
            <a:endParaRPr lang="en-US"/>
          </a:p>
        </p:txBody>
      </p:sp>
    </p:spTree>
    <p:extLst>
      <p:ext uri="{BB962C8B-B14F-4D97-AF65-F5344CB8AC3E}">
        <p14:creationId xmlns:p14="http://schemas.microsoft.com/office/powerpoint/2010/main" val="88302348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Hardening Wireless and Mobile Devices</a:t>
            </a:r>
            <a:endParaRPr lang="en-US" sz="1600" dirty="0"/>
          </a:p>
        </p:txBody>
      </p:sp>
      <p:sp>
        <p:nvSpPr>
          <p:cNvPr id="3" name="Text 0"/>
          <p:cNvSpPr>
            <a:spLocks noGrp="1"/>
          </p:cNvSpPr>
          <p:nvPr>
            <p:ph type="body" idx="100" hasCustomPrompt="1"/>
          </p:nvPr>
        </p:nvSpPr>
        <p:spPr>
          <a:xfrm>
            <a:off x="0" y="274320"/>
            <a:ext cx="9144000" cy="433782"/>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Communication Methods</a:t>
            </a:r>
            <a:endParaRPr lang="en-US" sz="2200" dirty="0"/>
          </a:p>
        </p:txBody>
      </p:sp>
      <p:sp>
        <p:nvSpPr>
          <p:cNvPr id="5" name="Text 2"/>
          <p:cNvSpPr/>
          <p:nvPr/>
        </p:nvSpPr>
        <p:spPr>
          <a:xfrm>
            <a:off x="501503" y="1065342"/>
            <a:ext cx="8229600" cy="3010654"/>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a:cs typeface="Arial"/>
              </a:rPr>
              <a:t>Mobile devices connect and communicate in the following ways:</a:t>
            </a:r>
          </a:p>
          <a:p>
            <a:pPr>
              <a:lnSpc>
                <a:spcPts val="2000"/>
              </a:lnSpc>
            </a:pPr>
            <a:endParaRPr lang="en-US" sz="1400" dirty="0">
              <a:latin typeface="Arial"/>
              <a:cs typeface="Arial"/>
            </a:endParaRPr>
          </a:p>
          <a:p>
            <a:r>
              <a:rPr lang="en-US" sz="1400" b="1" dirty="0">
                <a:latin typeface="Arial"/>
                <a:ea typeface="+mn-lt"/>
                <a:cs typeface="Arial"/>
              </a:rPr>
              <a:t>Wi-Fi and Bluetooth</a:t>
            </a:r>
            <a:endParaRPr lang="en-US" b="1" dirty="0">
              <a:latin typeface="Calibri"/>
              <a:ea typeface="+mn-lt"/>
              <a:cs typeface="Calibri"/>
            </a:endParaRPr>
          </a:p>
          <a:p>
            <a:pPr marL="285750" indent="-285750">
              <a:buFont typeface="Arial"/>
              <a:buChar char="•"/>
            </a:pPr>
            <a:r>
              <a:rPr lang="en-US" sz="1400" dirty="0">
                <a:latin typeface="Arial"/>
                <a:ea typeface="+mn-lt"/>
                <a:cs typeface="Arial"/>
              </a:rPr>
              <a:t>Mobile devices can use wireless signals such as Wi-Fi and Bluetooth. </a:t>
            </a:r>
          </a:p>
          <a:p>
            <a:pPr>
              <a:lnSpc>
                <a:spcPts val="2000"/>
              </a:lnSpc>
            </a:pPr>
            <a:endParaRPr lang="en-US" sz="1400" dirty="0">
              <a:latin typeface="Arial"/>
              <a:cs typeface="Arial"/>
            </a:endParaRPr>
          </a:p>
          <a:p>
            <a:r>
              <a:rPr lang="en-US" sz="1400" b="1" dirty="0">
                <a:latin typeface="Arial"/>
                <a:cs typeface="Arial"/>
              </a:rPr>
              <a:t>Near-field communication</a:t>
            </a:r>
            <a:endParaRPr lang="en-US" b="1" dirty="0"/>
          </a:p>
          <a:p>
            <a:pPr marL="285750" indent="-285750">
              <a:buFont typeface="Arial"/>
              <a:buChar char="•"/>
            </a:pPr>
            <a:r>
              <a:rPr lang="en-US" sz="1400" dirty="0">
                <a:latin typeface="Arial"/>
                <a:cs typeface="Arial"/>
              </a:rPr>
              <a:t>Near-field communication (NFC) allows contactless communication between devices. NFC chips use electromagnetic fields to enable contactless payments, meaning, for instance, that you simply hold your device close to a payment terminal to process payment.</a:t>
            </a:r>
            <a:endParaRPr lang="en-US" dirty="0">
              <a:cs typeface="Calibri" panose="020F0502020204030204"/>
            </a:endParaRPr>
          </a:p>
          <a:p>
            <a:endParaRPr lang="en-US" sz="1400" dirty="0">
              <a:latin typeface="Arial"/>
              <a:cs typeface="Arial"/>
            </a:endParaRPr>
          </a:p>
          <a:p>
            <a:r>
              <a:rPr lang="en-US" sz="1400" b="1" dirty="0">
                <a:latin typeface="Arial"/>
                <a:cs typeface="Arial"/>
              </a:rPr>
              <a:t>Infrared</a:t>
            </a:r>
            <a:endParaRPr lang="en-US" b="1" dirty="0"/>
          </a:p>
          <a:p>
            <a:pPr marL="285750" indent="-285750">
              <a:buFont typeface="Arial"/>
              <a:buChar char="•"/>
            </a:pPr>
            <a:r>
              <a:rPr lang="en-US" sz="1400" dirty="0">
                <a:latin typeface="Arial"/>
                <a:cs typeface="Arial"/>
              </a:rPr>
              <a:t>Infrared (IR) provides short-range communication using an IR receiver. For example, IR allows you to control your television through your cell phone.</a:t>
            </a:r>
            <a:endParaRPr lang="en-US" dirty="0">
              <a:cs typeface="Calibri" panose="020F0502020204030204"/>
            </a:endParaRPr>
          </a:p>
          <a:p>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83</a:t>
            </a:fld>
            <a:endParaRPr lang="en-US"/>
          </a:p>
        </p:txBody>
      </p:sp>
    </p:spTree>
    <p:extLst>
      <p:ext uri="{BB962C8B-B14F-4D97-AF65-F5344CB8AC3E}">
        <p14:creationId xmlns:p14="http://schemas.microsoft.com/office/powerpoint/2010/main" val="285143020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Hardening Wireless and Mobile Devices</a:t>
            </a:r>
            <a:endParaRPr lang="en-US" sz="1600" dirty="0"/>
          </a:p>
        </p:txBody>
      </p:sp>
      <p:sp>
        <p:nvSpPr>
          <p:cNvPr id="3" name="Text 0"/>
          <p:cNvSpPr>
            <a:spLocks noGrp="1"/>
          </p:cNvSpPr>
          <p:nvPr>
            <p:ph type="body" idx="100" hasCustomPrompt="1"/>
          </p:nvPr>
        </p:nvSpPr>
        <p:spPr>
          <a:xfrm>
            <a:off x="0" y="274320"/>
            <a:ext cx="9144000" cy="50069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Communication Methods (Cont.)</a:t>
            </a:r>
            <a:endParaRPr lang="en-US" sz="2200" dirty="0"/>
          </a:p>
        </p:txBody>
      </p:sp>
      <p:sp>
        <p:nvSpPr>
          <p:cNvPr id="5" name="Text 2"/>
          <p:cNvSpPr/>
          <p:nvPr/>
        </p:nvSpPr>
        <p:spPr>
          <a:xfrm>
            <a:off x="455414" y="1227109"/>
            <a:ext cx="8229600" cy="2571750"/>
          </a:xfrm>
          <a:prstGeom prst="rect">
            <a:avLst/>
          </a:prstGeom>
          <a:noFill/>
          <a:ln/>
        </p:spPr>
        <p:txBody>
          <a:bodyPr wrap="square" lIns="91440" tIns="45720" rIns="91440" bIns="45720" rtlCol="0" anchor="t"/>
          <a:lstStyle/>
          <a:p>
            <a:r>
              <a:rPr lang="en-US" sz="1400" b="1" dirty="0">
                <a:solidFill>
                  <a:srgbClr val="000000"/>
                </a:solidFill>
                <a:latin typeface="Arial"/>
                <a:cs typeface="Arial"/>
              </a:rPr>
              <a:t>USB</a:t>
            </a:r>
            <a:r>
              <a:rPr lang="en-US" sz="1400" b="1" dirty="0">
                <a:latin typeface="Arial"/>
                <a:cs typeface="Arial"/>
              </a:rPr>
              <a:t> communication</a:t>
            </a:r>
            <a:endParaRPr lang="en-US" b="1" dirty="0"/>
          </a:p>
          <a:p>
            <a:pPr marL="285750" indent="-285750">
              <a:buFont typeface="Arial"/>
              <a:buChar char="•"/>
            </a:pPr>
            <a:r>
              <a:rPr lang="en-US" sz="1400" dirty="0">
                <a:latin typeface="Arial"/>
                <a:cs typeface="Arial"/>
              </a:rPr>
              <a:t>The only type of communication on this list that is wired, USB communication allows you to use your smartphone for data or audio storage. </a:t>
            </a:r>
            <a:endParaRPr lang="en-US" dirty="0">
              <a:latin typeface="Calibri" panose="020F0502020204030204"/>
              <a:cs typeface="Calibri" panose="020F0502020204030204"/>
            </a:endParaRPr>
          </a:p>
          <a:p>
            <a:pPr marL="285750" indent="-285750">
              <a:buFont typeface="Arial"/>
              <a:buChar char="•"/>
            </a:pPr>
            <a:r>
              <a:rPr lang="en-US" sz="1400" dirty="0">
                <a:latin typeface="Arial"/>
                <a:cs typeface="Arial"/>
              </a:rPr>
              <a:t>USB connectivity also allows </a:t>
            </a:r>
            <a:r>
              <a:rPr lang="en-US" sz="1400" dirty="0">
                <a:solidFill>
                  <a:srgbClr val="000000"/>
                </a:solidFill>
                <a:latin typeface="Arial"/>
                <a:cs typeface="Arial"/>
              </a:rPr>
              <a:t>a mobile </a:t>
            </a:r>
            <a:r>
              <a:rPr lang="en-US" sz="1400" dirty="0">
                <a:latin typeface="Arial"/>
                <a:cs typeface="Arial"/>
              </a:rPr>
              <a:t>device to function </a:t>
            </a:r>
            <a:r>
              <a:rPr lang="en-US" sz="1400" dirty="0">
                <a:latin typeface="Arial"/>
                <a:ea typeface="+mn-lt"/>
                <a:cs typeface="Arial"/>
              </a:rPr>
              <a:t>as </a:t>
            </a:r>
            <a:r>
              <a:rPr lang="en-US" sz="1400" dirty="0">
                <a:latin typeface="Arial"/>
                <a:cs typeface="Arial"/>
              </a:rPr>
              <a:t>a modem or fax</a:t>
            </a:r>
            <a:r>
              <a:rPr lang="en-US" sz="1400" dirty="0">
                <a:latin typeface="Arial"/>
                <a:ea typeface="+mn-lt"/>
                <a:cs typeface="Arial"/>
              </a:rPr>
              <a:t>. </a:t>
            </a:r>
            <a:endParaRPr lang="en-US" dirty="0">
              <a:latin typeface="Calibri" panose="020F0502020204030204"/>
              <a:ea typeface="+mn-lt"/>
              <a:cs typeface="Calibri" panose="020F0502020204030204"/>
            </a:endParaRPr>
          </a:p>
          <a:p>
            <a:pPr marL="285750" indent="-285750">
              <a:buFont typeface="Arial"/>
              <a:buChar char="•"/>
            </a:pPr>
            <a:r>
              <a:rPr lang="en-US" sz="1400" dirty="0">
                <a:latin typeface="Arial"/>
                <a:ea typeface="+mn-lt"/>
                <a:cs typeface="Arial"/>
              </a:rPr>
              <a:t>You can connect a mobile device </a:t>
            </a:r>
            <a:r>
              <a:rPr lang="en-US" sz="1400" dirty="0">
                <a:latin typeface="Arial"/>
                <a:cs typeface="Arial"/>
              </a:rPr>
              <a:t>to forensic acquisition devices via the USB port if you need to gather information for an investigation.</a:t>
            </a:r>
            <a:endParaRPr lang="en-US" dirty="0">
              <a:cs typeface="Calibri" panose="020F0502020204030204"/>
            </a:endParaRPr>
          </a:p>
          <a:p>
            <a:pPr>
              <a:lnSpc>
                <a:spcPts val="2000"/>
              </a:lnSpc>
            </a:pPr>
            <a:endParaRPr lang="en-US" sz="1400" dirty="0">
              <a:latin typeface="Arial"/>
              <a:cs typeface="Arial"/>
            </a:endParaRPr>
          </a:p>
          <a:p>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84</a:t>
            </a:fld>
            <a:endParaRPr lang="en-US"/>
          </a:p>
        </p:txBody>
      </p:sp>
    </p:spTree>
    <p:extLst>
      <p:ext uri="{BB962C8B-B14F-4D97-AF65-F5344CB8AC3E}">
        <p14:creationId xmlns:p14="http://schemas.microsoft.com/office/powerpoint/2010/main" val="5298536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Hardening Wireless and Mobile Devices</a:t>
            </a:r>
            <a:endParaRPr lang="en-US" sz="1600" dirty="0"/>
          </a:p>
        </p:txBody>
      </p:sp>
      <p:sp>
        <p:nvSpPr>
          <p:cNvPr id="3" name="Text 0"/>
          <p:cNvSpPr>
            <a:spLocks noGrp="1"/>
          </p:cNvSpPr>
          <p:nvPr>
            <p:ph type="body" idx="100" hasCustomPrompt="1"/>
          </p:nvPr>
        </p:nvSpPr>
        <p:spPr>
          <a:xfrm>
            <a:off x="0" y="274320"/>
            <a:ext cx="9144000" cy="41148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Mobile Device Management</a:t>
            </a:r>
            <a:endParaRPr lang="en-US" sz="2200" dirty="0"/>
          </a:p>
        </p:txBody>
      </p:sp>
      <p:sp>
        <p:nvSpPr>
          <p:cNvPr id="5" name="Text 2"/>
          <p:cNvSpPr/>
          <p:nvPr/>
        </p:nvSpPr>
        <p:spPr>
          <a:xfrm>
            <a:off x="409325" y="734018"/>
            <a:ext cx="8229600" cy="4226171"/>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000000"/>
                </a:solidFill>
                <a:latin typeface="Arial"/>
                <a:cs typeface="Arial"/>
              </a:rPr>
              <a:t>A mobile device issued by an organization can contain both personal and organizational data — it can be either corporate-owned or corporate-owned personally enabled (COPE).</a:t>
            </a:r>
            <a:endParaRPr lang="en-US" dirty="0">
              <a:cs typeface="Calibri" panose="020F0502020204030204"/>
            </a:endParaRPr>
          </a:p>
          <a:p>
            <a:endParaRPr lang="en-US" sz="1400" dirty="0">
              <a:solidFill>
                <a:srgbClr val="000000"/>
              </a:solidFill>
              <a:latin typeface="Arial"/>
              <a:ea typeface="Arial" pitchFamily="34" charset="-122"/>
              <a:cs typeface="Arial"/>
            </a:endParaRPr>
          </a:p>
          <a:p>
            <a:pPr marL="285750" indent="-285750">
              <a:buFont typeface="Arial"/>
              <a:buChar char="•"/>
            </a:pPr>
            <a:r>
              <a:rPr lang="en-US" sz="1400" dirty="0">
                <a:solidFill>
                  <a:srgbClr val="000000"/>
                </a:solidFill>
                <a:latin typeface="Arial"/>
                <a:ea typeface="Arial" pitchFamily="34" charset="-122"/>
                <a:cs typeface="Arial"/>
              </a:rPr>
              <a:t>An organization may also have a bring-your-own-device (BYOD) option. Security and data protection policies need to be applied when there is sensitive corporate information on a user’s device.</a:t>
            </a:r>
            <a:endParaRPr lang="en-US" dirty="0">
              <a:cs typeface="Calibri" panose="020F0502020204030204"/>
            </a:endParaRPr>
          </a:p>
          <a:p>
            <a:pPr marL="285750" indent="-285750">
              <a:buFont typeface="Arial"/>
              <a:buChar char="•"/>
            </a:pPr>
            <a:endParaRPr lang="en-US" sz="1400" dirty="0">
              <a:latin typeface="Arial"/>
              <a:cs typeface="Arial"/>
            </a:endParaRPr>
          </a:p>
          <a:p>
            <a:r>
              <a:rPr lang="en-US" sz="1400" dirty="0">
                <a:latin typeface="Arial"/>
                <a:cs typeface="Arial"/>
              </a:rPr>
              <a:t>Mobile device management methods can include:</a:t>
            </a:r>
          </a:p>
          <a:p>
            <a:endParaRPr lang="en-US" sz="1400" b="1" dirty="0">
              <a:latin typeface="Arial"/>
              <a:cs typeface="Arial"/>
            </a:endParaRPr>
          </a:p>
          <a:p>
            <a:r>
              <a:rPr lang="en-US" sz="1400" b="1" dirty="0">
                <a:latin typeface="Arial"/>
                <a:cs typeface="Arial"/>
              </a:rPr>
              <a:t>Storage segmentation and containerization</a:t>
            </a:r>
            <a:endParaRPr lang="en-US" b="1" dirty="0"/>
          </a:p>
          <a:p>
            <a:pPr marL="285750" indent="-285750">
              <a:buFont typeface="Arial"/>
              <a:buChar char="•"/>
            </a:pPr>
            <a:r>
              <a:rPr lang="en-US" sz="1400" dirty="0">
                <a:latin typeface="Arial"/>
                <a:cs typeface="Arial"/>
              </a:rPr>
              <a:t>Storage segmentation and containerization allow you to separate personal and work content on a device. It provides an authenticated, encrypted area that separates sensitive company information from the user’s personal data.</a:t>
            </a:r>
            <a:endParaRPr lang="en-US" dirty="0">
              <a:cs typeface="Calibri" panose="020F0502020204030204"/>
            </a:endParaRPr>
          </a:p>
          <a:p>
            <a:endParaRPr lang="en-US" sz="1400" dirty="0">
              <a:latin typeface="Arial"/>
              <a:cs typeface="Arial"/>
            </a:endParaRPr>
          </a:p>
          <a:p>
            <a:pPr marL="285750" indent="-285750">
              <a:buFont typeface="Arial"/>
              <a:buChar char="•"/>
            </a:pPr>
            <a:r>
              <a:rPr lang="en-US" sz="1400" dirty="0">
                <a:latin typeface="Arial"/>
                <a:cs typeface="Arial"/>
              </a:rPr>
              <a:t>Containerization also enables us to:</a:t>
            </a:r>
            <a:endParaRPr lang="en-US" dirty="0">
              <a:cs typeface="Calibri" panose="020F0502020204030204"/>
            </a:endParaRPr>
          </a:p>
          <a:p>
            <a:pPr marL="1200150" lvl="2" indent="-285750">
              <a:buFont typeface="Arial"/>
              <a:buChar char="•"/>
            </a:pPr>
            <a:r>
              <a:rPr lang="en-US" sz="1400" dirty="0">
                <a:latin typeface="Arial"/>
                <a:cs typeface="Arial"/>
              </a:rPr>
              <a:t>Isolate apps</a:t>
            </a:r>
            <a:endParaRPr lang="en-US" dirty="0">
              <a:latin typeface="Calibri"/>
              <a:cs typeface="Calibri"/>
            </a:endParaRPr>
          </a:p>
          <a:p>
            <a:pPr marL="1200150" lvl="2" indent="-285750">
              <a:buFont typeface="Arial"/>
              <a:buChar char="•"/>
            </a:pPr>
            <a:r>
              <a:rPr lang="en-US" sz="1400" dirty="0">
                <a:latin typeface="Arial"/>
                <a:cs typeface="Arial"/>
              </a:rPr>
              <a:t>Control app functions</a:t>
            </a:r>
            <a:endParaRPr lang="en-US" dirty="0">
              <a:cs typeface="Calibri"/>
            </a:endParaRPr>
          </a:p>
          <a:p>
            <a:pPr marL="1200150" lvl="2" indent="-285750">
              <a:buFont typeface="Arial"/>
              <a:buChar char="•"/>
            </a:pPr>
            <a:r>
              <a:rPr lang="en-US" sz="1400" dirty="0">
                <a:latin typeface="Arial"/>
                <a:cs typeface="Arial"/>
              </a:rPr>
              <a:t>Delete container information</a:t>
            </a:r>
            <a:endParaRPr lang="en-US" dirty="0">
              <a:latin typeface="Calibri"/>
              <a:cs typeface="Calibri"/>
            </a:endParaRPr>
          </a:p>
          <a:p>
            <a:pPr marL="1200150" lvl="2" indent="-285750">
              <a:buFont typeface="Arial"/>
              <a:buChar char="•"/>
            </a:pPr>
            <a:r>
              <a:rPr lang="en-US" sz="1400" dirty="0">
                <a:latin typeface="Arial"/>
                <a:cs typeface="Arial"/>
              </a:rPr>
              <a:t>Remotely wipe the device</a:t>
            </a:r>
            <a:endParaRPr lang="en-US" dirty="0">
              <a:cs typeface="Calibri"/>
            </a:endParaRPr>
          </a:p>
          <a:p>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85</a:t>
            </a:fld>
            <a:endParaRPr lang="en-US"/>
          </a:p>
        </p:txBody>
      </p:sp>
    </p:spTree>
    <p:extLst>
      <p:ext uri="{BB962C8B-B14F-4D97-AF65-F5344CB8AC3E}">
        <p14:creationId xmlns:p14="http://schemas.microsoft.com/office/powerpoint/2010/main" val="10870856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Hardening Wireless and Mobile Devices</a:t>
            </a:r>
            <a:endParaRPr lang="en-US" sz="1600" dirty="0"/>
          </a:p>
        </p:txBody>
      </p:sp>
      <p:sp>
        <p:nvSpPr>
          <p:cNvPr id="3" name="Text 0"/>
          <p:cNvSpPr>
            <a:spLocks noGrp="1"/>
          </p:cNvSpPr>
          <p:nvPr>
            <p:ph type="body" idx="100" hasCustomPrompt="1"/>
          </p:nvPr>
        </p:nvSpPr>
        <p:spPr>
          <a:xfrm>
            <a:off x="0" y="274320"/>
            <a:ext cx="9144000" cy="433782"/>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Mobile Device Management (Cont.)</a:t>
            </a:r>
            <a:endParaRPr lang="en-US" sz="2200" dirty="0"/>
          </a:p>
        </p:txBody>
      </p:sp>
      <p:sp>
        <p:nvSpPr>
          <p:cNvPr id="5" name="Text 2"/>
          <p:cNvSpPr/>
          <p:nvPr/>
        </p:nvSpPr>
        <p:spPr>
          <a:xfrm>
            <a:off x="455414" y="1075433"/>
            <a:ext cx="8229600" cy="2571750"/>
          </a:xfrm>
          <a:prstGeom prst="rect">
            <a:avLst/>
          </a:prstGeom>
          <a:noFill/>
          <a:ln/>
        </p:spPr>
        <p:txBody>
          <a:bodyPr wrap="square" lIns="91440" tIns="45720" rIns="91440" bIns="45720" rtlCol="0" anchor="t"/>
          <a:lstStyle/>
          <a:p>
            <a:r>
              <a:rPr lang="en-US" sz="1400" b="1" dirty="0">
                <a:solidFill>
                  <a:srgbClr val="000000"/>
                </a:solidFill>
                <a:latin typeface="Arial"/>
                <a:cs typeface="Arial"/>
              </a:rPr>
              <a:t>Content</a:t>
            </a:r>
            <a:r>
              <a:rPr lang="en-US" sz="1400" b="1" dirty="0">
                <a:latin typeface="Arial"/>
                <a:cs typeface="Arial"/>
              </a:rPr>
              <a:t> management</a:t>
            </a:r>
            <a:endParaRPr lang="en-US" b="1" dirty="0"/>
          </a:p>
          <a:p>
            <a:pPr marL="285750" indent="-285750">
              <a:buFont typeface="Arial"/>
              <a:buChar char="•"/>
            </a:pPr>
            <a:r>
              <a:rPr lang="en-US" sz="1400" dirty="0">
                <a:latin typeface="Arial"/>
                <a:cs typeface="Arial"/>
              </a:rPr>
              <a:t>An </a:t>
            </a:r>
            <a:r>
              <a:rPr lang="en-US" sz="1400" dirty="0">
                <a:solidFill>
                  <a:srgbClr val="000000"/>
                </a:solidFill>
                <a:latin typeface="Arial"/>
                <a:cs typeface="Arial"/>
              </a:rPr>
              <a:t>organization needs to</a:t>
            </a:r>
            <a:r>
              <a:rPr lang="en-US" sz="1400" dirty="0">
                <a:latin typeface="Arial"/>
                <a:cs typeface="Arial"/>
              </a:rPr>
              <a:t> consider the security risks involved in using applications that share </a:t>
            </a:r>
            <a:r>
              <a:rPr lang="en-US" sz="1400" dirty="0">
                <a:solidFill>
                  <a:srgbClr val="000000"/>
                </a:solidFill>
                <a:latin typeface="Arial"/>
                <a:cs typeface="Arial"/>
              </a:rPr>
              <a:t>data — </a:t>
            </a:r>
            <a:r>
              <a:rPr lang="en-US" sz="1400" dirty="0">
                <a:latin typeface="Arial"/>
                <a:cs typeface="Arial"/>
              </a:rPr>
              <a:t>for example, Dropbox, Box, Google Drive, and iCloud. An identity-management security system </a:t>
            </a:r>
            <a:r>
              <a:rPr lang="en-US" sz="1400" dirty="0">
                <a:solidFill>
                  <a:srgbClr val="000000"/>
                </a:solidFill>
                <a:latin typeface="Arial"/>
                <a:cs typeface="Arial"/>
              </a:rPr>
              <a:t>can be </a:t>
            </a:r>
            <a:r>
              <a:rPr lang="en-US" sz="1400" dirty="0">
                <a:latin typeface="Arial"/>
                <a:cs typeface="Arial"/>
              </a:rPr>
              <a:t>used to control what </a:t>
            </a:r>
            <a:r>
              <a:rPr lang="en-US" sz="1400" dirty="0">
                <a:solidFill>
                  <a:srgbClr val="000000"/>
                </a:solidFill>
                <a:latin typeface="Arial"/>
                <a:ea typeface="Arial" pitchFamily="34" charset="-122"/>
                <a:cs typeface="Arial"/>
              </a:rPr>
              <a:t>data </a:t>
            </a:r>
            <a:r>
              <a:rPr lang="en-US" sz="1400" dirty="0">
                <a:latin typeface="Arial"/>
                <a:cs typeface="Arial"/>
              </a:rPr>
              <a:t>a user can access.</a:t>
            </a:r>
            <a:endParaRPr lang="en-US" dirty="0">
              <a:cs typeface="Calibri" panose="020F0502020204030204"/>
            </a:endParaRPr>
          </a:p>
          <a:p>
            <a:endParaRPr lang="en-US" sz="1400" dirty="0">
              <a:latin typeface="Arial"/>
              <a:cs typeface="Arial"/>
            </a:endParaRPr>
          </a:p>
          <a:p>
            <a:r>
              <a:rPr lang="en-US" sz="1400" b="1" dirty="0">
                <a:latin typeface="Arial"/>
                <a:cs typeface="Arial"/>
              </a:rPr>
              <a:t>Application management</a:t>
            </a:r>
            <a:endParaRPr lang="en-US" b="1" dirty="0"/>
          </a:p>
          <a:p>
            <a:pPr marL="285750" indent="-285750">
              <a:buFont typeface="Arial"/>
              <a:buChar char="•"/>
            </a:pPr>
            <a:r>
              <a:rPr lang="en-US" sz="1400" dirty="0">
                <a:latin typeface="Arial"/>
                <a:cs typeface="Arial"/>
              </a:rPr>
              <a:t>Whitelisting allows you to </a:t>
            </a:r>
            <a:r>
              <a:rPr lang="en-US" sz="1400" b="1" dirty="0">
                <a:latin typeface="Arial"/>
                <a:cs typeface="Arial"/>
              </a:rPr>
              <a:t>digitally sign</a:t>
            </a:r>
            <a:r>
              <a:rPr lang="en-US" sz="1400" dirty="0">
                <a:latin typeface="Arial"/>
                <a:cs typeface="Arial"/>
              </a:rPr>
              <a:t> applications so that you can authorize which applications users can install. This helps to ensure that installed applications come from a trusted source.</a:t>
            </a:r>
            <a:endParaRPr lang="en-US" dirty="0">
              <a:latin typeface="Calibri" panose="020F0502020204030204"/>
              <a:cs typeface="Calibri"/>
            </a:endParaRPr>
          </a:p>
          <a:p>
            <a:pPr marL="285750" indent="-285750">
              <a:buFont typeface="Arial"/>
              <a:buChar char="•"/>
            </a:pPr>
            <a:r>
              <a:rPr lang="en-US" sz="1400" dirty="0">
                <a:latin typeface="Arial"/>
                <a:cs typeface="Arial"/>
              </a:rPr>
              <a:t>Authentication using strong passwords is a best practice for those applications that require user credentials.</a:t>
            </a:r>
            <a:endParaRPr lang="en-US" dirty="0">
              <a:cs typeface="Calibri"/>
            </a:endParaRPr>
          </a:p>
          <a:p>
            <a:endParaRPr lang="en-US" sz="1400" dirty="0">
              <a:latin typeface="Arial"/>
              <a:cs typeface="Arial"/>
            </a:endParaRPr>
          </a:p>
          <a:p>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86</a:t>
            </a:fld>
            <a:endParaRPr lang="en-US"/>
          </a:p>
        </p:txBody>
      </p:sp>
    </p:spTree>
    <p:extLst>
      <p:ext uri="{BB962C8B-B14F-4D97-AF65-F5344CB8AC3E}">
        <p14:creationId xmlns:p14="http://schemas.microsoft.com/office/powerpoint/2010/main" val="404814176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Hardening Wireless and Mobile Devices</a:t>
            </a:r>
            <a:endParaRPr lang="en-US" sz="1600" dirty="0"/>
          </a:p>
        </p:txBody>
      </p:sp>
      <p:sp>
        <p:nvSpPr>
          <p:cNvPr id="3" name="Text 0"/>
          <p:cNvSpPr>
            <a:spLocks noGrp="1"/>
          </p:cNvSpPr>
          <p:nvPr>
            <p:ph type="body" idx="100" hasCustomPrompt="1"/>
          </p:nvPr>
        </p:nvSpPr>
        <p:spPr>
          <a:xfrm>
            <a:off x="0" y="274320"/>
            <a:ext cx="9144000" cy="433782"/>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Mobile Device Protections</a:t>
            </a:r>
            <a:endParaRPr lang="en-US" sz="2200" dirty="0"/>
          </a:p>
        </p:txBody>
      </p:sp>
      <p:sp>
        <p:nvSpPr>
          <p:cNvPr id="5" name="Text 2"/>
          <p:cNvSpPr/>
          <p:nvPr/>
        </p:nvSpPr>
        <p:spPr>
          <a:xfrm>
            <a:off x="455414" y="1101924"/>
            <a:ext cx="8229600" cy="2571750"/>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a:cs typeface="Arial"/>
              </a:rPr>
              <a:t>Whether a mobile device is owned by the organization or is a personal device used for work, measures need to be put in place to keep it safe from cyber threats.</a:t>
            </a:r>
            <a:endParaRPr lang="en-US" dirty="0">
              <a:solidFill>
                <a:srgbClr val="000000"/>
              </a:solidFill>
              <a:latin typeface="Calibri" panose="020F0502020204030204"/>
              <a:cs typeface="Calibri" panose="020F0502020204030204"/>
            </a:endParaRPr>
          </a:p>
          <a:p>
            <a:pPr>
              <a:lnSpc>
                <a:spcPts val="2000"/>
              </a:lnSpc>
            </a:pPr>
            <a:endParaRPr lang="en-US" sz="1400" dirty="0">
              <a:latin typeface="Arial"/>
              <a:cs typeface="Arial"/>
            </a:endParaRPr>
          </a:p>
          <a:p>
            <a:pPr>
              <a:lnSpc>
                <a:spcPts val="2000"/>
              </a:lnSpc>
            </a:pPr>
            <a:r>
              <a:rPr lang="en-US" sz="1400" b="1" dirty="0">
                <a:latin typeface="Arial"/>
                <a:cs typeface="Arial"/>
              </a:rPr>
              <a:t>What are the risks?</a:t>
            </a:r>
          </a:p>
          <a:p>
            <a:r>
              <a:rPr lang="en-US" sz="1400" dirty="0">
                <a:latin typeface="Arial"/>
                <a:cs typeface="Arial"/>
              </a:rPr>
              <a:t>Threats to mobile devices include:</a:t>
            </a:r>
            <a:endParaRPr lang="en-US" dirty="0">
              <a:cs typeface="Calibri" panose="020F0502020204030204"/>
            </a:endParaRPr>
          </a:p>
          <a:p>
            <a:pPr marL="742950" lvl="1" indent="-285750">
              <a:buFont typeface="Arial"/>
              <a:buChar char="•"/>
            </a:pPr>
            <a:r>
              <a:rPr lang="en-US" sz="1400" dirty="0">
                <a:latin typeface="Arial"/>
                <a:cs typeface="Arial"/>
              </a:rPr>
              <a:t>Theft</a:t>
            </a:r>
            <a:endParaRPr lang="en-US" dirty="0">
              <a:latin typeface="Calibri"/>
              <a:cs typeface="Calibri"/>
            </a:endParaRPr>
          </a:p>
          <a:p>
            <a:pPr marL="742950" lvl="1" indent="-285750">
              <a:buFont typeface="Arial"/>
              <a:buChar char="•"/>
            </a:pPr>
            <a:r>
              <a:rPr lang="en-US" sz="1400" dirty="0">
                <a:latin typeface="Arial"/>
                <a:cs typeface="Arial"/>
              </a:rPr>
              <a:t>Loss</a:t>
            </a:r>
            <a:endParaRPr lang="en-US" dirty="0">
              <a:latin typeface="Calibri"/>
              <a:cs typeface="Calibri"/>
            </a:endParaRPr>
          </a:p>
          <a:p>
            <a:pPr marL="742950" lvl="1" indent="-285750">
              <a:buFont typeface="Arial"/>
              <a:buChar char="•"/>
            </a:pPr>
            <a:r>
              <a:rPr lang="en-US" sz="1400" dirty="0">
                <a:latin typeface="Arial"/>
                <a:cs typeface="Arial"/>
              </a:rPr>
              <a:t>Unauthorized access</a:t>
            </a:r>
            <a:endParaRPr lang="en-US" dirty="0">
              <a:latin typeface="Calibri" panose="020F0502020204030204"/>
              <a:cs typeface="Calibri" panose="020F0502020204030204"/>
            </a:endParaRPr>
          </a:p>
          <a:p>
            <a:pPr marL="742950" lvl="1" indent="-285750">
              <a:buFont typeface="Arial"/>
              <a:buChar char="•"/>
            </a:pPr>
            <a:r>
              <a:rPr lang="en-US" sz="1400" dirty="0">
                <a:latin typeface="Arial"/>
                <a:cs typeface="Arial"/>
              </a:rPr>
              <a:t>Operating system risks</a:t>
            </a:r>
            <a:endParaRPr lang="en-US" dirty="0">
              <a:latin typeface="Calibri" panose="020F0502020204030204"/>
              <a:cs typeface="Calibri" panose="020F0502020204030204"/>
            </a:endParaRPr>
          </a:p>
          <a:p>
            <a:pPr marL="742950" lvl="1" indent="-285750">
              <a:buFont typeface="Arial"/>
              <a:buChar char="•"/>
            </a:pPr>
            <a:r>
              <a:rPr lang="en-US" sz="1400" dirty="0">
                <a:latin typeface="Arial"/>
                <a:cs typeface="Arial"/>
              </a:rPr>
              <a:t>Application risks</a:t>
            </a:r>
            <a:endParaRPr lang="en-US" dirty="0">
              <a:latin typeface="Calibri" panose="020F0502020204030204"/>
              <a:cs typeface="Calibri" panose="020F0502020204030204"/>
            </a:endParaRPr>
          </a:p>
          <a:p>
            <a:pPr marL="742950" lvl="1" indent="-285750">
              <a:buFont typeface="Arial"/>
              <a:buChar char="•"/>
            </a:pPr>
            <a:r>
              <a:rPr lang="en-US" sz="1400" dirty="0">
                <a:latin typeface="Arial"/>
                <a:cs typeface="Arial"/>
              </a:rPr>
              <a:t>Network risks</a:t>
            </a:r>
            <a:endParaRPr lang="en-US" dirty="0">
              <a:cs typeface="Calibri" panose="020F0502020204030204"/>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87</a:t>
            </a:fld>
            <a:endParaRPr lang="en-US"/>
          </a:p>
        </p:txBody>
      </p:sp>
    </p:spTree>
    <p:extLst>
      <p:ext uri="{BB962C8B-B14F-4D97-AF65-F5344CB8AC3E}">
        <p14:creationId xmlns:p14="http://schemas.microsoft.com/office/powerpoint/2010/main" val="178214031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Hardening Wireless and Mobile Devices</a:t>
            </a:r>
            <a:endParaRPr lang="en-US" sz="1600" dirty="0"/>
          </a:p>
        </p:txBody>
      </p:sp>
      <p:sp>
        <p:nvSpPr>
          <p:cNvPr id="3" name="Text 0"/>
          <p:cNvSpPr>
            <a:spLocks noGrp="1"/>
          </p:cNvSpPr>
          <p:nvPr>
            <p:ph type="body" idx="100" hasCustomPrompt="1"/>
          </p:nvPr>
        </p:nvSpPr>
        <p:spPr>
          <a:xfrm>
            <a:off x="0" y="274320"/>
            <a:ext cx="9144000" cy="405904"/>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Mobile Device Protections (Cont.)</a:t>
            </a:r>
            <a:endParaRPr lang="en-US" sz="2200" dirty="0"/>
          </a:p>
        </p:txBody>
      </p:sp>
      <p:sp>
        <p:nvSpPr>
          <p:cNvPr id="5" name="Text 2"/>
          <p:cNvSpPr/>
          <p:nvPr/>
        </p:nvSpPr>
        <p:spPr>
          <a:xfrm>
            <a:off x="418543" y="874360"/>
            <a:ext cx="8229600" cy="3531495"/>
          </a:xfrm>
          <a:prstGeom prst="rect">
            <a:avLst/>
          </a:prstGeom>
          <a:noFill/>
          <a:ln/>
        </p:spPr>
        <p:txBody>
          <a:bodyPr wrap="square" lIns="91440" tIns="45720" rIns="91440" bIns="45720" rtlCol="0" anchor="t"/>
          <a:lstStyle/>
          <a:p>
            <a:pPr marL="285750" indent="-285750">
              <a:buFont typeface="Arial"/>
              <a:buChar char="•"/>
            </a:pPr>
            <a:r>
              <a:rPr lang="en-US" sz="1400" b="1" dirty="0">
                <a:solidFill>
                  <a:srgbClr val="000000"/>
                </a:solidFill>
                <a:latin typeface="Arial"/>
                <a:cs typeface="Arial"/>
              </a:rPr>
              <a:t>Jailbreaking, rooting, and sideloading</a:t>
            </a:r>
            <a:r>
              <a:rPr lang="en-US" sz="1400" dirty="0">
                <a:solidFill>
                  <a:srgbClr val="000000"/>
                </a:solidFill>
                <a:latin typeface="Arial"/>
                <a:cs typeface="Arial"/>
              </a:rPr>
              <a:t> are ways of bypassing a device’s limitations to do things that the device is restricted from doing. Users may try to </a:t>
            </a:r>
            <a:r>
              <a:rPr lang="en-US" sz="1400" b="1" dirty="0">
                <a:solidFill>
                  <a:srgbClr val="000000"/>
                </a:solidFill>
                <a:latin typeface="Arial"/>
                <a:cs typeface="Arial"/>
              </a:rPr>
              <a:t>jailbreak</a:t>
            </a:r>
            <a:r>
              <a:rPr lang="en-US" sz="1400" dirty="0">
                <a:solidFill>
                  <a:srgbClr val="000000"/>
                </a:solidFill>
                <a:latin typeface="Arial"/>
                <a:cs typeface="Arial"/>
              </a:rPr>
              <a:t> (Apple devices) or </a:t>
            </a:r>
            <a:r>
              <a:rPr lang="en-US" sz="1400" b="1" dirty="0">
                <a:solidFill>
                  <a:srgbClr val="000000"/>
                </a:solidFill>
                <a:latin typeface="Arial"/>
                <a:cs typeface="Arial"/>
              </a:rPr>
              <a:t>root</a:t>
            </a:r>
            <a:r>
              <a:rPr lang="en-US" sz="1400" dirty="0">
                <a:solidFill>
                  <a:srgbClr val="000000"/>
                </a:solidFill>
                <a:latin typeface="Arial"/>
                <a:cs typeface="Arial"/>
              </a:rPr>
              <a:t> (Android devices) their device to run an app that is not authorized or available in the store.</a:t>
            </a:r>
            <a:endParaRPr lang="en-US" dirty="0">
              <a:cs typeface="Calibri" panose="020F0502020204030204"/>
            </a:endParaRP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Jailbreaking removes the restriction that only Apple-authorized apps may run on the device.</a:t>
            </a:r>
          </a:p>
          <a:p>
            <a:pPr marL="285750" indent="-285750">
              <a:buFont typeface="Arial"/>
              <a:buChar char="•"/>
            </a:pPr>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Rooting bypasses Android’s security architecture to allow complete, administrative access to the device. Both pose a risk to the organization. </a:t>
            </a:r>
            <a:endParaRPr lang="en-US" dirty="0">
              <a:cs typeface="Calibri" panose="020F0502020204030204"/>
            </a:endParaRPr>
          </a:p>
          <a:p>
            <a:endParaRPr lang="en-US" sz="1400" dirty="0">
              <a:latin typeface="Arial"/>
              <a:cs typeface="Arial"/>
            </a:endParaRPr>
          </a:p>
          <a:p>
            <a:pPr marL="285750" indent="-285750">
              <a:buFont typeface="Arial"/>
              <a:buChar char="•"/>
            </a:pPr>
            <a:r>
              <a:rPr lang="en-US" sz="1400" dirty="0">
                <a:latin typeface="Arial"/>
                <a:cs typeface="Arial"/>
              </a:rPr>
              <a:t>Solutions are available that can detect a jailbroken or rooted device. A device is then marked as noncompliant and removed from the network or denied access to organizational apps.</a:t>
            </a:r>
            <a:endParaRPr lang="en-US" dirty="0">
              <a:cs typeface="Calibri" panose="020F0502020204030204"/>
            </a:endParaRPr>
          </a:p>
          <a:p>
            <a:endParaRPr lang="en-US" sz="1400" dirty="0">
              <a:latin typeface="Arial"/>
              <a:cs typeface="Arial"/>
            </a:endParaRPr>
          </a:p>
          <a:p>
            <a:pPr marL="285750" indent="-285750">
              <a:buFont typeface="Arial"/>
              <a:buChar char="•"/>
            </a:pPr>
            <a:r>
              <a:rPr lang="en-US" sz="1400" dirty="0">
                <a:latin typeface="Arial"/>
                <a:cs typeface="Arial"/>
              </a:rPr>
              <a:t>Third-party app stores can also pose a risk for organizations because the apps they provide access to have not been evaluated properly. </a:t>
            </a:r>
            <a:r>
              <a:rPr lang="en-US" sz="1400" b="1" dirty="0">
                <a:latin typeface="Arial"/>
                <a:cs typeface="Arial"/>
              </a:rPr>
              <a:t>Sideloading</a:t>
            </a:r>
            <a:r>
              <a:rPr lang="en-US" sz="1400" dirty="0">
                <a:latin typeface="Arial"/>
                <a:cs typeface="Arial"/>
              </a:rPr>
              <a:t> occurs when the user goes around the approved app settings to install unapproved apps. This is less invasive than jailbreaking or rooting, but it is still a risk.</a:t>
            </a:r>
            <a:endParaRPr lang="en-US" dirty="0">
              <a:cs typeface="Calibri" panose="020F0502020204030204"/>
            </a:endParaRPr>
          </a:p>
          <a:p>
            <a:pPr>
              <a:lnSpc>
                <a:spcPts val="2000"/>
              </a:lnSpc>
            </a:pPr>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88</a:t>
            </a:fld>
            <a:endParaRPr lang="en-US"/>
          </a:p>
        </p:txBody>
      </p:sp>
    </p:spTree>
    <p:extLst>
      <p:ext uri="{BB962C8B-B14F-4D97-AF65-F5344CB8AC3E}">
        <p14:creationId xmlns:p14="http://schemas.microsoft.com/office/powerpoint/2010/main" val="174647704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Hardening Wireless and Mobile Devices</a:t>
            </a:r>
            <a:endParaRPr lang="en-US" sz="1600" dirty="0"/>
          </a:p>
        </p:txBody>
      </p:sp>
      <p:sp>
        <p:nvSpPr>
          <p:cNvPr id="3" name="Text 0"/>
          <p:cNvSpPr>
            <a:spLocks noGrp="1"/>
          </p:cNvSpPr>
          <p:nvPr>
            <p:ph type="body" idx="100" hasCustomPrompt="1"/>
          </p:nvPr>
        </p:nvSpPr>
        <p:spPr>
          <a:xfrm>
            <a:off x="0" y="274320"/>
            <a:ext cx="9144000" cy="478387"/>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Mobile Device Protections (Cont.)</a:t>
            </a:r>
            <a:endParaRPr lang="en-US" sz="2200" dirty="0"/>
          </a:p>
        </p:txBody>
      </p:sp>
      <p:sp>
        <p:nvSpPr>
          <p:cNvPr id="5" name="Text 2"/>
          <p:cNvSpPr/>
          <p:nvPr/>
        </p:nvSpPr>
        <p:spPr>
          <a:xfrm>
            <a:off x="455414" y="1108549"/>
            <a:ext cx="8229600" cy="2571750"/>
          </a:xfrm>
          <a:prstGeom prst="rect">
            <a:avLst/>
          </a:prstGeom>
          <a:noFill/>
          <a:ln/>
        </p:spPr>
        <p:txBody>
          <a:bodyPr wrap="square" lIns="91440" tIns="45720" rIns="91440" bIns="45720" rtlCol="0" anchor="t"/>
          <a:lstStyle/>
          <a:p>
            <a:r>
              <a:rPr lang="en-US" sz="1400" b="1" dirty="0">
                <a:latin typeface="Arial"/>
                <a:cs typeface="Arial"/>
              </a:rPr>
              <a:t>What are the safeguards?</a:t>
            </a:r>
            <a:endParaRPr lang="en-US" b="1" dirty="0">
              <a:latin typeface="Calibri" panose="020F0502020204030204"/>
              <a:cs typeface="Calibri" panose="020F0502020204030204"/>
            </a:endParaRPr>
          </a:p>
          <a:p>
            <a:r>
              <a:rPr lang="en-US" sz="1400" dirty="0">
                <a:latin typeface="Arial"/>
                <a:cs typeface="Arial"/>
              </a:rPr>
              <a:t>Safeguards against mobile device threats include the following:</a:t>
            </a:r>
            <a:endParaRPr lang="en-US" dirty="0">
              <a:cs typeface="Calibri"/>
            </a:endParaRPr>
          </a:p>
          <a:p>
            <a:endParaRPr lang="en-US" sz="1400" dirty="0">
              <a:latin typeface="Arial"/>
              <a:cs typeface="Arial"/>
            </a:endParaRPr>
          </a:p>
          <a:p>
            <a:pPr marL="742950" lvl="1" indent="-285750">
              <a:buFont typeface="Arial"/>
              <a:buChar char="•"/>
            </a:pPr>
            <a:r>
              <a:rPr lang="en-US" sz="1400" b="1" dirty="0">
                <a:latin typeface="Arial"/>
                <a:cs typeface="Arial"/>
              </a:rPr>
              <a:t>Screen locks</a:t>
            </a:r>
            <a:r>
              <a:rPr lang="en-US" sz="1400" dirty="0">
                <a:latin typeface="Arial"/>
                <a:cs typeface="Arial"/>
              </a:rPr>
              <a:t> require a password, PIN, or pattern to access the device.</a:t>
            </a:r>
            <a:endParaRPr lang="en-US" dirty="0">
              <a:latin typeface="Calibri"/>
              <a:cs typeface="Calibri"/>
            </a:endParaRPr>
          </a:p>
          <a:p>
            <a:pPr marL="742950" lvl="1" indent="-285750">
              <a:buFont typeface="Arial"/>
              <a:buChar char="•"/>
            </a:pPr>
            <a:r>
              <a:rPr lang="en-US" sz="1400" b="1" dirty="0">
                <a:latin typeface="Arial"/>
                <a:cs typeface="Arial"/>
              </a:rPr>
              <a:t>Biometric authentication</a:t>
            </a:r>
            <a:r>
              <a:rPr lang="en-US" sz="1400" dirty="0">
                <a:latin typeface="Arial"/>
                <a:cs typeface="Arial"/>
              </a:rPr>
              <a:t> uses a unique physical characteristic (fingerprint, face, iris, or voice).</a:t>
            </a:r>
            <a:endParaRPr lang="en-US" dirty="0">
              <a:latin typeface="Calibri"/>
              <a:cs typeface="Calibri"/>
            </a:endParaRPr>
          </a:p>
          <a:p>
            <a:pPr marL="742950" lvl="1" indent="-285750">
              <a:buFont typeface="Arial"/>
              <a:buChar char="•"/>
            </a:pPr>
            <a:r>
              <a:rPr lang="en-US" sz="1400" b="1" dirty="0">
                <a:latin typeface="Arial"/>
                <a:cs typeface="Arial"/>
              </a:rPr>
              <a:t>Context-aware authentication</a:t>
            </a:r>
            <a:r>
              <a:rPr lang="en-US" sz="1400" dirty="0">
                <a:latin typeface="Arial"/>
                <a:cs typeface="Arial"/>
              </a:rPr>
              <a:t> uses machine learning to determine access based on a user’s normal behavior.</a:t>
            </a:r>
            <a:endParaRPr lang="en-US" dirty="0">
              <a:latin typeface="Calibri" panose="020F0502020204030204"/>
              <a:cs typeface="Calibri"/>
            </a:endParaRPr>
          </a:p>
          <a:p>
            <a:pPr marL="742950" lvl="1" indent="-285750">
              <a:buFont typeface="Arial"/>
              <a:buChar char="•"/>
            </a:pPr>
            <a:r>
              <a:rPr lang="en-US" sz="1400" b="1" dirty="0">
                <a:latin typeface="Arial"/>
                <a:cs typeface="Arial"/>
              </a:rPr>
              <a:t>Remote wiping</a:t>
            </a:r>
            <a:r>
              <a:rPr lang="en-US" sz="1400" dirty="0">
                <a:latin typeface="Arial"/>
                <a:cs typeface="Arial"/>
              </a:rPr>
              <a:t> deletes the device’s data should the device be stolen or lost.</a:t>
            </a:r>
            <a:endParaRPr lang="en-US" dirty="0">
              <a:cs typeface="Calibri"/>
            </a:endParaRPr>
          </a:p>
          <a:p>
            <a:pPr marL="742950" lvl="1" indent="-285750">
              <a:buFont typeface="Arial"/>
              <a:buChar char="•"/>
            </a:pPr>
            <a:r>
              <a:rPr lang="en-US" sz="1400" b="1" dirty="0">
                <a:latin typeface="Arial"/>
                <a:cs typeface="Arial"/>
              </a:rPr>
              <a:t>Full device encryption</a:t>
            </a:r>
            <a:r>
              <a:rPr lang="en-US" sz="1400" dirty="0">
                <a:latin typeface="Arial"/>
                <a:cs typeface="Arial"/>
              </a:rPr>
              <a:t> can encrypt all data on a mobile device.</a:t>
            </a:r>
            <a:endParaRPr lang="en-US" dirty="0">
              <a:cs typeface="Calibri"/>
            </a:endParaRPr>
          </a:p>
          <a:p>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89</a:t>
            </a:fld>
            <a:endParaRPr lang="en-US"/>
          </a:p>
        </p:txBody>
      </p:sp>
    </p:spTree>
    <p:extLst>
      <p:ext uri="{BB962C8B-B14F-4D97-AF65-F5344CB8AC3E}">
        <p14:creationId xmlns:p14="http://schemas.microsoft.com/office/powerpoint/2010/main" val="320210988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Hardening Wireless and Mobile Devices</a:t>
            </a:r>
            <a:endParaRPr lang="en-US" sz="1600" dirty="0"/>
          </a:p>
        </p:txBody>
      </p:sp>
      <p:sp>
        <p:nvSpPr>
          <p:cNvPr id="3" name="Text 0"/>
          <p:cNvSpPr>
            <a:spLocks noGrp="1"/>
          </p:cNvSpPr>
          <p:nvPr>
            <p:ph type="body" idx="100" hasCustomPrompt="1"/>
          </p:nvPr>
        </p:nvSpPr>
        <p:spPr>
          <a:xfrm>
            <a:off x="0" y="274320"/>
            <a:ext cx="9144000" cy="389914"/>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GPS Tracking</a:t>
            </a:r>
            <a:endParaRPr lang="en-US" sz="2200" dirty="0"/>
          </a:p>
        </p:txBody>
      </p:sp>
      <p:sp>
        <p:nvSpPr>
          <p:cNvPr id="5" name="Text 2"/>
          <p:cNvSpPr/>
          <p:nvPr/>
        </p:nvSpPr>
        <p:spPr>
          <a:xfrm>
            <a:off x="455414" y="1080895"/>
            <a:ext cx="8229600" cy="2571750"/>
          </a:xfrm>
          <a:prstGeom prst="rect">
            <a:avLst/>
          </a:prstGeom>
          <a:noFill/>
          <a:ln/>
        </p:spPr>
        <p:txBody>
          <a:bodyPr wrap="square" lIns="91440" tIns="45720" rIns="91440" bIns="45720" rtlCol="0" anchor="t"/>
          <a:lstStyle/>
          <a:p>
            <a:pPr marL="285750" indent="-285750">
              <a:buFont typeface="Arial"/>
              <a:buChar char="•"/>
            </a:pPr>
            <a:r>
              <a:rPr lang="en-US" sz="1400" b="1" dirty="0">
                <a:solidFill>
                  <a:srgbClr val="000000"/>
                </a:solidFill>
                <a:latin typeface="Arial" panose="020B0604020202020204" pitchFamily="34" charset="0"/>
                <a:cs typeface="Arial" panose="020B0604020202020204" pitchFamily="34" charset="0"/>
              </a:rPr>
              <a:t>Global Positioning System (GPS)</a:t>
            </a:r>
            <a:r>
              <a:rPr lang="en-US" sz="1400" dirty="0">
                <a:solidFill>
                  <a:srgbClr val="000000"/>
                </a:solidFill>
                <a:latin typeface="Arial" panose="020B0604020202020204" pitchFamily="34" charset="0"/>
                <a:cs typeface="Arial" panose="020B0604020202020204" pitchFamily="34" charset="0"/>
              </a:rPr>
              <a:t> uses satellites and computers to determine the location of a device. GPS technology is a standard feature on smartphones and provides real-time position tracking that can typically pinpoint a location to within approximately 5 meters.</a:t>
            </a:r>
            <a:endParaRPr lang="en-US" sz="1400" dirty="0">
              <a:latin typeface="Arial" panose="020B0604020202020204" pitchFamily="34" charset="0"/>
              <a:cs typeface="Arial" panose="020B0604020202020204" pitchFamily="34" charset="0"/>
            </a:endParaRPr>
          </a:p>
          <a:p>
            <a:endParaRPr lang="en-US" sz="1400" dirty="0">
              <a:solidFill>
                <a:srgbClr val="000000"/>
              </a:solidFill>
              <a:latin typeface="Arial" panose="020B0604020202020204" pitchFamily="34" charset="0"/>
              <a:ea typeface="Arial" pitchFamily="34" charset="-122"/>
              <a:cs typeface="Arial" panose="020B0604020202020204" pitchFamily="34" charset="0"/>
            </a:endParaRPr>
          </a:p>
          <a:p>
            <a:pPr marL="285750" indent="-285750">
              <a:buFont typeface="Arial"/>
              <a:buChar char="•"/>
            </a:pPr>
            <a:r>
              <a:rPr lang="en-US" sz="1400" dirty="0">
                <a:solidFill>
                  <a:srgbClr val="000000"/>
                </a:solidFill>
                <a:latin typeface="Arial" panose="020B0604020202020204" pitchFamily="34" charset="0"/>
                <a:ea typeface="Arial" pitchFamily="34" charset="-122"/>
                <a:cs typeface="Arial" panose="020B0604020202020204" pitchFamily="34" charset="0"/>
              </a:rPr>
              <a:t>Many cell phone apps use GPS tracking to track the phone’s location. </a:t>
            </a:r>
            <a:endParaRPr lang="en-US" sz="1400" dirty="0">
              <a:latin typeface="Arial" panose="020B0604020202020204" pitchFamily="34" charset="0"/>
              <a:cs typeface="Arial" panose="020B0604020202020204" pitchFamily="34" charset="0"/>
            </a:endParaRPr>
          </a:p>
          <a:p>
            <a:endParaRPr lang="en-US" sz="1400" dirty="0">
              <a:solidFill>
                <a:srgbClr val="000000"/>
              </a:solidFill>
              <a:latin typeface="Arial" panose="020B0604020202020204" pitchFamily="34" charset="0"/>
              <a:ea typeface="Arial" pitchFamily="34" charset="-122"/>
              <a:cs typeface="Arial" panose="020B0604020202020204" pitchFamily="34" charset="0"/>
            </a:endParaRPr>
          </a:p>
          <a:p>
            <a:pPr marL="285750" indent="-285750">
              <a:buFont typeface="Arial"/>
              <a:buChar char="•"/>
            </a:pPr>
            <a:r>
              <a:rPr lang="en-US" sz="1400" dirty="0">
                <a:solidFill>
                  <a:srgbClr val="000000"/>
                </a:solidFill>
                <a:latin typeface="Arial" panose="020B0604020202020204" pitchFamily="34" charset="0"/>
                <a:ea typeface="Arial" pitchFamily="34" charset="-122"/>
                <a:cs typeface="Arial" panose="020B0604020202020204" pitchFamily="34" charset="0"/>
              </a:rPr>
              <a:t>Push notifications sometimes use geolocation and geofencing - this enables local organizations to ‘push’ advertising messages based on a user’s location settings. Unfortunately, increasingly savvy cyber attackers have started using push notifications to capture data.</a:t>
            </a:r>
            <a:endParaRPr lang="en-US" sz="1400" dirty="0">
              <a:latin typeface="Arial" panose="020B0604020202020204" pitchFamily="34" charset="0"/>
              <a:cs typeface="Arial" panose="020B0604020202020204" pitchFamily="34" charset="0"/>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90</a:t>
            </a:fld>
            <a:endParaRPr lang="en-US"/>
          </a:p>
        </p:txBody>
      </p:sp>
    </p:spTree>
    <p:extLst>
      <p:ext uri="{BB962C8B-B14F-4D97-AF65-F5344CB8AC3E}">
        <p14:creationId xmlns:p14="http://schemas.microsoft.com/office/powerpoint/2010/main" val="180161855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12.6 Cybersecurity Resilience</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91</a:t>
            </a:fld>
            <a:endParaRPr lang="en-US"/>
          </a:p>
        </p:txBody>
      </p:sp>
    </p:spTree>
    <p:extLst>
      <p:ext uri="{BB962C8B-B14F-4D97-AF65-F5344CB8AC3E}">
        <p14:creationId xmlns:p14="http://schemas.microsoft.com/office/powerpoint/2010/main" val="284001213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46166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High Availability</a:t>
            </a:r>
            <a:endParaRPr lang="en-US" sz="2200" dirty="0"/>
          </a:p>
        </p:txBody>
      </p:sp>
      <p:sp>
        <p:nvSpPr>
          <p:cNvPr id="5" name="Text 2"/>
          <p:cNvSpPr/>
          <p:nvPr/>
        </p:nvSpPr>
        <p:spPr>
          <a:xfrm>
            <a:off x="455414" y="1054971"/>
            <a:ext cx="8229600" cy="3170082"/>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000000"/>
                </a:solidFill>
                <a:latin typeface="Arial" panose="020B0604020202020204" pitchFamily="34" charset="0"/>
                <a:cs typeface="Arial" panose="020B0604020202020204" pitchFamily="34" charset="0"/>
              </a:rPr>
              <a:t>The term ‘high availability’ describes systems designed to avoid downtime as much as possible. </a:t>
            </a:r>
          </a:p>
          <a:p>
            <a:pPr marL="285750" indent="-285750">
              <a:buFont typeface="Arial"/>
              <a:buChar char="•"/>
            </a:pPr>
            <a:endParaRPr lang="en-US" sz="1400" dirty="0">
              <a:solidFill>
                <a:srgbClr val="000000"/>
              </a:solidFill>
              <a:latin typeface="Arial" panose="020B0604020202020204" pitchFamily="34" charset="0"/>
              <a:cs typeface="Arial" panose="020B0604020202020204" pitchFamily="34" charset="0"/>
            </a:endParaRPr>
          </a:p>
          <a:p>
            <a:pPr marL="285750" indent="-285750">
              <a:buFont typeface="Arial"/>
              <a:buChar char="•"/>
            </a:pPr>
            <a:r>
              <a:rPr lang="en-US" sz="1400" dirty="0">
                <a:solidFill>
                  <a:srgbClr val="000000"/>
                </a:solidFill>
                <a:latin typeface="Arial" panose="020B0604020202020204" pitchFamily="34" charset="0"/>
                <a:cs typeface="Arial" panose="020B0604020202020204" pitchFamily="34" charset="0"/>
              </a:rPr>
              <a:t>The continuous availability of information systems is imperative, not only to organizations but to modern life, as we are all using and relying on computer and information systems more than ever before.</a:t>
            </a:r>
            <a:endParaRPr lang="en-US" sz="1400" dirty="0">
              <a:latin typeface="Arial" panose="020B0604020202020204" pitchFamily="34" charset="0"/>
              <a:cs typeface="Arial" panose="020B0604020202020204" pitchFamily="34" charset="0"/>
            </a:endParaRPr>
          </a:p>
          <a:p>
            <a:endParaRPr lang="en-US" sz="1400" dirty="0">
              <a:solidFill>
                <a:srgbClr val="000000"/>
              </a:solidFill>
              <a:latin typeface="Arial" panose="020B0604020202020204" pitchFamily="34" charset="0"/>
              <a:cs typeface="Arial" panose="020B0604020202020204" pitchFamily="34" charset="0"/>
            </a:endParaRPr>
          </a:p>
          <a:p>
            <a:pPr marL="285750" indent="-285750">
              <a:buFont typeface="Arial"/>
              <a:buChar char="•"/>
            </a:pPr>
            <a:r>
              <a:rPr lang="en-US" sz="1400" dirty="0">
                <a:solidFill>
                  <a:srgbClr val="000000"/>
                </a:solidFill>
                <a:latin typeface="Arial" panose="020B0604020202020204" pitchFamily="34" charset="0"/>
                <a:cs typeface="Arial" panose="020B0604020202020204" pitchFamily="34" charset="0"/>
              </a:rPr>
              <a:t>High availability systems typically are based on three design principles: eliminating single points of failure, providing for reliable crossover, and </a:t>
            </a:r>
            <a:r>
              <a:rPr lang="en-US" sz="1400" dirty="0">
                <a:latin typeface="Arial" panose="020B0604020202020204" pitchFamily="34" charset="0"/>
                <a:cs typeface="Arial" panose="020B0604020202020204" pitchFamily="34" charset="0"/>
              </a:rPr>
              <a:t>detecting failures as they occur.</a:t>
            </a:r>
          </a:p>
          <a:p>
            <a:pPr>
              <a:lnSpc>
                <a:spcPts val="2000"/>
              </a:lnSpc>
            </a:pPr>
            <a:endParaRPr lang="en-US" sz="1400"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92</a:t>
            </a:fld>
            <a:endParaRPr lang="en-US"/>
          </a:p>
        </p:txBody>
      </p:sp>
    </p:spTree>
    <p:extLst>
      <p:ext uri="{BB962C8B-B14F-4D97-AF65-F5344CB8AC3E}">
        <p14:creationId xmlns:p14="http://schemas.microsoft.com/office/powerpoint/2010/main" val="225064591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439358"/>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High Availability (Cont.)</a:t>
            </a:r>
            <a:endParaRPr lang="en-US" sz="2200" dirty="0"/>
          </a:p>
        </p:txBody>
      </p:sp>
      <p:sp>
        <p:nvSpPr>
          <p:cNvPr id="5" name="Text 2"/>
          <p:cNvSpPr/>
          <p:nvPr/>
        </p:nvSpPr>
        <p:spPr>
          <a:xfrm>
            <a:off x="455414" y="916705"/>
            <a:ext cx="8229600" cy="3539612"/>
          </a:xfrm>
          <a:prstGeom prst="rect">
            <a:avLst/>
          </a:prstGeom>
          <a:noFill/>
          <a:ln/>
        </p:spPr>
        <p:txBody>
          <a:bodyPr wrap="square" lIns="91440" tIns="45720" rIns="91440" bIns="45720" rtlCol="0" anchor="t"/>
          <a:lstStyle/>
          <a:p>
            <a:r>
              <a:rPr lang="en-US" sz="1400" b="1" dirty="0">
                <a:solidFill>
                  <a:srgbClr val="000000"/>
                </a:solidFill>
                <a:latin typeface="Arial"/>
                <a:cs typeface="Arial"/>
              </a:rPr>
              <a:t>Eliminating Single Points of Failure</a:t>
            </a:r>
          </a:p>
          <a:p>
            <a:pPr marL="285750" indent="-285750">
              <a:buFont typeface="Arial"/>
              <a:buChar char="•"/>
            </a:pPr>
            <a:r>
              <a:rPr lang="en-US" sz="1400" dirty="0">
                <a:solidFill>
                  <a:srgbClr val="000000"/>
                </a:solidFill>
                <a:latin typeface="Arial"/>
                <a:cs typeface="Arial"/>
              </a:rPr>
              <a:t>The first principle that defines high availability systems starts with identifying all system devices and components whose failure would result in system-wide failure. </a:t>
            </a:r>
          </a:p>
          <a:p>
            <a:pPr marL="285750" indent="-285750">
              <a:buFont typeface="Arial"/>
              <a:buChar char="•"/>
            </a:pPr>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Methods to eliminate single points of failure include replacing or removing hot stand-by devices, redundant components, and multiple connections or pathways.</a:t>
            </a:r>
            <a:endParaRPr lang="en-US" dirty="0">
              <a:cs typeface="Calibri" panose="020F0502020204030204"/>
            </a:endParaRPr>
          </a:p>
          <a:p>
            <a:endParaRPr lang="en-US" sz="1400" b="1" dirty="0">
              <a:solidFill>
                <a:srgbClr val="000000"/>
              </a:solidFill>
              <a:latin typeface="Arial"/>
              <a:cs typeface="Arial"/>
            </a:endParaRPr>
          </a:p>
          <a:p>
            <a:r>
              <a:rPr lang="en-US" sz="1400" b="1" dirty="0">
                <a:solidFill>
                  <a:srgbClr val="000000"/>
                </a:solidFill>
                <a:latin typeface="Arial"/>
                <a:cs typeface="Arial"/>
              </a:rPr>
              <a:t>Providing</a:t>
            </a:r>
            <a:r>
              <a:rPr lang="en-US" sz="1400" b="1" dirty="0">
                <a:latin typeface="Arial"/>
                <a:cs typeface="Arial"/>
              </a:rPr>
              <a:t> for Reliable Crossover</a:t>
            </a:r>
            <a:endParaRPr lang="en-US" b="1">
              <a:cs typeface="Calibri"/>
            </a:endParaRPr>
          </a:p>
          <a:p>
            <a:pPr marL="285750" indent="-285750">
              <a:buFont typeface="Arial"/>
              <a:buChar char="•"/>
            </a:pPr>
            <a:r>
              <a:rPr lang="en-US" sz="1400" dirty="0">
                <a:latin typeface="Arial"/>
                <a:cs typeface="Arial"/>
              </a:rPr>
              <a:t>Redundant power supplies, backup power </a:t>
            </a:r>
            <a:r>
              <a:rPr lang="en-US" sz="1400" dirty="0">
                <a:solidFill>
                  <a:srgbClr val="000000"/>
                </a:solidFill>
                <a:latin typeface="Arial"/>
                <a:cs typeface="Arial"/>
              </a:rPr>
              <a:t>systems </a:t>
            </a:r>
            <a:r>
              <a:rPr lang="en-US" sz="1400" dirty="0">
                <a:latin typeface="Arial"/>
                <a:cs typeface="Arial"/>
              </a:rPr>
              <a:t>and backup communications </a:t>
            </a:r>
            <a:r>
              <a:rPr lang="en-US" sz="1400" dirty="0">
                <a:solidFill>
                  <a:srgbClr val="000000"/>
                </a:solidFill>
                <a:latin typeface="Arial"/>
                <a:cs typeface="Arial"/>
              </a:rPr>
              <a:t>systems all provide for reliable crossover — the second design principle.</a:t>
            </a:r>
            <a:endParaRPr lang="en-US" dirty="0">
              <a:cs typeface="Calibri" panose="020F0502020204030204"/>
            </a:endParaRPr>
          </a:p>
          <a:p>
            <a:endParaRPr lang="en-US" sz="1400" b="1" dirty="0">
              <a:latin typeface="Arial"/>
              <a:cs typeface="Arial"/>
            </a:endParaRPr>
          </a:p>
          <a:p>
            <a:r>
              <a:rPr lang="en-US" sz="1400" b="1" dirty="0">
                <a:latin typeface="Arial"/>
                <a:cs typeface="Arial"/>
              </a:rPr>
              <a:t>Detecting Failures as They Occur</a:t>
            </a:r>
            <a:endParaRPr lang="en-US" b="1" dirty="0"/>
          </a:p>
          <a:p>
            <a:pPr marL="285750" indent="-285750">
              <a:buFont typeface="Arial"/>
              <a:buChar char="•"/>
            </a:pPr>
            <a:r>
              <a:rPr lang="en-US" sz="1400" dirty="0">
                <a:latin typeface="Arial"/>
                <a:cs typeface="Arial"/>
              </a:rPr>
              <a:t>The third principle is active device and system monitoring to detect many types of events including system and device failures. Monitoring systems may even trigger the backup system in the case of failure.</a:t>
            </a:r>
            <a:endParaRPr lang="en-US" dirty="0">
              <a:cs typeface="Calibri" panose="020F0502020204030204"/>
            </a:endParaRPr>
          </a:p>
          <a:p>
            <a:endParaRPr lang="en-US" sz="1400" dirty="0">
              <a:latin typeface="Arial"/>
              <a:cs typeface="Arial"/>
            </a:endParaRPr>
          </a:p>
          <a:p>
            <a:endParaRPr lang="en-US" sz="1400" dirty="0">
              <a:latin typeface="Arial"/>
              <a:cs typeface="Arial"/>
            </a:endParaRPr>
          </a:p>
          <a:p>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93</a:t>
            </a:fld>
            <a:endParaRPr lang="en-US"/>
          </a:p>
        </p:txBody>
      </p:sp>
    </p:spTree>
    <p:extLst>
      <p:ext uri="{BB962C8B-B14F-4D97-AF65-F5344CB8AC3E}">
        <p14:creationId xmlns:p14="http://schemas.microsoft.com/office/powerpoint/2010/main" val="280873585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400329"/>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The Five Nines</a:t>
            </a:r>
            <a:endParaRPr lang="en-US" sz="2200" dirty="0"/>
          </a:p>
        </p:txBody>
      </p:sp>
      <p:sp>
        <p:nvSpPr>
          <p:cNvPr id="5" name="Text 2"/>
          <p:cNvSpPr/>
          <p:nvPr/>
        </p:nvSpPr>
        <p:spPr>
          <a:xfrm>
            <a:off x="455414" y="1119783"/>
            <a:ext cx="8229600" cy="1534207"/>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000000"/>
                </a:solidFill>
                <a:latin typeface="Arial"/>
                <a:cs typeface="Arial"/>
              </a:rPr>
              <a:t>Every organization wants to be able to operate uninterrupted, even under extreme conditions, such as during an attack.</a:t>
            </a:r>
            <a:endParaRPr lang="en-US" dirty="0">
              <a:cs typeface="Calibri" panose="020F0502020204030204"/>
            </a:endParaRP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One of the most popular high availability goals is often called ‘five nines.’ It gets its name from its aim to achieve an availability rate of 99.999%, which is five nines in a row. In practice, this means that downtime is less than 5.26 minutes per year.</a:t>
            </a:r>
            <a:endParaRPr lang="en-US" dirty="0">
              <a:cs typeface="Calibri" panose="020F0502020204030204"/>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94</a:t>
            </a:fld>
            <a:endParaRPr lang="en-US"/>
          </a:p>
        </p:txBody>
      </p:sp>
    </p:spTree>
    <p:extLst>
      <p:ext uri="{BB962C8B-B14F-4D97-AF65-F5344CB8AC3E}">
        <p14:creationId xmlns:p14="http://schemas.microsoft.com/office/powerpoint/2010/main" val="280624146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394753"/>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The Five Nines (Cont.)</a:t>
            </a:r>
            <a:endParaRPr lang="en-US" sz="2200" dirty="0"/>
          </a:p>
        </p:txBody>
      </p:sp>
      <p:sp>
        <p:nvSpPr>
          <p:cNvPr id="4" name="TextBox 3">
            <a:extLst>
              <a:ext uri="{FF2B5EF4-FFF2-40B4-BE49-F238E27FC236}">
                <a16:creationId xmlns:a16="http://schemas.microsoft.com/office/drawing/2014/main" id="{E882EA14-F0A4-34BA-6567-3F79C6870DAD}"/>
              </a:ext>
            </a:extLst>
          </p:cNvPr>
          <p:cNvSpPr txBox="1"/>
          <p:nvPr/>
        </p:nvSpPr>
        <p:spPr>
          <a:xfrm>
            <a:off x="92177" y="828400"/>
            <a:ext cx="7694341"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Common steps taken to reach the five nines include:</a:t>
            </a:r>
          </a:p>
        </p:txBody>
      </p:sp>
      <p:sp>
        <p:nvSpPr>
          <p:cNvPr id="5" name="Text 2"/>
          <p:cNvSpPr/>
          <p:nvPr/>
        </p:nvSpPr>
        <p:spPr>
          <a:xfrm>
            <a:off x="455414" y="1173735"/>
            <a:ext cx="8229600" cy="2000785"/>
          </a:xfrm>
          <a:prstGeom prst="rect">
            <a:avLst/>
          </a:prstGeom>
          <a:noFill/>
          <a:ln/>
        </p:spPr>
        <p:txBody>
          <a:bodyPr wrap="square" lIns="91440" tIns="45720" rIns="91440" bIns="45720" rtlCol="0" anchor="t"/>
          <a:lstStyle/>
          <a:p>
            <a:r>
              <a:rPr lang="en-US" sz="1400" b="1" dirty="0">
                <a:solidFill>
                  <a:srgbClr val="000000"/>
                </a:solidFill>
                <a:latin typeface="Arial"/>
                <a:cs typeface="Arial"/>
              </a:rPr>
              <a:t>Standardized Systems</a:t>
            </a:r>
            <a:endParaRPr lang="en-US" b="1" dirty="0"/>
          </a:p>
          <a:p>
            <a:pPr marL="285750" indent="-285750">
              <a:buFont typeface="Arial"/>
              <a:buChar char="•"/>
            </a:pPr>
            <a:r>
              <a:rPr lang="en-US" sz="1400" dirty="0">
                <a:solidFill>
                  <a:srgbClr val="000000"/>
                </a:solidFill>
                <a:latin typeface="Arial"/>
                <a:cs typeface="Arial"/>
              </a:rPr>
              <a:t>Systems standardization provides for systems that use the same components. As a result, parts inventories are easier to maintain and it is possible and easy to swap components, even during an emergency.</a:t>
            </a:r>
            <a:endParaRPr lang="en-US" dirty="0">
              <a:cs typeface="Calibri" panose="020F0502020204030204"/>
            </a:endParaRPr>
          </a:p>
          <a:p>
            <a:pPr marL="285750" indent="-285750">
              <a:buFont typeface="Arial"/>
              <a:buChar char="•"/>
            </a:pPr>
            <a:r>
              <a:rPr lang="en-US" sz="1400" dirty="0">
                <a:solidFill>
                  <a:srgbClr val="000000"/>
                </a:solidFill>
                <a:latin typeface="Arial"/>
                <a:cs typeface="Arial"/>
              </a:rPr>
              <a:t>In highly secure information system facilities, guards control access to the organization’s sensitive areas. </a:t>
            </a:r>
          </a:p>
          <a:p>
            <a:pPr marL="285750" indent="-285750">
              <a:buFont typeface="Arial"/>
              <a:buChar char="•"/>
            </a:pPr>
            <a:r>
              <a:rPr lang="en-US" sz="1400" dirty="0">
                <a:solidFill>
                  <a:srgbClr val="000000"/>
                </a:solidFill>
                <a:latin typeface="Arial"/>
                <a:cs typeface="Arial"/>
              </a:rPr>
              <a:t>The benefit of using guards here is that they can adapt more than automated systems. </a:t>
            </a:r>
          </a:p>
          <a:p>
            <a:pPr marL="285750" indent="-285750">
              <a:buFont typeface="Arial"/>
              <a:buChar char="•"/>
            </a:pPr>
            <a:r>
              <a:rPr lang="en-US" sz="1400" dirty="0">
                <a:solidFill>
                  <a:srgbClr val="000000"/>
                </a:solidFill>
                <a:latin typeface="Arial"/>
                <a:cs typeface="Arial"/>
              </a:rPr>
              <a:t>Guards can learn and distinguish many different conditions and situations and make decisions on the spot.</a:t>
            </a:r>
            <a:endParaRPr lang="en-US" dirty="0">
              <a:cs typeface="Calibri" panose="020F0502020204030204"/>
            </a:endParaRPr>
          </a:p>
          <a:p>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95</a:t>
            </a:fld>
            <a:endParaRPr lang="en-US"/>
          </a:p>
        </p:txBody>
      </p:sp>
      <p:sp>
        <p:nvSpPr>
          <p:cNvPr id="6" name="Text 2">
            <a:extLst>
              <a:ext uri="{FF2B5EF4-FFF2-40B4-BE49-F238E27FC236}">
                <a16:creationId xmlns:a16="http://schemas.microsoft.com/office/drawing/2014/main" id="{F6E984CD-50E9-5E8D-4198-DA922169390D}"/>
              </a:ext>
            </a:extLst>
          </p:cNvPr>
          <p:cNvSpPr/>
          <p:nvPr/>
        </p:nvSpPr>
        <p:spPr>
          <a:xfrm>
            <a:off x="455414" y="3181029"/>
            <a:ext cx="8229600" cy="1382345"/>
          </a:xfrm>
          <a:prstGeom prst="rect">
            <a:avLst/>
          </a:prstGeom>
          <a:noFill/>
          <a:ln/>
        </p:spPr>
        <p:txBody>
          <a:bodyPr wrap="square" lIns="91440" tIns="45720" rIns="91440" bIns="45720" rtlCol="0" anchor="t"/>
          <a:lstStyle/>
          <a:p>
            <a:r>
              <a:rPr lang="en-US" sz="1400" b="1" dirty="0">
                <a:solidFill>
                  <a:srgbClr val="000000"/>
                </a:solidFill>
                <a:latin typeface="Arial"/>
                <a:cs typeface="Arial"/>
              </a:rPr>
              <a:t>Clustering</a:t>
            </a:r>
            <a:endParaRPr lang="en-US" dirty="0"/>
          </a:p>
          <a:p>
            <a:pPr marL="285750" indent="-285750">
              <a:buFont typeface="Arial"/>
              <a:buChar char="•"/>
            </a:pPr>
            <a:r>
              <a:rPr lang="en-US" sz="1400" dirty="0">
                <a:solidFill>
                  <a:srgbClr val="000000"/>
                </a:solidFill>
                <a:latin typeface="Arial"/>
                <a:cs typeface="Arial"/>
              </a:rPr>
              <a:t>Multiple devices grouped together provide a service that, to users, appears to be a single entity. If one device in a cluster fails, the other devices remain available and can step in.</a:t>
            </a:r>
            <a:endParaRPr lang="en-US" dirty="0">
              <a:cs typeface="Calibri"/>
            </a:endParaRPr>
          </a:p>
          <a:p>
            <a:endParaRPr lang="en-US" sz="1400" b="1" dirty="0">
              <a:latin typeface="Arial"/>
              <a:cs typeface="Arial"/>
            </a:endParaRPr>
          </a:p>
          <a:p>
            <a:r>
              <a:rPr lang="en-US" sz="1400" b="1" dirty="0">
                <a:latin typeface="Arial"/>
                <a:cs typeface="Arial"/>
              </a:rPr>
              <a:t>Shared Component Systems</a:t>
            </a:r>
            <a:endParaRPr lang="en-US" b="1" dirty="0"/>
          </a:p>
          <a:p>
            <a:pPr marL="285750" indent="-285750">
              <a:buFont typeface="Arial"/>
              <a:buChar char="•"/>
            </a:pPr>
            <a:r>
              <a:rPr lang="en-US" sz="1400" dirty="0">
                <a:latin typeface="Arial"/>
                <a:cs typeface="Arial"/>
              </a:rPr>
              <a:t>Systems are built so that a complete system can stand in for one that failed.</a:t>
            </a:r>
            <a:endParaRPr lang="en-US" dirty="0">
              <a:cs typeface="Calibri" panose="020F0502020204030204"/>
            </a:endParaRPr>
          </a:p>
          <a:p>
            <a:endParaRPr lang="en-US" sz="1400" dirty="0">
              <a:latin typeface="Arial"/>
              <a:cs typeface="Arial"/>
            </a:endParaRPr>
          </a:p>
          <a:p>
            <a:endParaRPr lang="en-US" sz="1400" dirty="0">
              <a:latin typeface="Arial"/>
              <a:cs typeface="Arial"/>
            </a:endParaRPr>
          </a:p>
          <a:p>
            <a:pPr>
              <a:lnSpc>
                <a:spcPts val="2000"/>
              </a:lnSpc>
            </a:pPr>
            <a:endParaRPr lang="en-US" sz="1400" dirty="0">
              <a:latin typeface="Arial"/>
              <a:cs typeface="Arial"/>
            </a:endParaRPr>
          </a:p>
        </p:txBody>
      </p:sp>
    </p:spTree>
    <p:extLst>
      <p:ext uri="{BB962C8B-B14F-4D97-AF65-F5344CB8AC3E}">
        <p14:creationId xmlns:p14="http://schemas.microsoft.com/office/powerpoint/2010/main" val="353323293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444934"/>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Single Points of Failure</a:t>
            </a:r>
            <a:endParaRPr lang="en-US" sz="2200" dirty="0"/>
          </a:p>
        </p:txBody>
      </p:sp>
      <p:sp>
        <p:nvSpPr>
          <p:cNvPr id="5" name="Text 2"/>
          <p:cNvSpPr/>
          <p:nvPr/>
        </p:nvSpPr>
        <p:spPr>
          <a:xfrm>
            <a:off x="455414" y="1128712"/>
            <a:ext cx="8229600" cy="2571750"/>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000000"/>
                </a:solidFill>
                <a:latin typeface="Arial"/>
                <a:cs typeface="Arial"/>
              </a:rPr>
              <a:t>Single points of failure are weak links in the chain that can cause disruption of the organization's operations. </a:t>
            </a:r>
            <a:endParaRPr lang="en-US" dirty="0">
              <a:solidFill>
                <a:srgbClr val="000000"/>
              </a:solidFill>
              <a:latin typeface="Calibri" panose="020F0502020204030204"/>
              <a:cs typeface="Calibri"/>
            </a:endParaRPr>
          </a:p>
          <a:p>
            <a:pPr marL="742950" lvl="1" indent="-285750">
              <a:buFont typeface="Arial"/>
              <a:buChar char="•"/>
            </a:pPr>
            <a:r>
              <a:rPr lang="en-US" sz="1400" dirty="0">
                <a:solidFill>
                  <a:srgbClr val="000000"/>
                </a:solidFill>
                <a:latin typeface="Arial"/>
                <a:cs typeface="Arial"/>
              </a:rPr>
              <a:t>A single point of failure is any part of the operation of the organization whose failure means complete failure of the entire system — in other words, if it fails, the entire system fails. </a:t>
            </a:r>
            <a:endParaRPr lang="en-US" dirty="0">
              <a:solidFill>
                <a:srgbClr val="000000"/>
              </a:solidFill>
              <a:latin typeface="Calibri" panose="020F0502020204030204"/>
              <a:cs typeface="Calibri" panose="020F0502020204030204"/>
            </a:endParaRPr>
          </a:p>
          <a:p>
            <a:pPr marL="742950" lvl="1" indent="-285750">
              <a:buFont typeface="Arial"/>
              <a:buChar char="•"/>
            </a:pPr>
            <a:r>
              <a:rPr lang="en-US" sz="1400" dirty="0">
                <a:solidFill>
                  <a:srgbClr val="000000"/>
                </a:solidFill>
                <a:latin typeface="Arial"/>
                <a:cs typeface="Arial"/>
              </a:rPr>
              <a:t>It can be a specific piece of hardware, a process, a specific piece of data, or even an essential utility.</a:t>
            </a:r>
            <a:endParaRPr lang="en-US" dirty="0">
              <a:solidFill>
                <a:srgbClr val="000000"/>
              </a:solidFill>
              <a:latin typeface="Calibri" panose="020F0502020204030204"/>
              <a:cs typeface="Calibri" panose="020F0502020204030204"/>
            </a:endParaRPr>
          </a:p>
          <a:p>
            <a:pPr marL="742950" lvl="1" indent="-285750">
              <a:buFont typeface="Arial"/>
              <a:buChar char="•"/>
            </a:pPr>
            <a:r>
              <a:rPr lang="en-US" sz="1400" dirty="0">
                <a:solidFill>
                  <a:srgbClr val="000000"/>
                </a:solidFill>
                <a:latin typeface="Arial"/>
                <a:cs typeface="Arial"/>
              </a:rPr>
              <a:t> Generally, the solution to a single point of failure is to modify the critical operation so that it does not rely on any single element. </a:t>
            </a:r>
            <a:endParaRPr lang="en-US" dirty="0">
              <a:solidFill>
                <a:srgbClr val="000000"/>
              </a:solidFill>
              <a:latin typeface="Calibri" panose="020F0502020204030204"/>
              <a:cs typeface="Calibri" panose="020F0502020204030204"/>
            </a:endParaRPr>
          </a:p>
          <a:p>
            <a:pPr marL="742950" lvl="1" indent="-285750">
              <a:buFont typeface="Arial"/>
              <a:buChar char="•"/>
            </a:pPr>
            <a:r>
              <a:rPr lang="en-US" sz="1400" dirty="0">
                <a:solidFill>
                  <a:srgbClr val="000000"/>
                </a:solidFill>
                <a:latin typeface="Arial"/>
                <a:cs typeface="Arial"/>
              </a:rPr>
              <a:t>The organization can also build redundant components into the operation to take over the process should one of these points fail.</a:t>
            </a:r>
            <a:endParaRPr lang="en-US" dirty="0">
              <a:cs typeface="Calibri" panose="020F0502020204030204"/>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96</a:t>
            </a:fld>
            <a:endParaRPr lang="en-US"/>
          </a:p>
        </p:txBody>
      </p:sp>
    </p:spTree>
    <p:extLst>
      <p:ext uri="{BB962C8B-B14F-4D97-AF65-F5344CB8AC3E}">
        <p14:creationId xmlns:p14="http://schemas.microsoft.com/office/powerpoint/2010/main" val="349852089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91440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N+1 Redundancy</a:t>
            </a:r>
            <a:endParaRPr lang="en-US" sz="2200" dirty="0"/>
          </a:p>
        </p:txBody>
      </p:sp>
      <p:sp>
        <p:nvSpPr>
          <p:cNvPr id="5" name="Text 2"/>
          <p:cNvSpPr/>
          <p:nvPr/>
        </p:nvSpPr>
        <p:spPr>
          <a:xfrm>
            <a:off x="455414" y="1182291"/>
            <a:ext cx="8229600" cy="2571750"/>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000000"/>
                </a:solidFill>
                <a:latin typeface="Arial"/>
                <a:cs typeface="Arial"/>
              </a:rPr>
              <a:t>N+1 redundancy helps ensure system availability in the event of a component failure. It means that components (N) need to have at least one backup component (+1).</a:t>
            </a:r>
            <a:endParaRPr lang="en-US" dirty="0">
              <a:cs typeface="Calibri" panose="020F0502020204030204"/>
            </a:endParaRPr>
          </a:p>
          <a:p>
            <a:endParaRPr lang="en-US" sz="1400" dirty="0">
              <a:solidFill>
                <a:srgbClr val="000000"/>
              </a:solidFill>
              <a:latin typeface="Arial"/>
              <a:ea typeface="Arial" pitchFamily="34" charset="-122"/>
              <a:cs typeface="Arial"/>
            </a:endParaRPr>
          </a:p>
          <a:p>
            <a:pPr marL="285750" indent="-285750">
              <a:buFont typeface="Arial"/>
              <a:buChar char="•"/>
            </a:pPr>
            <a:r>
              <a:rPr lang="en-US" sz="1400" dirty="0">
                <a:solidFill>
                  <a:srgbClr val="000000"/>
                </a:solidFill>
                <a:latin typeface="Arial"/>
                <a:ea typeface="Arial" pitchFamily="34" charset="-122"/>
                <a:cs typeface="Arial"/>
              </a:rPr>
              <a:t>A good way to think about this is that a car has four tires (N) and a spare tire (+1) in the trunk in case of a flat.</a:t>
            </a:r>
            <a:endParaRPr lang="en-US" dirty="0">
              <a:cs typeface="Calibri" panose="020F0502020204030204"/>
            </a:endParaRPr>
          </a:p>
          <a:p>
            <a:endParaRPr lang="en-US" sz="1400" dirty="0">
              <a:solidFill>
                <a:srgbClr val="000000"/>
              </a:solidFill>
              <a:latin typeface="Arial"/>
              <a:ea typeface="Arial" pitchFamily="34" charset="-122"/>
              <a:cs typeface="Arial"/>
            </a:endParaRPr>
          </a:p>
          <a:p>
            <a:pPr marL="285750" indent="-285750">
              <a:buFont typeface="Arial"/>
              <a:buChar char="•"/>
            </a:pPr>
            <a:r>
              <a:rPr lang="en-US" sz="1400" dirty="0">
                <a:solidFill>
                  <a:srgbClr val="000000"/>
                </a:solidFill>
                <a:latin typeface="Arial"/>
                <a:ea typeface="Arial" pitchFamily="34" charset="-122"/>
                <a:cs typeface="Arial"/>
              </a:rPr>
              <a:t>Although a system using N+1 architecture contains redundant equipment, it is not a fully redundant system.</a:t>
            </a:r>
            <a:endParaRPr lang="en-US" dirty="0">
              <a:cs typeface="Calibri" panose="020F0502020204030204"/>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97</a:t>
            </a:fld>
            <a:endParaRPr lang="en-US"/>
          </a:p>
        </p:txBody>
      </p:sp>
    </p:spTree>
    <p:extLst>
      <p:ext uri="{BB962C8B-B14F-4D97-AF65-F5344CB8AC3E}">
        <p14:creationId xmlns:p14="http://schemas.microsoft.com/office/powerpoint/2010/main" val="219411224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450509"/>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N+1 Redundancy (Cont.)</a:t>
            </a:r>
            <a:endParaRPr lang="en-US" sz="2200" dirty="0"/>
          </a:p>
        </p:txBody>
      </p:sp>
      <p:sp>
        <p:nvSpPr>
          <p:cNvPr id="5" name="Text 2"/>
          <p:cNvSpPr/>
          <p:nvPr/>
        </p:nvSpPr>
        <p:spPr>
          <a:xfrm>
            <a:off x="455414" y="1182291"/>
            <a:ext cx="8229600" cy="2571750"/>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000000"/>
                </a:solidFill>
                <a:latin typeface="Arial"/>
                <a:cs typeface="Arial"/>
              </a:rPr>
              <a:t>In a network, N+1 redundancy means that the system design can withstand the loss of one of each component.</a:t>
            </a:r>
            <a:endParaRPr lang="en-US" dirty="0">
              <a:cs typeface="Calibri" panose="020F0502020204030204"/>
            </a:endParaRP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The N refers to each different infrastructure component </a:t>
            </a:r>
            <a:r>
              <a:rPr lang="en-US" sz="1400" dirty="0">
                <a:solidFill>
                  <a:srgbClr val="000000"/>
                </a:solidFill>
                <a:latin typeface="Arial"/>
                <a:ea typeface="Arial" pitchFamily="34" charset="-122"/>
                <a:cs typeface="Arial"/>
              </a:rPr>
              <a:t>that is part of the system. </a:t>
            </a:r>
          </a:p>
          <a:p>
            <a:pPr marL="285750" indent="-285750">
              <a:buFont typeface="Arial"/>
              <a:buChar char="•"/>
            </a:pPr>
            <a:endParaRPr lang="en-US" dirty="0">
              <a:solidFill>
                <a:srgbClr val="000000"/>
              </a:solidFill>
              <a:latin typeface="Calibri" panose="020F0502020204030204"/>
              <a:ea typeface="Arial" pitchFamily="34" charset="-122"/>
              <a:cs typeface="Calibri" panose="020F0502020204030204"/>
            </a:endParaRPr>
          </a:p>
          <a:p>
            <a:pPr marL="285750" indent="-285750">
              <a:buFont typeface="Arial"/>
              <a:buChar char="•"/>
            </a:pPr>
            <a:r>
              <a:rPr lang="en-US" sz="1400" dirty="0">
                <a:solidFill>
                  <a:srgbClr val="000000"/>
                </a:solidFill>
                <a:latin typeface="Arial"/>
                <a:ea typeface="Arial" pitchFamily="34" charset="-122"/>
                <a:cs typeface="Arial"/>
              </a:rPr>
              <a:t>The +1 is the additional component or system that is standing by, ready when needed.</a:t>
            </a:r>
          </a:p>
          <a:p>
            <a:pPr marL="285750" indent="-285750">
              <a:buFont typeface="Arial"/>
              <a:buChar char="•"/>
            </a:pPr>
            <a:endParaRPr lang="en-US" dirty="0">
              <a:solidFill>
                <a:srgbClr val="000000"/>
              </a:solidFill>
              <a:latin typeface="Calibri" panose="020F0502020204030204"/>
              <a:ea typeface="Arial" pitchFamily="34" charset="-122"/>
              <a:cs typeface="Calibri" panose="020F0502020204030204"/>
            </a:endParaRPr>
          </a:p>
          <a:p>
            <a:pPr marL="285750" indent="-285750">
              <a:buFont typeface="Arial"/>
              <a:buChar char="•"/>
            </a:pPr>
            <a:r>
              <a:rPr lang="en-US" sz="1400" dirty="0">
                <a:solidFill>
                  <a:srgbClr val="000000"/>
                </a:solidFill>
                <a:latin typeface="Arial"/>
                <a:ea typeface="Arial" pitchFamily="34" charset="-122"/>
                <a:cs typeface="Arial"/>
              </a:rPr>
              <a:t>N+1 redundancy in a data center that consists of the above elements means that we have a server, a power supply, a switch and a router on standby, ready to come online if something happens to the main server, the main power source, switch, or router.</a:t>
            </a:r>
            <a:endParaRPr lang="en-US" dirty="0">
              <a:cs typeface="Calibri" panose="020F0502020204030204"/>
            </a:endParaRPr>
          </a:p>
          <a:p>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98</a:t>
            </a:fld>
            <a:endParaRPr lang="en-US"/>
          </a:p>
        </p:txBody>
      </p:sp>
    </p:spTree>
    <p:extLst>
      <p:ext uri="{BB962C8B-B14F-4D97-AF65-F5344CB8AC3E}">
        <p14:creationId xmlns:p14="http://schemas.microsoft.com/office/powerpoint/2010/main" val="76268167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484805"/>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RAID</a:t>
            </a:r>
            <a:endParaRPr lang="en-US" sz="2200" dirty="0"/>
          </a:p>
        </p:txBody>
      </p:sp>
      <p:sp>
        <p:nvSpPr>
          <p:cNvPr id="5" name="Text 2"/>
          <p:cNvSpPr/>
          <p:nvPr/>
        </p:nvSpPr>
        <p:spPr>
          <a:xfrm>
            <a:off x="455414" y="1057275"/>
            <a:ext cx="8229600" cy="2571750"/>
          </a:xfrm>
          <a:prstGeom prst="rect">
            <a:avLst/>
          </a:prstGeom>
          <a:noFill/>
          <a:ln/>
        </p:spPr>
        <p:txBody>
          <a:bodyPr wrap="square" lIns="91440" tIns="45720" rIns="91440" bIns="45720" rtlCol="0" anchor="t"/>
          <a:lstStyle/>
          <a:p>
            <a:pPr>
              <a:lnSpc>
                <a:spcPts val="2000"/>
              </a:lnSpc>
            </a:pPr>
            <a:r>
              <a:rPr lang="en-US" sz="1400" b="1" dirty="0">
                <a:solidFill>
                  <a:srgbClr val="000000"/>
                </a:solidFill>
                <a:latin typeface="Arial"/>
                <a:cs typeface="Arial"/>
              </a:rPr>
              <a:t>How does it work? </a:t>
            </a:r>
          </a:p>
          <a:p>
            <a:pPr marL="285750" indent="-285750">
              <a:buFont typeface="Arial"/>
              <a:buChar char="•"/>
            </a:pPr>
            <a:r>
              <a:rPr lang="en-US" sz="1400" dirty="0">
                <a:latin typeface="Arial"/>
                <a:cs typeface="Arial"/>
              </a:rPr>
              <a:t>RAID takes data that is normally stored on a single disk and spreads it out among several drives. Except for RAID 0, if any single disk is lost, the user can recover data from the other disks where the data also resides.</a:t>
            </a:r>
            <a:endParaRPr lang="en-US" dirty="0">
              <a:cs typeface="Calibri" panose="020F0502020204030204"/>
            </a:endParaRPr>
          </a:p>
          <a:p>
            <a:endParaRPr lang="en-US" sz="1400" dirty="0">
              <a:latin typeface="Arial"/>
              <a:cs typeface="Arial"/>
            </a:endParaRPr>
          </a:p>
          <a:p>
            <a:pPr marL="285750" indent="-285750">
              <a:buFont typeface="Arial"/>
              <a:buChar char="•"/>
            </a:pPr>
            <a:r>
              <a:rPr lang="en-US" sz="1400" dirty="0">
                <a:latin typeface="Arial"/>
                <a:cs typeface="Arial"/>
              </a:rPr>
              <a:t>RAID can also increase the speed of data recovery as multiple drives will be faster retrieving requested data than one disk doing the same.</a:t>
            </a:r>
            <a:endParaRPr lang="en-US" dirty="0">
              <a:cs typeface="Calibri" panose="020F0502020204030204"/>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99</a:t>
            </a:fld>
            <a:endParaRPr lang="en-US"/>
          </a:p>
        </p:txBody>
      </p:sp>
    </p:spTree>
    <p:extLst>
      <p:ext uri="{BB962C8B-B14F-4D97-AF65-F5344CB8AC3E}">
        <p14:creationId xmlns:p14="http://schemas.microsoft.com/office/powerpoint/2010/main" val="134038833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355724"/>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RAID (Cont.)</a:t>
            </a:r>
            <a:endParaRPr lang="en-US" sz="2200" dirty="0"/>
          </a:p>
        </p:txBody>
      </p:sp>
      <p:sp>
        <p:nvSpPr>
          <p:cNvPr id="5" name="Text 2"/>
          <p:cNvSpPr/>
          <p:nvPr/>
        </p:nvSpPr>
        <p:spPr>
          <a:xfrm>
            <a:off x="455414" y="1048344"/>
            <a:ext cx="8229600" cy="2961552"/>
          </a:xfrm>
          <a:prstGeom prst="rect">
            <a:avLst/>
          </a:prstGeom>
          <a:noFill/>
          <a:ln/>
        </p:spPr>
        <p:txBody>
          <a:bodyPr wrap="square" lIns="91440" tIns="45720" rIns="91440" bIns="45720" rtlCol="0" anchor="t"/>
          <a:lstStyle/>
          <a:p>
            <a:r>
              <a:rPr lang="en-US" sz="1400" b="1" dirty="0">
                <a:solidFill>
                  <a:srgbClr val="000000"/>
                </a:solidFill>
                <a:latin typeface="Arial"/>
                <a:cs typeface="Arial"/>
              </a:rPr>
              <a:t>RAID Data Storage</a:t>
            </a:r>
          </a:p>
          <a:p>
            <a:pPr marL="285750" indent="-285750">
              <a:buFont typeface="Arial"/>
              <a:buChar char="•"/>
            </a:pPr>
            <a:r>
              <a:rPr lang="en-US" sz="1400" dirty="0">
                <a:solidFill>
                  <a:srgbClr val="000000"/>
                </a:solidFill>
                <a:latin typeface="Arial"/>
                <a:cs typeface="Arial"/>
              </a:rPr>
              <a:t>A </a:t>
            </a:r>
            <a:r>
              <a:rPr lang="en-US" sz="1400" dirty="0">
                <a:latin typeface="Arial"/>
                <a:cs typeface="Arial"/>
              </a:rPr>
              <a:t>RAID solution can be either hardware-based or software-based. A hardware-based solution requires a specialized hardware controller on the system that contains the RAID drives, while software RAID is managed by utility software in the OS.</a:t>
            </a:r>
            <a:endParaRPr lang="en-US" dirty="0">
              <a:cs typeface="Calibri"/>
            </a:endParaRPr>
          </a:p>
          <a:p>
            <a:endParaRPr lang="en-US" sz="1400" dirty="0">
              <a:latin typeface="Arial"/>
              <a:cs typeface="Arial"/>
            </a:endParaRPr>
          </a:p>
          <a:p>
            <a:r>
              <a:rPr lang="en-US" sz="1400" dirty="0">
                <a:latin typeface="Arial"/>
                <a:cs typeface="Arial"/>
              </a:rPr>
              <a:t>The following terms describe the various ways RAID can store data in the array of disks.</a:t>
            </a:r>
            <a:endParaRPr lang="en-US" dirty="0">
              <a:cs typeface="Calibri"/>
            </a:endParaRPr>
          </a:p>
          <a:p>
            <a:pPr marL="742950" lvl="1" indent="-285750">
              <a:buFont typeface="Arial"/>
              <a:buChar char="•"/>
            </a:pPr>
            <a:r>
              <a:rPr lang="en-US" sz="1400" b="1" dirty="0">
                <a:latin typeface="Arial"/>
                <a:cs typeface="Arial"/>
              </a:rPr>
              <a:t>Mirroring</a:t>
            </a:r>
            <a:r>
              <a:rPr lang="en-US" sz="1400" dirty="0">
                <a:latin typeface="Arial"/>
                <a:cs typeface="Arial"/>
              </a:rPr>
              <a:t> — Stores data, then duplicates and stores the same on a second drive.</a:t>
            </a:r>
            <a:endParaRPr lang="en-US" dirty="0">
              <a:cs typeface="Calibri" panose="020F0502020204030204"/>
            </a:endParaRPr>
          </a:p>
          <a:p>
            <a:pPr marL="742950" lvl="1" indent="-285750">
              <a:buFont typeface="Arial"/>
              <a:buChar char="•"/>
            </a:pPr>
            <a:r>
              <a:rPr lang="en-US" sz="1400" b="1" dirty="0">
                <a:latin typeface="Arial"/>
                <a:cs typeface="Arial"/>
              </a:rPr>
              <a:t>Striping</a:t>
            </a:r>
            <a:r>
              <a:rPr lang="en-US" sz="1400" dirty="0">
                <a:latin typeface="Arial"/>
                <a:cs typeface="Arial"/>
              </a:rPr>
              <a:t> — Writes data across multiple drives so that consecutive segments are stored on different drives.</a:t>
            </a:r>
            <a:endParaRPr lang="en-US" dirty="0">
              <a:latin typeface="Calibri" panose="020F0502020204030204"/>
              <a:cs typeface="Calibri"/>
            </a:endParaRPr>
          </a:p>
          <a:p>
            <a:pPr marL="742950" lvl="1" indent="-285750">
              <a:buFont typeface="Arial"/>
              <a:buChar char="•"/>
            </a:pPr>
            <a:r>
              <a:rPr lang="en-US" sz="1400" b="1" dirty="0">
                <a:latin typeface="Arial"/>
                <a:cs typeface="Arial"/>
              </a:rPr>
              <a:t>Parity</a:t>
            </a:r>
            <a:r>
              <a:rPr lang="en-US" sz="1400" dirty="0">
                <a:latin typeface="Arial"/>
                <a:cs typeface="Arial"/>
              </a:rPr>
              <a:t> — More precisely, striping with parity. After striping, checksums are generated to check that no errors exist in the striped data. These checksums are stored on a third drive.</a:t>
            </a:r>
            <a:endParaRPr lang="en-US" dirty="0">
              <a:cs typeface="Calibri"/>
            </a:endParaRPr>
          </a:p>
          <a:p>
            <a:endParaRPr lang="en-US" sz="1400" dirty="0">
              <a:latin typeface="Arial"/>
              <a:cs typeface="Arial"/>
            </a:endParaRPr>
          </a:p>
          <a:p>
            <a:r>
              <a:rPr lang="en-US" sz="1400" dirty="0">
                <a:latin typeface="Arial"/>
                <a:cs typeface="Arial"/>
              </a:rPr>
              <a:t>Further RAID architectures exist, which mainly combine the above elements.</a:t>
            </a:r>
            <a:endParaRPr lang="en-US" dirty="0">
              <a:cs typeface="Calibri"/>
            </a:endParaRPr>
          </a:p>
          <a:p>
            <a:pPr>
              <a:lnSpc>
                <a:spcPts val="2000"/>
              </a:lnSpc>
            </a:pPr>
            <a:endParaRPr lang="en-US" sz="1400" b="1"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100</a:t>
            </a:fld>
            <a:endParaRPr lang="en-US"/>
          </a:p>
        </p:txBody>
      </p:sp>
    </p:spTree>
    <p:extLst>
      <p:ext uri="{BB962C8B-B14F-4D97-AF65-F5344CB8AC3E}">
        <p14:creationId xmlns:p14="http://schemas.microsoft.com/office/powerpoint/2010/main" val="252293071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456085"/>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Spanning Tree</a:t>
            </a:r>
            <a:endParaRPr lang="en-US" sz="2200" dirty="0"/>
          </a:p>
        </p:txBody>
      </p:sp>
      <p:sp>
        <p:nvSpPr>
          <p:cNvPr id="5" name="Text 2"/>
          <p:cNvSpPr/>
          <p:nvPr/>
        </p:nvSpPr>
        <p:spPr>
          <a:xfrm>
            <a:off x="417102" y="1226939"/>
            <a:ext cx="8229600" cy="2571750"/>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000000"/>
                </a:solidFill>
                <a:latin typeface="Arial"/>
                <a:cs typeface="Arial"/>
              </a:rPr>
              <a:t>Redundancy increases the availability of the infrastructure by protecting the network from a single point of failure, such as a failed network cable or a failed switch.</a:t>
            </a:r>
            <a:endParaRPr lang="en-US" dirty="0">
              <a:solidFill>
                <a:srgbClr val="000000"/>
              </a:solidFill>
              <a:latin typeface="Calibri" panose="020F0502020204030204"/>
              <a:cs typeface="Calibri" panose="020F0502020204030204"/>
            </a:endParaRPr>
          </a:p>
          <a:p>
            <a:pPr marL="285750" indent="-285750">
              <a:buFont typeface="Arial"/>
              <a:buChar char="•"/>
            </a:pPr>
            <a:endParaRPr lang="en-US" sz="1400" dirty="0">
              <a:solidFill>
                <a:srgbClr val="000000"/>
              </a:solidFill>
              <a:latin typeface="Arial"/>
              <a:ea typeface="Arial" pitchFamily="34" charset="-122"/>
              <a:cs typeface="Arial"/>
            </a:endParaRPr>
          </a:p>
          <a:p>
            <a:pPr marL="285750" indent="-285750">
              <a:buFont typeface="Arial"/>
              <a:buChar char="•"/>
            </a:pPr>
            <a:r>
              <a:rPr lang="en-US" sz="1400" dirty="0">
                <a:solidFill>
                  <a:srgbClr val="000000"/>
                </a:solidFill>
                <a:latin typeface="Arial"/>
                <a:ea typeface="Arial" pitchFamily="34" charset="-122"/>
                <a:cs typeface="Arial"/>
              </a:rPr>
              <a:t>The Spanning Tree Protocol (STP) addresses these issues. STP ensures that redundant physical links are loop-free and only one logical path runs between all destinations on the network. </a:t>
            </a:r>
            <a:endParaRPr lang="en-US" dirty="0">
              <a:solidFill>
                <a:srgbClr val="000000"/>
              </a:solidFill>
              <a:latin typeface="Calibri" panose="020F0502020204030204"/>
              <a:ea typeface="Arial" pitchFamily="34" charset="-122"/>
              <a:cs typeface="Calibri" panose="020F0502020204030204"/>
            </a:endParaRPr>
          </a:p>
          <a:p>
            <a:pPr marL="742950" lvl="1" indent="-285750">
              <a:buFont typeface="Arial"/>
              <a:buChar char="•"/>
            </a:pPr>
            <a:r>
              <a:rPr lang="en-US" sz="1400" dirty="0">
                <a:solidFill>
                  <a:srgbClr val="000000"/>
                </a:solidFill>
                <a:latin typeface="Arial"/>
                <a:ea typeface="Arial" pitchFamily="34" charset="-122"/>
                <a:cs typeface="Arial"/>
              </a:rPr>
              <a:t>Blocking the redundant paths is critical to preventing loops on the network. If a network cable or switch fails, STP recalculates the paths and unblocks the necessary ports to allow the redundant path to become active.</a:t>
            </a:r>
            <a:endParaRPr lang="en-US" dirty="0">
              <a:cs typeface="Calibri" panose="020F0502020204030204"/>
            </a:endParaRPr>
          </a:p>
          <a:p>
            <a:endParaRPr lang="en-US" sz="1400" dirty="0">
              <a:solidFill>
                <a:srgbClr val="000000"/>
              </a:solidFill>
              <a:latin typeface="Arial"/>
              <a:ea typeface="Arial" pitchFamily="34" charset="-122"/>
              <a:cs typeface="Arial"/>
            </a:endParaRPr>
          </a:p>
          <a:p>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101</a:t>
            </a:fld>
            <a:endParaRPr lang="en-US"/>
          </a:p>
        </p:txBody>
      </p:sp>
    </p:spTree>
    <p:extLst>
      <p:ext uri="{BB962C8B-B14F-4D97-AF65-F5344CB8AC3E}">
        <p14:creationId xmlns:p14="http://schemas.microsoft.com/office/powerpoint/2010/main" val="82269235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456085"/>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Spanning Tree (Cont.)</a:t>
            </a:r>
            <a:endParaRPr lang="en-US" sz="2200" dirty="0"/>
          </a:p>
        </p:txBody>
      </p:sp>
      <p:sp>
        <p:nvSpPr>
          <p:cNvPr id="5" name="TextBox 4">
            <a:extLst>
              <a:ext uri="{FF2B5EF4-FFF2-40B4-BE49-F238E27FC236}">
                <a16:creationId xmlns:a16="http://schemas.microsoft.com/office/drawing/2014/main" id="{FAAAED98-A0CE-A1ED-704B-251ECD6DC5D4}"/>
              </a:ext>
            </a:extLst>
          </p:cNvPr>
          <p:cNvSpPr txBox="1"/>
          <p:nvPr/>
        </p:nvSpPr>
        <p:spPr>
          <a:xfrm>
            <a:off x="457259" y="814820"/>
            <a:ext cx="8386761"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Arial"/>
                <a:cs typeface="Segoe UI"/>
              </a:rPr>
              <a:t>This animation shows the STP stages when a failure occurs.​</a:t>
            </a:r>
          </a:p>
          <a:p>
            <a:pPr lvl="1">
              <a:buAutoNum type="arabicPeriod"/>
            </a:pPr>
            <a:r>
              <a:rPr lang="en-US" sz="1400" dirty="0">
                <a:latin typeface="Arial"/>
                <a:cs typeface="Arial"/>
              </a:rPr>
              <a:t> PC1 sends a broadcast out onto the network.​</a:t>
            </a:r>
          </a:p>
          <a:p>
            <a:pPr lvl="1">
              <a:buAutoNum type="arabicPeriod"/>
            </a:pPr>
            <a:r>
              <a:rPr lang="en-US" sz="1400" dirty="0">
                <a:latin typeface="Arial"/>
                <a:cs typeface="Arial"/>
              </a:rPr>
              <a:t> The trunk link between S2 and S1 fails, resulting in disruption of the original path.​</a:t>
            </a:r>
          </a:p>
          <a:p>
            <a:pPr lvl="1">
              <a:buAutoNum type="arabicPeriod"/>
            </a:pPr>
            <a:r>
              <a:rPr lang="en-US" sz="1400" dirty="0">
                <a:latin typeface="Arial"/>
                <a:cs typeface="Arial"/>
              </a:rPr>
              <a:t> S2 unblocks the previously blocked port for Trunk2 and allows the broadcast traffic to traverse the alternate path around the network, permitting communication to continue.​</a:t>
            </a:r>
          </a:p>
          <a:p>
            <a:pPr lvl="1">
              <a:buAutoNum type="arabicPeriod"/>
            </a:pPr>
            <a:r>
              <a:rPr lang="en-US" sz="1400" dirty="0">
                <a:latin typeface="Arial"/>
                <a:cs typeface="Arial"/>
              </a:rPr>
              <a:t> If the link between S2 and S1 comes back up, STP again blocks the link between S2 and S3.</a:t>
            </a:r>
          </a:p>
        </p:txBody>
      </p:sp>
      <p:pic>
        <p:nvPicPr>
          <p:cNvPr id="4" name="Picture 5" descr="Diagram&#10;&#10;Description automatically generated">
            <a:extLst>
              <a:ext uri="{FF2B5EF4-FFF2-40B4-BE49-F238E27FC236}">
                <a16:creationId xmlns:a16="http://schemas.microsoft.com/office/drawing/2014/main" id="{5EEA7856-600B-C1E9-CE0D-39FF0A2275F3}"/>
              </a:ext>
            </a:extLst>
          </p:cNvPr>
          <p:cNvPicPr>
            <a:picLocks noChangeAspect="1"/>
          </p:cNvPicPr>
          <p:nvPr/>
        </p:nvPicPr>
        <p:blipFill>
          <a:blip r:embed="rId3"/>
          <a:stretch>
            <a:fillRect/>
          </a:stretch>
        </p:blipFill>
        <p:spPr>
          <a:xfrm>
            <a:off x="2802884" y="2406042"/>
            <a:ext cx="3243262" cy="2527101"/>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102</a:t>
            </a:fld>
            <a:endParaRPr lang="en-US"/>
          </a:p>
        </p:txBody>
      </p:sp>
    </p:spTree>
    <p:extLst>
      <p:ext uri="{BB962C8B-B14F-4D97-AF65-F5344CB8AC3E}">
        <p14:creationId xmlns:p14="http://schemas.microsoft.com/office/powerpoint/2010/main" val="73220652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456085"/>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Router Redundancy</a:t>
            </a:r>
            <a:endParaRPr lang="en-US" sz="2200" dirty="0"/>
          </a:p>
        </p:txBody>
      </p:sp>
      <p:sp>
        <p:nvSpPr>
          <p:cNvPr id="5" name="Text 2"/>
          <p:cNvSpPr/>
          <p:nvPr/>
        </p:nvSpPr>
        <p:spPr>
          <a:xfrm>
            <a:off x="293669" y="740862"/>
            <a:ext cx="8229600" cy="1202307"/>
          </a:xfrm>
          <a:prstGeom prst="rect">
            <a:avLst/>
          </a:prstGeom>
          <a:noFill/>
          <a:ln/>
        </p:spPr>
        <p:txBody>
          <a:bodyPr wrap="square" lIns="91440" tIns="45720" rIns="91440" bIns="45720" rtlCol="0" anchor="t"/>
          <a:lstStyle/>
          <a:p>
            <a:pPr marL="285750" indent="-285750">
              <a:lnSpc>
                <a:spcPts val="2000"/>
              </a:lnSpc>
              <a:buFont typeface="Arial"/>
              <a:buChar char="•"/>
            </a:pPr>
            <a:r>
              <a:rPr lang="en-US" sz="1400" dirty="0">
                <a:solidFill>
                  <a:srgbClr val="000000"/>
                </a:solidFill>
                <a:latin typeface="Arial"/>
                <a:cs typeface="Arial"/>
              </a:rPr>
              <a:t>The default gateway is typically the router that provides devices access to the rest of the network and/or to the internet. </a:t>
            </a:r>
            <a:endParaRPr lang="en-US" dirty="0">
              <a:solidFill>
                <a:srgbClr val="000000"/>
              </a:solidFill>
              <a:latin typeface="Calibri" panose="020F0502020204030204"/>
              <a:cs typeface="Calibri" panose="020F0502020204030204"/>
            </a:endParaRPr>
          </a:p>
          <a:p>
            <a:pPr marL="742950" lvl="1" indent="-285750">
              <a:lnSpc>
                <a:spcPts val="2000"/>
              </a:lnSpc>
              <a:buFont typeface="Arial"/>
              <a:buChar char="•"/>
            </a:pPr>
            <a:r>
              <a:rPr lang="en-US" sz="1400" dirty="0">
                <a:solidFill>
                  <a:srgbClr val="000000"/>
                </a:solidFill>
                <a:latin typeface="Arial"/>
                <a:cs typeface="Arial"/>
              </a:rPr>
              <a:t>If there is only one router serving as the default gateway, it is a single point of failure. </a:t>
            </a:r>
            <a:endParaRPr lang="en-US" dirty="0">
              <a:solidFill>
                <a:srgbClr val="000000"/>
              </a:solidFill>
              <a:latin typeface="Calibri" panose="020F0502020204030204"/>
              <a:cs typeface="Calibri" panose="020F0502020204030204"/>
            </a:endParaRPr>
          </a:p>
          <a:p>
            <a:pPr marL="742950" lvl="1" indent="-285750">
              <a:lnSpc>
                <a:spcPts val="2000"/>
              </a:lnSpc>
              <a:buFont typeface="Arial"/>
              <a:buChar char="•"/>
            </a:pPr>
            <a:r>
              <a:rPr lang="en-US" sz="1400" dirty="0">
                <a:solidFill>
                  <a:srgbClr val="000000"/>
                </a:solidFill>
                <a:latin typeface="Arial"/>
                <a:cs typeface="Arial"/>
              </a:rPr>
              <a:t>To avoid this, an organization can choose to install an additional standby router.</a:t>
            </a:r>
            <a:endParaRPr lang="en-US" sz="1400" dirty="0">
              <a:latin typeface="Arial"/>
              <a:cs typeface="Arial"/>
            </a:endParaRPr>
          </a:p>
        </p:txBody>
      </p:sp>
      <p:pic>
        <p:nvPicPr>
          <p:cNvPr id="4" name="Picture 5" descr="Diagram&#10;&#10;Description automatically generated">
            <a:extLst>
              <a:ext uri="{FF2B5EF4-FFF2-40B4-BE49-F238E27FC236}">
                <a16:creationId xmlns:a16="http://schemas.microsoft.com/office/drawing/2014/main" id="{6B5CC12D-ABB2-E97C-AD2E-87090FE0211C}"/>
              </a:ext>
            </a:extLst>
          </p:cNvPr>
          <p:cNvPicPr>
            <a:picLocks noChangeAspect="1"/>
          </p:cNvPicPr>
          <p:nvPr/>
        </p:nvPicPr>
        <p:blipFill>
          <a:blip r:embed="rId3"/>
          <a:stretch>
            <a:fillRect/>
          </a:stretch>
        </p:blipFill>
        <p:spPr>
          <a:xfrm>
            <a:off x="536994" y="2125603"/>
            <a:ext cx="2743200" cy="2143125"/>
          </a:xfrm>
          <a:prstGeom prst="rect">
            <a:avLst/>
          </a:prstGeom>
        </p:spPr>
      </p:pic>
      <p:sp>
        <p:nvSpPr>
          <p:cNvPr id="6" name="TextBox 5">
            <a:extLst>
              <a:ext uri="{FF2B5EF4-FFF2-40B4-BE49-F238E27FC236}">
                <a16:creationId xmlns:a16="http://schemas.microsoft.com/office/drawing/2014/main" id="{A82DB46C-6E54-48C0-F206-221A5EB08F9C}"/>
              </a:ext>
            </a:extLst>
          </p:cNvPr>
          <p:cNvSpPr txBox="1"/>
          <p:nvPr/>
        </p:nvSpPr>
        <p:spPr>
          <a:xfrm>
            <a:off x="3615007" y="2345305"/>
            <a:ext cx="4806529" cy="18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ts val="2000"/>
              </a:lnSpc>
              <a:buFont typeface="Arial,Sans-Serif"/>
              <a:buChar char="•"/>
            </a:pPr>
            <a:r>
              <a:rPr lang="en-US" sz="1400" dirty="0">
                <a:latin typeface="Arial"/>
                <a:cs typeface="Arial"/>
              </a:rPr>
              <a:t>A redundancy protocol determines which router should take the active role in forwarding traffic; the forwarding router or the standby router.</a:t>
            </a:r>
            <a:endParaRPr lang="en-US" sz="1400" dirty="0">
              <a:ea typeface="+mn-lt"/>
              <a:cs typeface="+mn-lt"/>
            </a:endParaRPr>
          </a:p>
          <a:p>
            <a:pPr marL="742950" lvl="1" indent="-285750">
              <a:lnSpc>
                <a:spcPts val="2000"/>
              </a:lnSpc>
              <a:buFont typeface="Arial,Sans-Serif"/>
              <a:buChar char="•"/>
            </a:pPr>
            <a:r>
              <a:rPr lang="en-US" sz="1400" dirty="0">
                <a:latin typeface="Arial"/>
                <a:cs typeface="Arial"/>
              </a:rPr>
              <a:t>Each is configured with a physical IP address and a virtual router IP address. </a:t>
            </a:r>
            <a:endParaRPr lang="en-US" sz="1400" dirty="0">
              <a:ea typeface="+mn-lt"/>
              <a:cs typeface="+mn-lt"/>
            </a:endParaRPr>
          </a:p>
          <a:p>
            <a:pPr marL="742950" lvl="1" indent="-285750">
              <a:lnSpc>
                <a:spcPts val="2000"/>
              </a:lnSpc>
              <a:buFont typeface="Arial,Sans-Serif"/>
              <a:buChar char="•"/>
            </a:pPr>
            <a:r>
              <a:rPr lang="en-US" sz="1400" dirty="0">
                <a:latin typeface="Arial"/>
                <a:cs typeface="Arial"/>
              </a:rPr>
              <a:t>End devices use the virtual IP address as the default gateway, which is 192.0.2.100.</a:t>
            </a:r>
            <a:endParaRPr lang="en-US" sz="1400" dirty="0">
              <a:ea typeface="+mn-lt"/>
              <a:cs typeface="+mn-lt"/>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103</a:t>
            </a:fld>
            <a:endParaRPr lang="en-US"/>
          </a:p>
        </p:txBody>
      </p:sp>
    </p:spTree>
    <p:extLst>
      <p:ext uri="{BB962C8B-B14F-4D97-AF65-F5344CB8AC3E}">
        <p14:creationId xmlns:p14="http://schemas.microsoft.com/office/powerpoint/2010/main" val="198765017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422631"/>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Router Redundancy (Cont.)</a:t>
            </a:r>
            <a:endParaRPr lang="en-US" sz="2200" dirty="0"/>
          </a:p>
        </p:txBody>
      </p:sp>
      <p:pic>
        <p:nvPicPr>
          <p:cNvPr id="6" name="Picture 6" descr="Diagram&#10;&#10;Description automatically generated">
            <a:extLst>
              <a:ext uri="{FF2B5EF4-FFF2-40B4-BE49-F238E27FC236}">
                <a16:creationId xmlns:a16="http://schemas.microsoft.com/office/drawing/2014/main" id="{BC3402E6-EAFE-F317-AF15-0175D25019E2}"/>
              </a:ext>
            </a:extLst>
          </p:cNvPr>
          <p:cNvPicPr>
            <a:picLocks noChangeAspect="1"/>
          </p:cNvPicPr>
          <p:nvPr/>
        </p:nvPicPr>
        <p:blipFill>
          <a:blip r:embed="rId3"/>
          <a:stretch>
            <a:fillRect/>
          </a:stretch>
        </p:blipFill>
        <p:spPr>
          <a:xfrm>
            <a:off x="795787" y="1025734"/>
            <a:ext cx="2743200" cy="2143125"/>
          </a:xfrm>
          <a:prstGeom prst="rect">
            <a:avLst/>
          </a:prstGeom>
        </p:spPr>
      </p:pic>
      <p:sp>
        <p:nvSpPr>
          <p:cNvPr id="4" name="TextBox 3">
            <a:extLst>
              <a:ext uri="{FF2B5EF4-FFF2-40B4-BE49-F238E27FC236}">
                <a16:creationId xmlns:a16="http://schemas.microsoft.com/office/drawing/2014/main" id="{1B968C8C-2A6C-6B72-2864-70E33CA7A729}"/>
              </a:ext>
            </a:extLst>
          </p:cNvPr>
          <p:cNvSpPr txBox="1"/>
          <p:nvPr/>
        </p:nvSpPr>
        <p:spPr>
          <a:xfrm>
            <a:off x="3884582" y="1175349"/>
            <a:ext cx="4650176"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1400" dirty="0">
                <a:latin typeface="Arial"/>
                <a:cs typeface="Arial"/>
              </a:rPr>
              <a:t>The forwarding router and the standby router use their physical IP addresses to send periodic messages. The purpose of these messages is to make sure both are still online and available.</a:t>
            </a:r>
            <a:endParaRPr lang="en-US" sz="1400" dirty="0">
              <a:ea typeface="+mn-lt"/>
              <a:cs typeface="+mn-lt"/>
            </a:endParaRPr>
          </a:p>
          <a:p>
            <a:endParaRPr lang="en-US" sz="1400" dirty="0">
              <a:ea typeface="+mn-lt"/>
              <a:cs typeface="+mn-lt"/>
            </a:endParaRPr>
          </a:p>
          <a:p>
            <a:pPr marL="285750" indent="-285750">
              <a:buFont typeface="Arial,Sans-Serif"/>
              <a:buChar char="•"/>
            </a:pPr>
            <a:r>
              <a:rPr lang="en-US" sz="1400" dirty="0">
                <a:latin typeface="Arial"/>
                <a:cs typeface="Arial"/>
              </a:rPr>
              <a:t>If the standby router stops receiving these periodic messages from the forwarding router, it realizes it is the only router available and assumes the forwarding role for itself.</a:t>
            </a:r>
            <a:endParaRPr lang="en-US" sz="1400" dirty="0">
              <a:cs typeface="Calibri"/>
            </a:endParaRPr>
          </a:p>
          <a:p>
            <a:pPr algn="l"/>
            <a:endParaRPr lang="en-US" sz="1400" dirty="0">
              <a:cs typeface="Calibri"/>
            </a:endParaRPr>
          </a:p>
        </p:txBody>
      </p:sp>
      <p:sp>
        <p:nvSpPr>
          <p:cNvPr id="5" name="Text 2"/>
          <p:cNvSpPr/>
          <p:nvPr/>
        </p:nvSpPr>
        <p:spPr>
          <a:xfrm>
            <a:off x="520112" y="3845697"/>
            <a:ext cx="8229600" cy="512194"/>
          </a:xfrm>
          <a:prstGeom prst="rect">
            <a:avLst/>
          </a:prstGeom>
          <a:noFill/>
          <a:ln/>
        </p:spPr>
        <p:txBody>
          <a:bodyPr wrap="square" lIns="91440" tIns="45720" rIns="91440" bIns="45720" rtlCol="0" anchor="t"/>
          <a:lstStyle/>
          <a:p>
            <a:pPr marL="285750" indent="-285750">
              <a:buFont typeface="Arial"/>
              <a:buChar char="•"/>
            </a:pPr>
            <a:r>
              <a:rPr lang="en-US" sz="1400" dirty="0">
                <a:latin typeface="Arial"/>
                <a:cs typeface="Arial"/>
              </a:rPr>
              <a:t>The ability of a network to dynamically recover from the failure of a device acting as a default gateway is known as first-hop redundancy.</a:t>
            </a:r>
            <a:endParaRPr lang="en-US" dirty="0">
              <a:cs typeface="Calibri"/>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104</a:t>
            </a:fld>
            <a:endParaRPr lang="en-US"/>
          </a:p>
        </p:txBody>
      </p:sp>
    </p:spTree>
    <p:extLst>
      <p:ext uri="{BB962C8B-B14F-4D97-AF65-F5344CB8AC3E}">
        <p14:creationId xmlns:p14="http://schemas.microsoft.com/office/powerpoint/2010/main" val="41239495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433782"/>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Location Redundancy</a:t>
            </a:r>
            <a:endParaRPr lang="en-US" sz="2200" dirty="0"/>
          </a:p>
        </p:txBody>
      </p:sp>
      <p:sp>
        <p:nvSpPr>
          <p:cNvPr id="5" name="Text 2"/>
          <p:cNvSpPr/>
          <p:nvPr/>
        </p:nvSpPr>
        <p:spPr>
          <a:xfrm>
            <a:off x="405233" y="813124"/>
            <a:ext cx="8229600" cy="3502398"/>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a:cs typeface="Arial"/>
              </a:rPr>
              <a:t>An organization may also want to consider location redundancy, depending on its needs.</a:t>
            </a:r>
          </a:p>
          <a:p>
            <a:pPr>
              <a:lnSpc>
                <a:spcPts val="2000"/>
              </a:lnSpc>
            </a:pPr>
            <a:endParaRPr lang="en-US" sz="1400" dirty="0">
              <a:latin typeface="Arial"/>
              <a:cs typeface="Arial"/>
            </a:endParaRPr>
          </a:p>
          <a:p>
            <a:r>
              <a:rPr lang="en-US" sz="1400" b="1" dirty="0">
                <a:latin typeface="Arial"/>
                <a:cs typeface="Arial"/>
              </a:rPr>
              <a:t>Synchronous Reputation: </a:t>
            </a:r>
          </a:p>
          <a:p>
            <a:pPr marL="742950" lvl="1" indent="-285750">
              <a:buFont typeface="Arial"/>
              <a:buChar char="•"/>
            </a:pPr>
            <a:r>
              <a:rPr lang="en-US" sz="1400" dirty="0">
                <a:latin typeface="Arial"/>
                <a:cs typeface="Arial"/>
              </a:rPr>
              <a:t>Synchronizes both locations in real time</a:t>
            </a:r>
            <a:endParaRPr lang="en-US" dirty="0">
              <a:latin typeface="Calibri"/>
              <a:cs typeface="Calibri"/>
            </a:endParaRPr>
          </a:p>
          <a:p>
            <a:pPr marL="742950" lvl="1" indent="-285750">
              <a:buFont typeface="Arial"/>
              <a:buChar char="•"/>
            </a:pPr>
            <a:r>
              <a:rPr lang="en-US" sz="1400" dirty="0">
                <a:latin typeface="Arial"/>
                <a:cs typeface="Arial"/>
              </a:rPr>
              <a:t>Requires high bandwidth</a:t>
            </a:r>
            <a:endParaRPr lang="en-US" dirty="0">
              <a:latin typeface="Calibri"/>
              <a:cs typeface="Calibri"/>
            </a:endParaRPr>
          </a:p>
          <a:p>
            <a:pPr marL="742950" lvl="1" indent="-285750">
              <a:buFont typeface="Arial"/>
              <a:buChar char="•"/>
            </a:pPr>
            <a:r>
              <a:rPr lang="en-US" sz="1400" dirty="0">
                <a:latin typeface="Arial"/>
                <a:cs typeface="Arial"/>
              </a:rPr>
              <a:t>Locations must be close together to reduce latency</a:t>
            </a:r>
            <a:endParaRPr lang="en-US" dirty="0">
              <a:cs typeface="Calibri"/>
            </a:endParaRPr>
          </a:p>
          <a:p>
            <a:pPr>
              <a:lnSpc>
                <a:spcPts val="2000"/>
              </a:lnSpc>
            </a:pPr>
            <a:r>
              <a:rPr lang="en-US" sz="1400" b="1" dirty="0">
                <a:latin typeface="Arial"/>
                <a:cs typeface="Arial"/>
              </a:rPr>
              <a:t>Asynchronous Reputation: </a:t>
            </a:r>
          </a:p>
          <a:p>
            <a:pPr marL="742950" lvl="1" indent="-285750">
              <a:buFont typeface="Arial"/>
              <a:buChar char="•"/>
            </a:pPr>
            <a:r>
              <a:rPr lang="en-US" sz="1400" dirty="0">
                <a:latin typeface="Arial"/>
                <a:cs typeface="Arial"/>
              </a:rPr>
              <a:t>Not synchronized in real time but close to it</a:t>
            </a:r>
            <a:endParaRPr lang="en-US" dirty="0">
              <a:latin typeface="Calibri" panose="020F0502020204030204"/>
              <a:cs typeface="Calibri"/>
            </a:endParaRPr>
          </a:p>
          <a:p>
            <a:pPr marL="742950" lvl="1" indent="-285750">
              <a:buFont typeface="Arial"/>
              <a:buChar char="•"/>
            </a:pPr>
            <a:r>
              <a:rPr lang="en-US" sz="1400" dirty="0">
                <a:latin typeface="Arial"/>
                <a:cs typeface="Arial"/>
              </a:rPr>
              <a:t>Requires less bandwidth</a:t>
            </a:r>
            <a:endParaRPr lang="en-US" dirty="0">
              <a:latin typeface="Calibri"/>
              <a:cs typeface="Calibri"/>
            </a:endParaRPr>
          </a:p>
          <a:p>
            <a:pPr marL="742950" lvl="1" indent="-285750">
              <a:buFont typeface="Arial"/>
              <a:buChar char="•"/>
            </a:pPr>
            <a:r>
              <a:rPr lang="en-US" sz="1400" dirty="0">
                <a:latin typeface="Arial"/>
                <a:cs typeface="Arial"/>
              </a:rPr>
              <a:t>Sites can be further apart because latency is less of an issue</a:t>
            </a:r>
          </a:p>
          <a:p>
            <a:pPr>
              <a:lnSpc>
                <a:spcPts val="2000"/>
              </a:lnSpc>
            </a:pPr>
            <a:r>
              <a:rPr lang="en-US" sz="1400" b="1" dirty="0">
                <a:solidFill>
                  <a:srgbClr val="000000"/>
                </a:solidFill>
                <a:latin typeface="Arial"/>
                <a:cs typeface="Arial"/>
              </a:rPr>
              <a:t>Point-in-Time-Replication: </a:t>
            </a:r>
            <a:endParaRPr lang="en-US" b="1" dirty="0"/>
          </a:p>
          <a:p>
            <a:pPr marL="742950" lvl="1" indent="-285750">
              <a:buFont typeface="Arial"/>
              <a:buChar char="•"/>
            </a:pPr>
            <a:r>
              <a:rPr lang="en-US" sz="1400" dirty="0">
                <a:latin typeface="Arial"/>
                <a:cs typeface="Arial"/>
              </a:rPr>
              <a:t>Updates the backup data location periodically, at certain points in time</a:t>
            </a:r>
            <a:endParaRPr lang="en-US" dirty="0">
              <a:cs typeface="Calibri"/>
            </a:endParaRPr>
          </a:p>
          <a:p>
            <a:pPr marL="742950" lvl="1" indent="-285750">
              <a:buFont typeface="Arial"/>
              <a:buChar char="•"/>
            </a:pPr>
            <a:r>
              <a:rPr lang="en-US" sz="1400" dirty="0">
                <a:latin typeface="Arial"/>
                <a:cs typeface="Arial"/>
              </a:rPr>
              <a:t>More bandwidth conservative because it does not require a constant connection</a:t>
            </a:r>
            <a:endParaRPr lang="en-US" dirty="0">
              <a:cs typeface="Calibri"/>
            </a:endParaRPr>
          </a:p>
          <a:p>
            <a:pPr lvl="1"/>
            <a:endParaRPr lang="en-US" sz="1400" dirty="0">
              <a:latin typeface="Arial"/>
              <a:cs typeface="Arial"/>
            </a:endParaRPr>
          </a:p>
          <a:p>
            <a:r>
              <a:rPr lang="en-US" sz="1400" dirty="0">
                <a:latin typeface="Arial"/>
                <a:cs typeface="Arial"/>
              </a:rPr>
              <a:t>The correct balance between cost and availability will determine the correct choice for an organization.</a:t>
            </a:r>
            <a:endParaRPr lang="en-US" dirty="0"/>
          </a:p>
          <a:p>
            <a:endParaRPr lang="en-US" dirty="0">
              <a:cs typeface="Calibri"/>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105</a:t>
            </a:fld>
            <a:endParaRPr lang="en-US"/>
          </a:p>
        </p:txBody>
      </p:sp>
    </p:spTree>
    <p:extLst>
      <p:ext uri="{BB962C8B-B14F-4D97-AF65-F5344CB8AC3E}">
        <p14:creationId xmlns:p14="http://schemas.microsoft.com/office/powerpoint/2010/main" val="370927152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91440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Resilient Design</a:t>
            </a:r>
            <a:endParaRPr lang="en-US" sz="2200" dirty="0"/>
          </a:p>
        </p:txBody>
      </p:sp>
      <p:sp>
        <p:nvSpPr>
          <p:cNvPr id="5" name="Text 2"/>
          <p:cNvSpPr/>
          <p:nvPr/>
        </p:nvSpPr>
        <p:spPr>
          <a:xfrm>
            <a:off x="400108" y="1182291"/>
            <a:ext cx="8229600" cy="2571750"/>
          </a:xfrm>
          <a:prstGeom prst="rect">
            <a:avLst/>
          </a:prstGeom>
          <a:noFill/>
          <a:ln/>
        </p:spPr>
        <p:txBody>
          <a:bodyPr wrap="square" lIns="91440" tIns="45720" rIns="91440" bIns="45720" rtlCol="0" anchor="t"/>
          <a:lstStyle/>
          <a:p>
            <a:pPr>
              <a:lnSpc>
                <a:spcPts val="2000"/>
              </a:lnSpc>
            </a:pPr>
            <a:r>
              <a:rPr lang="en-US" sz="1400" b="1" dirty="0">
                <a:solidFill>
                  <a:srgbClr val="000000"/>
                </a:solidFill>
                <a:latin typeface="Arial"/>
                <a:cs typeface="Arial"/>
              </a:rPr>
              <a:t>Resiliency</a:t>
            </a:r>
            <a:r>
              <a:rPr lang="en-US" sz="1400" dirty="0">
                <a:solidFill>
                  <a:srgbClr val="000000"/>
                </a:solidFill>
                <a:latin typeface="Arial"/>
                <a:cs typeface="Arial"/>
              </a:rPr>
              <a:t> is the name given to the methods and configurations used to make a system or network tolerant of failure.</a:t>
            </a:r>
            <a:endParaRPr lang="en-US" dirty="0">
              <a:solidFill>
                <a:srgbClr val="000000"/>
              </a:solidFill>
              <a:latin typeface="Calibri" panose="020F0502020204030204"/>
              <a:cs typeface="Calibri" panose="020F0502020204030204"/>
            </a:endParaRPr>
          </a:p>
          <a:p>
            <a:pPr>
              <a:lnSpc>
                <a:spcPts val="2000"/>
              </a:lnSpc>
            </a:pPr>
            <a:endParaRPr lang="en-US" sz="1400" dirty="0">
              <a:latin typeface="Arial"/>
              <a:cs typeface="Arial"/>
            </a:endParaRPr>
          </a:p>
          <a:p>
            <a:pPr marL="742950" lvl="1" indent="-285750">
              <a:buFont typeface="Arial"/>
              <a:buChar char="•"/>
            </a:pPr>
            <a:r>
              <a:rPr lang="en-US" sz="1400" b="1" dirty="0">
                <a:latin typeface="Arial"/>
                <a:cs typeface="Arial"/>
              </a:rPr>
              <a:t>Example: </a:t>
            </a:r>
            <a:r>
              <a:rPr lang="en-US" sz="1400" dirty="0">
                <a:latin typeface="Arial"/>
                <a:cs typeface="Arial"/>
              </a:rPr>
              <a:t>A network having redundant links between switches running STP. </a:t>
            </a:r>
            <a:endParaRPr lang="en-US" b="1" dirty="0">
              <a:latin typeface="Calibri" panose="020F0502020204030204"/>
              <a:cs typeface="Calibri" panose="020F0502020204030204"/>
            </a:endParaRPr>
          </a:p>
          <a:p>
            <a:pPr marL="742950" lvl="1" indent="-285750">
              <a:buFont typeface="Arial"/>
              <a:buChar char="•"/>
            </a:pPr>
            <a:r>
              <a:rPr lang="en-US" sz="1400" dirty="0">
                <a:latin typeface="Arial"/>
                <a:cs typeface="Arial"/>
              </a:rPr>
              <a:t>Although STP does provide an alternate path through the network if a link fails, the switchover may not be immediate if the configuration is not optimal, so these redundant links together with STP provide more resiliency.</a:t>
            </a:r>
            <a:endParaRPr lang="en-US" b="1">
              <a:cs typeface="Calibri" panose="020F0502020204030204"/>
            </a:endParaRPr>
          </a:p>
          <a:p>
            <a:endParaRPr lang="en-US" sz="1400" dirty="0">
              <a:latin typeface="Arial"/>
              <a:cs typeface="Arial"/>
            </a:endParaRPr>
          </a:p>
          <a:p>
            <a:pPr marL="285750" indent="-285750">
              <a:buFont typeface="Arial"/>
              <a:buChar char="•"/>
            </a:pPr>
            <a:r>
              <a:rPr lang="en-US" sz="1400" dirty="0">
                <a:latin typeface="Arial"/>
                <a:cs typeface="Arial"/>
              </a:rPr>
              <a:t>Routing protocols also provide resiliency, but fine-tuning can improve the switchover so that network users do not notice.</a:t>
            </a:r>
          </a:p>
          <a:p>
            <a:endParaRPr lang="en-US" sz="1400" dirty="0">
              <a:latin typeface="Arial"/>
              <a:cs typeface="Arial"/>
            </a:endParaRPr>
          </a:p>
          <a:p>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106</a:t>
            </a:fld>
            <a:endParaRPr lang="en-US"/>
          </a:p>
        </p:txBody>
      </p:sp>
    </p:spTree>
    <p:extLst>
      <p:ext uri="{BB962C8B-B14F-4D97-AF65-F5344CB8AC3E}">
        <p14:creationId xmlns:p14="http://schemas.microsoft.com/office/powerpoint/2010/main" val="238176549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428207"/>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Resilient Design (Cont.)</a:t>
            </a:r>
            <a:endParaRPr lang="en-US" sz="2200" dirty="0"/>
          </a:p>
        </p:txBody>
      </p:sp>
      <p:sp>
        <p:nvSpPr>
          <p:cNvPr id="5" name="Text 2"/>
          <p:cNvSpPr/>
          <p:nvPr/>
        </p:nvSpPr>
        <p:spPr>
          <a:xfrm>
            <a:off x="409325" y="1030775"/>
            <a:ext cx="8229600" cy="3779274"/>
          </a:xfrm>
          <a:prstGeom prst="rect">
            <a:avLst/>
          </a:prstGeom>
          <a:noFill/>
          <a:ln/>
        </p:spPr>
        <p:txBody>
          <a:bodyPr wrap="square" lIns="91440" tIns="45720" rIns="91440" bIns="45720" rtlCol="0" anchor="t"/>
          <a:lstStyle/>
          <a:p>
            <a:r>
              <a:rPr lang="en-US" sz="1400" b="1" dirty="0">
                <a:solidFill>
                  <a:srgbClr val="000000"/>
                </a:solidFill>
                <a:latin typeface="Arial"/>
                <a:cs typeface="Arial"/>
              </a:rPr>
              <a:t>Application Resilience</a:t>
            </a:r>
            <a:r>
              <a:rPr lang="en-US" sz="1400" dirty="0">
                <a:solidFill>
                  <a:srgbClr val="000000"/>
                </a:solidFill>
                <a:latin typeface="Arial"/>
                <a:cs typeface="Arial"/>
              </a:rPr>
              <a:t> is an application’s ability to react to </a:t>
            </a:r>
            <a:r>
              <a:rPr lang="en-US" sz="1400" dirty="0">
                <a:latin typeface="Arial"/>
                <a:cs typeface="Arial"/>
              </a:rPr>
              <a:t>component problems while still functioning. </a:t>
            </a:r>
            <a:endParaRPr lang="en-US" dirty="0">
              <a:latin typeface="Calibri" panose="020F0502020204030204"/>
              <a:cs typeface="Calibri"/>
            </a:endParaRPr>
          </a:p>
          <a:p>
            <a:endParaRPr lang="en-US" sz="1400" dirty="0">
              <a:latin typeface="Arial"/>
              <a:cs typeface="Arial"/>
            </a:endParaRPr>
          </a:p>
          <a:p>
            <a:pPr marL="285750" indent="-285750">
              <a:buFont typeface="Arial"/>
              <a:buChar char="•"/>
            </a:pPr>
            <a:r>
              <a:rPr lang="en-US" sz="1400" dirty="0">
                <a:latin typeface="Arial"/>
                <a:cs typeface="Arial"/>
              </a:rPr>
              <a:t>Application errors </a:t>
            </a:r>
            <a:r>
              <a:rPr lang="en-US" sz="1400" dirty="0">
                <a:solidFill>
                  <a:srgbClr val="000000"/>
                </a:solidFill>
                <a:latin typeface="Arial"/>
                <a:cs typeface="Arial"/>
              </a:rPr>
              <a:t>or </a:t>
            </a:r>
            <a:r>
              <a:rPr lang="en-US" sz="1400" dirty="0">
                <a:latin typeface="Arial"/>
                <a:cs typeface="Arial"/>
              </a:rPr>
              <a:t>infrastructure failures can cause downtime, but an administrator will eventually need to shut down applications for patching, version upgrades, or to deploy new features.</a:t>
            </a:r>
            <a:endParaRPr lang="en-US" dirty="0">
              <a:cs typeface="Calibri"/>
            </a:endParaRPr>
          </a:p>
          <a:p>
            <a:pPr marL="285750" indent="-285750">
              <a:buFont typeface="Arial"/>
              <a:buChar char="•"/>
            </a:pPr>
            <a:r>
              <a:rPr lang="en-US" sz="1400" dirty="0">
                <a:latin typeface="Arial"/>
                <a:cs typeface="Arial"/>
              </a:rPr>
              <a:t>Achieving resiliency of application infrastructure means avoiding losing customers, employee morale, or business due to an application failure.</a:t>
            </a:r>
            <a:endParaRPr lang="en-US" dirty="0">
              <a:cs typeface="Calibri"/>
            </a:endParaRPr>
          </a:p>
          <a:p>
            <a:pPr marL="285750" indent="-285750">
              <a:buFont typeface="Arial"/>
              <a:buChar char="•"/>
            </a:pPr>
            <a:r>
              <a:rPr lang="en-US" sz="1400" dirty="0">
                <a:latin typeface="Arial"/>
                <a:cs typeface="Arial"/>
              </a:rPr>
              <a:t>There are three availability solutions to address application resilience. </a:t>
            </a:r>
            <a:endParaRPr lang="en-US">
              <a:latin typeface="Calibri" panose="020F0502020204030204"/>
              <a:cs typeface="Calibri"/>
            </a:endParaRPr>
          </a:p>
          <a:p>
            <a:pPr marL="742950" lvl="1" indent="-285750">
              <a:buFont typeface="Arial"/>
              <a:buChar char="•"/>
            </a:pPr>
            <a:r>
              <a:rPr lang="en-US" sz="1400" b="1" dirty="0">
                <a:latin typeface="Arial"/>
                <a:cs typeface="Arial"/>
              </a:rPr>
              <a:t>Fault tolerant hardware</a:t>
            </a:r>
            <a:r>
              <a:rPr lang="en-US" sz="1400" dirty="0">
                <a:latin typeface="Arial"/>
                <a:cs typeface="Arial"/>
              </a:rPr>
              <a:t>: A system designed by building multiples of all critical components into the same computer.  </a:t>
            </a:r>
            <a:endParaRPr lang="en-US">
              <a:latin typeface="Calibri" panose="020F0502020204030204"/>
              <a:cs typeface="Calibri"/>
            </a:endParaRPr>
          </a:p>
          <a:p>
            <a:pPr marL="742950" lvl="1" indent="-285750">
              <a:buFont typeface="Arial"/>
              <a:buChar char="•"/>
            </a:pPr>
            <a:r>
              <a:rPr lang="en-US" sz="1400" b="1" dirty="0">
                <a:latin typeface="Arial"/>
                <a:cs typeface="Arial"/>
              </a:rPr>
              <a:t>Cluster architecture</a:t>
            </a:r>
            <a:r>
              <a:rPr lang="en-US" sz="1400" dirty="0">
                <a:latin typeface="Arial"/>
                <a:cs typeface="Arial"/>
              </a:rPr>
              <a:t>: A group of servers acting like a single system.</a:t>
            </a:r>
            <a:endParaRPr lang="en-US" dirty="0">
              <a:latin typeface="Calibri"/>
              <a:cs typeface="Calibri"/>
            </a:endParaRPr>
          </a:p>
          <a:p>
            <a:pPr marL="742950" lvl="1" indent="-285750">
              <a:buFont typeface="Arial"/>
              <a:buChar char="•"/>
            </a:pPr>
            <a:r>
              <a:rPr lang="en-US" sz="1400" b="1" dirty="0">
                <a:latin typeface="Arial"/>
                <a:cs typeface="Arial"/>
              </a:rPr>
              <a:t>Backup and restore</a:t>
            </a:r>
            <a:r>
              <a:rPr lang="en-US" sz="1400" dirty="0">
                <a:latin typeface="Arial"/>
                <a:cs typeface="Arial"/>
              </a:rPr>
              <a:t>: Copying files for the purpose of being able to restore them if data loss occurs.</a:t>
            </a:r>
            <a:endParaRPr lang="en-US" dirty="0">
              <a:cs typeface="Calibri"/>
            </a:endParaRPr>
          </a:p>
          <a:p>
            <a:pPr>
              <a:lnSpc>
                <a:spcPts val="2000"/>
              </a:lnSpc>
            </a:pPr>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107</a:t>
            </a:fld>
            <a:endParaRPr lang="en-US"/>
          </a:p>
        </p:txBody>
      </p:sp>
    </p:spTree>
    <p:extLst>
      <p:ext uri="{BB962C8B-B14F-4D97-AF65-F5344CB8AC3E}">
        <p14:creationId xmlns:p14="http://schemas.microsoft.com/office/powerpoint/2010/main" val="126381177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483963"/>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Resilient Design (Cont.)</a:t>
            </a:r>
            <a:endParaRPr lang="en-US" sz="2200" dirty="0"/>
          </a:p>
        </p:txBody>
      </p:sp>
      <p:sp>
        <p:nvSpPr>
          <p:cNvPr id="5" name="Text 2"/>
          <p:cNvSpPr/>
          <p:nvPr/>
        </p:nvSpPr>
        <p:spPr>
          <a:xfrm>
            <a:off x="455414" y="1182292"/>
            <a:ext cx="8229600" cy="2571750"/>
          </a:xfrm>
          <a:prstGeom prst="rect">
            <a:avLst/>
          </a:prstGeom>
          <a:noFill/>
          <a:ln/>
        </p:spPr>
        <p:txBody>
          <a:bodyPr wrap="square" lIns="91440" tIns="45720" rIns="91440" bIns="45720" rtlCol="0" anchor="t"/>
          <a:lstStyle/>
          <a:p>
            <a:r>
              <a:rPr lang="en-US" sz="1400" b="1" dirty="0">
                <a:solidFill>
                  <a:srgbClr val="000000"/>
                </a:solidFill>
                <a:latin typeface="Arial"/>
                <a:cs typeface="Arial"/>
              </a:rPr>
              <a:t>IOS</a:t>
            </a:r>
            <a:r>
              <a:rPr lang="en-US" sz="1400" b="1" dirty="0">
                <a:latin typeface="Arial"/>
                <a:cs typeface="Arial"/>
              </a:rPr>
              <a:t> </a:t>
            </a:r>
            <a:r>
              <a:rPr lang="en-US" sz="1400" b="1" dirty="0">
                <a:solidFill>
                  <a:srgbClr val="000000"/>
                </a:solidFill>
                <a:latin typeface="Arial"/>
                <a:cs typeface="Arial"/>
              </a:rPr>
              <a:t>Resilience</a:t>
            </a:r>
            <a:endParaRPr lang="en-US" b="1" dirty="0"/>
          </a:p>
          <a:p>
            <a:pPr marL="285750" indent="-285750">
              <a:buFont typeface="Arial"/>
              <a:buChar char="•"/>
            </a:pPr>
            <a:r>
              <a:rPr lang="en-US" sz="1400" dirty="0">
                <a:solidFill>
                  <a:srgbClr val="000000"/>
                </a:solidFill>
                <a:latin typeface="Arial"/>
                <a:cs typeface="Arial"/>
              </a:rPr>
              <a:t>The Interwork</a:t>
            </a:r>
            <a:r>
              <a:rPr lang="en-US" sz="1400" dirty="0">
                <a:latin typeface="Arial"/>
                <a:cs typeface="Arial"/>
              </a:rPr>
              <a:t> Operating System (IOS) for Cisco routers and switches includes a resilient configuration feature. </a:t>
            </a:r>
            <a:endParaRPr lang="en-US" dirty="0">
              <a:latin typeface="Calibri" panose="020F0502020204030204"/>
              <a:cs typeface="Calibri"/>
            </a:endParaRPr>
          </a:p>
          <a:p>
            <a:pPr marL="742950" lvl="1" indent="-285750">
              <a:buFont typeface="Arial"/>
              <a:buChar char="•"/>
            </a:pPr>
            <a:r>
              <a:rPr lang="en-US" sz="1400" dirty="0">
                <a:latin typeface="Arial"/>
                <a:cs typeface="Arial"/>
              </a:rPr>
              <a:t>It allows for faster recovery if someone maliciously or unintentionally reformats flash memory or erases the startup configuration file. </a:t>
            </a:r>
            <a:endParaRPr lang="en-US" dirty="0">
              <a:latin typeface="Calibri" panose="020F0502020204030204"/>
              <a:cs typeface="Calibri"/>
            </a:endParaRPr>
          </a:p>
          <a:p>
            <a:pPr marL="742950" lvl="1" indent="-285750">
              <a:buFont typeface="Arial"/>
              <a:buChar char="•"/>
            </a:pPr>
            <a:r>
              <a:rPr lang="en-US" sz="1400" dirty="0">
                <a:latin typeface="Arial"/>
                <a:cs typeface="Arial"/>
              </a:rPr>
              <a:t>The feature maintains a secure working copy of the router IOS image file and a copy of the running configuration file. </a:t>
            </a:r>
            <a:endParaRPr lang="en-US" dirty="0">
              <a:latin typeface="Calibri" panose="020F0502020204030204"/>
              <a:cs typeface="Calibri"/>
            </a:endParaRPr>
          </a:p>
          <a:p>
            <a:pPr marL="742950" lvl="1" indent="-285750">
              <a:buFont typeface="Arial"/>
              <a:buChar char="•"/>
            </a:pPr>
            <a:r>
              <a:rPr lang="en-US" sz="1400" dirty="0">
                <a:latin typeface="Arial"/>
                <a:cs typeface="Arial"/>
              </a:rPr>
              <a:t>The user cannot remove these secure files, also known as the primary </a:t>
            </a:r>
            <a:r>
              <a:rPr lang="en-US" sz="1400" dirty="0" err="1">
                <a:latin typeface="Arial"/>
                <a:cs typeface="Arial"/>
              </a:rPr>
              <a:t>bootset</a:t>
            </a:r>
            <a:r>
              <a:rPr lang="en-US" sz="1400" dirty="0">
                <a:latin typeface="Arial"/>
                <a:cs typeface="Arial"/>
              </a:rPr>
              <a:t>.</a:t>
            </a:r>
            <a:endParaRPr lang="en-US" dirty="0">
              <a:cs typeface="Calibri"/>
            </a:endParaRPr>
          </a:p>
          <a:p>
            <a:endParaRPr lang="en-US" sz="1400" dirty="0">
              <a:latin typeface="Arial"/>
              <a:cs typeface="Arial"/>
            </a:endParaRPr>
          </a:p>
          <a:p>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108</a:t>
            </a:fld>
            <a:endParaRPr lang="en-US"/>
          </a:p>
        </p:txBody>
      </p:sp>
    </p:spTree>
    <p:extLst>
      <p:ext uri="{BB962C8B-B14F-4D97-AF65-F5344CB8AC3E}">
        <p14:creationId xmlns:p14="http://schemas.microsoft.com/office/powerpoint/2010/main" val="10897474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51931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System and Data Backups</a:t>
            </a:r>
            <a:endParaRPr lang="en-US" sz="2200" dirty="0"/>
          </a:p>
        </p:txBody>
      </p:sp>
      <p:sp>
        <p:nvSpPr>
          <p:cNvPr id="5" name="Text 2"/>
          <p:cNvSpPr/>
          <p:nvPr/>
        </p:nvSpPr>
        <p:spPr>
          <a:xfrm>
            <a:off x="455414" y="1126985"/>
            <a:ext cx="8229600" cy="2571750"/>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000000"/>
                </a:solidFill>
                <a:latin typeface="Arial"/>
                <a:cs typeface="Arial"/>
              </a:rPr>
              <a:t>An organization can lose data if cybercriminals steal it, if equipment fails, or if a disaster or other error occurs, so it’s important to back up data regularly.</a:t>
            </a:r>
            <a:endParaRPr lang="en-US" dirty="0">
              <a:cs typeface="Calibri" panose="020F0502020204030204"/>
            </a:endParaRP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A data backup stores a copy of the information from a computer to backup media. When such media is removable, the operator then stores this backup media in a safe place.</a:t>
            </a:r>
            <a:endParaRPr lang="en-US" dirty="0">
              <a:cs typeface="Calibri" panose="020F0502020204030204"/>
            </a:endParaRP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Backing up data is one of the most effective ways of protecting against data loss. If the hardware fails, the user can restore the data from the backup once the system is functional again, or even when moving to a new system.</a:t>
            </a:r>
            <a:endParaRPr lang="en-US" dirty="0">
              <a:cs typeface="Calibri" panose="020F0502020204030204"/>
            </a:endParaRP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A sound security policy should include regular data backups. Backups are usually stored off-site to protect the data if anything happens to the main facility.</a:t>
            </a:r>
            <a:endParaRPr lang="en-US" dirty="0">
              <a:cs typeface="Calibri" panose="020F0502020204030204"/>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dirty="0"/>
              <a:t>109</a:t>
            </a:fld>
            <a:endParaRPr lang="en-US" dirty="0"/>
          </a:p>
        </p:txBody>
      </p:sp>
    </p:spTree>
    <p:extLst>
      <p:ext uri="{BB962C8B-B14F-4D97-AF65-F5344CB8AC3E}">
        <p14:creationId xmlns:p14="http://schemas.microsoft.com/office/powerpoint/2010/main" val="75481603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383602"/>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System and Data Backups (Cont.)</a:t>
            </a:r>
            <a:endParaRPr lang="en-US" sz="2200" dirty="0"/>
          </a:p>
        </p:txBody>
      </p:sp>
      <p:sp>
        <p:nvSpPr>
          <p:cNvPr id="6" name="TextBox 5">
            <a:extLst>
              <a:ext uri="{FF2B5EF4-FFF2-40B4-BE49-F238E27FC236}">
                <a16:creationId xmlns:a16="http://schemas.microsoft.com/office/drawing/2014/main" id="{9C41E5E5-07A7-45C5-9308-9444EC8BF2B4}"/>
              </a:ext>
            </a:extLst>
          </p:cNvPr>
          <p:cNvSpPr txBox="1"/>
          <p:nvPr/>
        </p:nvSpPr>
        <p:spPr>
          <a:xfrm>
            <a:off x="112101" y="815748"/>
            <a:ext cx="891540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Additional considerations for data backups include:</a:t>
            </a:r>
          </a:p>
        </p:txBody>
      </p:sp>
      <p:sp>
        <p:nvSpPr>
          <p:cNvPr id="5" name="Text 2"/>
          <p:cNvSpPr/>
          <p:nvPr/>
        </p:nvSpPr>
        <p:spPr>
          <a:xfrm>
            <a:off x="455414" y="1191002"/>
            <a:ext cx="8229600" cy="3369846"/>
          </a:xfrm>
          <a:prstGeom prst="rect">
            <a:avLst/>
          </a:prstGeom>
          <a:noFill/>
          <a:ln/>
        </p:spPr>
        <p:txBody>
          <a:bodyPr wrap="square" lIns="91440" tIns="45720" rIns="91440" bIns="45720" rtlCol="0" anchor="t"/>
          <a:lstStyle/>
          <a:p>
            <a:r>
              <a:rPr lang="en-US" sz="1400" b="1" dirty="0">
                <a:solidFill>
                  <a:srgbClr val="000000"/>
                </a:solidFill>
                <a:latin typeface="Arial"/>
                <a:cs typeface="Arial"/>
              </a:rPr>
              <a:t>Frequency</a:t>
            </a:r>
            <a:endParaRPr lang="en-US" b="1" dirty="0"/>
          </a:p>
          <a:p>
            <a:pPr marL="285750" indent="-285750">
              <a:buFont typeface="Arial"/>
              <a:buChar char="•"/>
            </a:pPr>
            <a:r>
              <a:rPr lang="en-US" sz="1400" dirty="0">
                <a:solidFill>
                  <a:srgbClr val="000000"/>
                </a:solidFill>
                <a:latin typeface="Arial"/>
                <a:cs typeface="Arial"/>
              </a:rPr>
              <a:t>Backups can take a long time. Sometimes, it is easier to make a full backup monthly or weekly and then do frequent partial backups of any data that has changed since the last full backup. However, having many partial backups increases the amount of time needed to restore the data.</a:t>
            </a:r>
            <a:endParaRPr lang="en-US" dirty="0">
              <a:cs typeface="Calibri" panose="020F0502020204030204"/>
            </a:endParaRPr>
          </a:p>
          <a:p>
            <a:endParaRPr lang="en-US" sz="1400" dirty="0">
              <a:latin typeface="Arial"/>
              <a:cs typeface="Arial"/>
            </a:endParaRPr>
          </a:p>
          <a:p>
            <a:r>
              <a:rPr lang="en-US" sz="1400" b="1" dirty="0">
                <a:latin typeface="Arial"/>
                <a:cs typeface="Arial"/>
              </a:rPr>
              <a:t>Storage</a:t>
            </a:r>
            <a:endParaRPr lang="en-US" dirty="0">
              <a:cs typeface="Calibri" panose="020F0502020204030204"/>
            </a:endParaRPr>
          </a:p>
          <a:p>
            <a:pPr marL="285750" indent="-285750">
              <a:buFont typeface="Arial"/>
              <a:buChar char="•"/>
            </a:pPr>
            <a:r>
              <a:rPr lang="en-US" sz="1400" dirty="0">
                <a:latin typeface="Arial"/>
                <a:cs typeface="Arial"/>
              </a:rPr>
              <a:t>For extra security, transport backups to an approved off-site storage location on a daily, weekly, or monthly rotation, as required by the security policy.</a:t>
            </a:r>
            <a:endParaRPr lang="en-US" dirty="0">
              <a:cs typeface="Calibri" panose="020F0502020204030204"/>
            </a:endParaRPr>
          </a:p>
          <a:p>
            <a:endParaRPr lang="en-US" sz="1400" dirty="0">
              <a:latin typeface="Arial"/>
              <a:cs typeface="Arial"/>
            </a:endParaRPr>
          </a:p>
          <a:p>
            <a:r>
              <a:rPr lang="en-US" sz="1400" b="1" dirty="0">
                <a:latin typeface="Arial"/>
                <a:cs typeface="Arial"/>
              </a:rPr>
              <a:t>Security</a:t>
            </a:r>
            <a:endParaRPr lang="en-US" b="1" dirty="0"/>
          </a:p>
          <a:p>
            <a:pPr marL="285750" indent="-285750">
              <a:buFont typeface="Arial"/>
              <a:buChar char="•"/>
            </a:pPr>
            <a:r>
              <a:rPr lang="en-US" sz="1400" dirty="0">
                <a:latin typeface="Arial"/>
                <a:cs typeface="Arial"/>
              </a:rPr>
              <a:t>Protect backups with passwords. The operator will enter the password before restoring the data from the backup media.</a:t>
            </a:r>
            <a:endParaRPr lang="en-US" dirty="0">
              <a:cs typeface="Calibri" panose="020F0502020204030204"/>
            </a:endParaRPr>
          </a:p>
          <a:p>
            <a:endParaRPr lang="en-US" sz="1400" dirty="0">
              <a:latin typeface="Arial"/>
              <a:cs typeface="Arial"/>
            </a:endParaRPr>
          </a:p>
          <a:p>
            <a:r>
              <a:rPr lang="en-US" sz="1400" b="1" dirty="0">
                <a:latin typeface="Arial"/>
                <a:cs typeface="Arial"/>
              </a:rPr>
              <a:t>Validation</a:t>
            </a:r>
            <a:endParaRPr lang="en-US" dirty="0">
              <a:cs typeface="Calibri" panose="020F0502020204030204"/>
            </a:endParaRPr>
          </a:p>
          <a:p>
            <a:pPr marL="285750" indent="-285750">
              <a:buFont typeface="Arial"/>
              <a:buChar char="•"/>
            </a:pPr>
            <a:r>
              <a:rPr lang="en-US" sz="1400" dirty="0">
                <a:latin typeface="Arial"/>
                <a:cs typeface="Arial"/>
              </a:rPr>
              <a:t>Always validate backups to ensure the integrity of the data.</a:t>
            </a:r>
            <a:endParaRPr lang="en-US" dirty="0">
              <a:cs typeface="Calibri" panose="020F0502020204030204"/>
            </a:endParaRPr>
          </a:p>
          <a:p>
            <a:endParaRPr lang="en-US" sz="1400" dirty="0">
              <a:latin typeface="Arial"/>
              <a:cs typeface="Arial"/>
            </a:endParaRPr>
          </a:p>
          <a:p>
            <a:endParaRPr lang="en-US" sz="1400" dirty="0">
              <a:latin typeface="Arial"/>
              <a:cs typeface="Arial"/>
            </a:endParaRPr>
          </a:p>
          <a:p>
            <a:endParaRPr lang="en-US" sz="1400" dirty="0">
              <a:latin typeface="Arial"/>
              <a:cs typeface="Arial"/>
            </a:endParaRPr>
          </a:p>
          <a:p>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dirty="0"/>
              <a:t>110</a:t>
            </a:fld>
            <a:endParaRPr lang="en-US" dirty="0"/>
          </a:p>
        </p:txBody>
      </p:sp>
    </p:spTree>
    <p:extLst>
      <p:ext uri="{BB962C8B-B14F-4D97-AF65-F5344CB8AC3E}">
        <p14:creationId xmlns:p14="http://schemas.microsoft.com/office/powerpoint/2010/main" val="94305350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394753"/>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Designing High Availability Systems</a:t>
            </a:r>
            <a:endParaRPr lang="en-US" sz="2200" dirty="0"/>
          </a:p>
        </p:txBody>
      </p:sp>
      <p:sp>
        <p:nvSpPr>
          <p:cNvPr id="5" name="Text 2"/>
          <p:cNvSpPr/>
          <p:nvPr/>
        </p:nvSpPr>
        <p:spPr>
          <a:xfrm>
            <a:off x="423217" y="1061552"/>
            <a:ext cx="8229600" cy="2865602"/>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a:cs typeface="Arial"/>
              </a:rPr>
              <a:t>High availability incorporates three major principles to achieve the goal of uninterrupted access to data and services.</a:t>
            </a:r>
          </a:p>
          <a:p>
            <a:pPr>
              <a:lnSpc>
                <a:spcPts val="2000"/>
              </a:lnSpc>
            </a:pPr>
            <a:endParaRPr lang="en-US" sz="1400" dirty="0">
              <a:latin typeface="Arial"/>
              <a:cs typeface="Arial"/>
            </a:endParaRPr>
          </a:p>
          <a:p>
            <a:r>
              <a:rPr lang="en-US" sz="1400" b="1" dirty="0">
                <a:latin typeface="Arial"/>
                <a:cs typeface="Arial"/>
              </a:rPr>
              <a:t>Elimination or Reduction of Single Points of Failure</a:t>
            </a:r>
            <a:endParaRPr lang="en-US" b="1" dirty="0"/>
          </a:p>
          <a:p>
            <a:pPr marL="285750" indent="-285750">
              <a:buFont typeface="Arial"/>
              <a:buChar char="•"/>
            </a:pPr>
            <a:r>
              <a:rPr lang="en-US" sz="1400" dirty="0">
                <a:latin typeface="Arial"/>
                <a:cs typeface="Arial"/>
              </a:rPr>
              <a:t>It is important to understand the ways to address a single point of failure. A single point of failure can be a central router or switch, a network service, and even a highly skilled IT staff member.</a:t>
            </a:r>
          </a:p>
          <a:p>
            <a:pPr marL="285750" indent="-285750">
              <a:buFont typeface="Arial"/>
              <a:buChar char="•"/>
            </a:pPr>
            <a:r>
              <a:rPr lang="en-US" sz="1400" dirty="0">
                <a:latin typeface="Arial"/>
                <a:cs typeface="Arial"/>
              </a:rPr>
              <a:t>What makes these single points of failure is the fact that a loss or failure of this system, process, or person would have a very disruptive impact on the entire system, which should be avoided.</a:t>
            </a:r>
            <a:endParaRPr lang="en-US" dirty="0">
              <a:latin typeface="Calibri"/>
              <a:cs typeface="Calibri"/>
            </a:endParaRP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High availability clusters are one way to provide redundancy. </a:t>
            </a:r>
            <a:endParaRPr lang="en-US" dirty="0">
              <a:latin typeface="Calibri" panose="020F0502020204030204"/>
              <a:cs typeface="Calibri"/>
            </a:endParaRPr>
          </a:p>
          <a:p>
            <a:pPr marL="742950" lvl="1" indent="-285750">
              <a:buFont typeface="Arial"/>
              <a:buChar char="•"/>
            </a:pPr>
            <a:r>
              <a:rPr lang="en-US" sz="1400" dirty="0">
                <a:latin typeface="Arial"/>
                <a:cs typeface="Arial"/>
              </a:rPr>
              <a:t>These clusters consist of a group of computers with identical configurations and access to the same shared storage. </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dirty="0"/>
              <a:t>111</a:t>
            </a:fld>
            <a:endParaRPr lang="en-US" dirty="0"/>
          </a:p>
        </p:txBody>
      </p:sp>
    </p:spTree>
    <p:extLst>
      <p:ext uri="{BB962C8B-B14F-4D97-AF65-F5344CB8AC3E}">
        <p14:creationId xmlns:p14="http://schemas.microsoft.com/office/powerpoint/2010/main" val="105737537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439358"/>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Designing High Availability Systems (Cont.)</a:t>
            </a:r>
            <a:endParaRPr lang="en-US" sz="2200" dirty="0"/>
          </a:p>
        </p:txBody>
      </p:sp>
      <p:sp>
        <p:nvSpPr>
          <p:cNvPr id="5" name="Text 2"/>
          <p:cNvSpPr/>
          <p:nvPr/>
        </p:nvSpPr>
        <p:spPr>
          <a:xfrm>
            <a:off x="455414" y="1182291"/>
            <a:ext cx="8229600" cy="2571750"/>
          </a:xfrm>
          <a:prstGeom prst="rect">
            <a:avLst/>
          </a:prstGeom>
          <a:noFill/>
          <a:ln/>
        </p:spPr>
        <p:txBody>
          <a:bodyPr wrap="square" lIns="91440" tIns="45720" rIns="91440" bIns="45720" rtlCol="0" anchor="t"/>
          <a:lstStyle/>
          <a:p>
            <a:r>
              <a:rPr lang="en-US" sz="1400" b="1" dirty="0">
                <a:solidFill>
                  <a:srgbClr val="000000"/>
                </a:solidFill>
                <a:latin typeface="Arial"/>
                <a:cs typeface="Arial"/>
              </a:rPr>
              <a:t>Fault</a:t>
            </a:r>
            <a:r>
              <a:rPr lang="en-US" sz="1400" b="1" dirty="0">
                <a:latin typeface="Arial"/>
                <a:cs typeface="Arial"/>
              </a:rPr>
              <a:t> Tolerance</a:t>
            </a:r>
            <a:endParaRPr lang="en-US" b="1" dirty="0"/>
          </a:p>
          <a:p>
            <a:pPr marL="285750" indent="-285750">
              <a:buFont typeface="Arial"/>
              <a:buChar char="•"/>
            </a:pPr>
            <a:r>
              <a:rPr lang="en-US" sz="1400" dirty="0">
                <a:latin typeface="Arial"/>
                <a:cs typeface="Arial"/>
              </a:rPr>
              <a:t>Fault tolerance enables a system to continue to operate if one or more of its components fail. </a:t>
            </a:r>
            <a:endParaRPr lang="en-US" dirty="0">
              <a:latin typeface="Calibri" panose="020F0502020204030204"/>
              <a:cs typeface="Calibri" panose="020F0502020204030204"/>
            </a:endParaRPr>
          </a:p>
          <a:p>
            <a:pPr marL="742950" lvl="1" indent="-285750">
              <a:buFont typeface="Arial"/>
              <a:buChar char="•"/>
            </a:pPr>
            <a:r>
              <a:rPr lang="en-US" sz="1400" dirty="0">
                <a:latin typeface="Arial"/>
                <a:cs typeface="Arial"/>
              </a:rPr>
              <a:t>Data mirroring is one example of fault tolerance. </a:t>
            </a:r>
          </a:p>
          <a:p>
            <a:endParaRPr lang="en-US" sz="1400" dirty="0">
              <a:latin typeface="Arial"/>
              <a:cs typeface="Arial"/>
            </a:endParaRPr>
          </a:p>
          <a:p>
            <a:r>
              <a:rPr lang="en-US" sz="1400" b="1" dirty="0">
                <a:latin typeface="Arial"/>
                <a:cs typeface="Arial"/>
              </a:rPr>
              <a:t>System Resiliency</a:t>
            </a:r>
            <a:endParaRPr lang="en-US" b="1" dirty="0"/>
          </a:p>
          <a:p>
            <a:pPr marL="285750" indent="-285750">
              <a:buFont typeface="Arial"/>
              <a:buChar char="•"/>
            </a:pPr>
            <a:r>
              <a:rPr lang="en-US" sz="1400" dirty="0">
                <a:latin typeface="Arial"/>
                <a:cs typeface="Arial"/>
              </a:rPr>
              <a:t>System resiliency refers to the capability to maintain availability of data and operational processing despite attacks or disrupting events. </a:t>
            </a:r>
            <a:endParaRPr lang="en-US" dirty="0">
              <a:latin typeface="Calibri" panose="020F0502020204030204"/>
              <a:cs typeface="Calibri" panose="020F0502020204030204"/>
            </a:endParaRPr>
          </a:p>
          <a:p>
            <a:pPr marL="742950" lvl="1" indent="-285750">
              <a:buFont typeface="Arial"/>
              <a:buChar char="•"/>
            </a:pPr>
            <a:r>
              <a:rPr lang="en-US" sz="1400" dirty="0">
                <a:latin typeface="Arial"/>
                <a:cs typeface="Arial"/>
              </a:rPr>
              <a:t>Generally, this requires redundant systems, in terms of both power and processing, so that should one system fail, the other can take over operations without any break in service.</a:t>
            </a:r>
            <a:endParaRPr lang="en-US" dirty="0">
              <a:latin typeface="Calibri" panose="020F0502020204030204"/>
              <a:cs typeface="Calibri" panose="020F0502020204030204"/>
            </a:endParaRPr>
          </a:p>
          <a:p>
            <a:pPr marL="742950" lvl="1" indent="-285750">
              <a:buFont typeface="Arial"/>
              <a:buChar char="•"/>
            </a:pPr>
            <a:r>
              <a:rPr lang="en-US" sz="1400" dirty="0">
                <a:latin typeface="Arial"/>
                <a:cs typeface="Arial"/>
              </a:rPr>
              <a:t>System resiliency is more than hardened devices; it requires that both data and services be available, even when under attack.</a:t>
            </a:r>
            <a:endParaRPr lang="en-US">
              <a:cs typeface="Calibri" panose="020F0502020204030204"/>
            </a:endParaRPr>
          </a:p>
          <a:p>
            <a:pPr>
              <a:lnSpc>
                <a:spcPts val="2000"/>
              </a:lnSpc>
            </a:pPr>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dirty="0"/>
              <a:t>112</a:t>
            </a:fld>
            <a:endParaRPr lang="en-US" dirty="0"/>
          </a:p>
        </p:txBody>
      </p:sp>
    </p:spTree>
    <p:extLst>
      <p:ext uri="{BB962C8B-B14F-4D97-AF65-F5344CB8AC3E}">
        <p14:creationId xmlns:p14="http://schemas.microsoft.com/office/powerpoint/2010/main" val="194286992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458925"/>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Power</a:t>
            </a:r>
            <a:endParaRPr lang="en-US" sz="2200" dirty="0"/>
          </a:p>
        </p:txBody>
      </p:sp>
      <p:sp>
        <p:nvSpPr>
          <p:cNvPr id="5" name="Text 2"/>
          <p:cNvSpPr/>
          <p:nvPr/>
        </p:nvSpPr>
        <p:spPr>
          <a:xfrm>
            <a:off x="354019" y="1080896"/>
            <a:ext cx="8229600" cy="2861376"/>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000000"/>
                </a:solidFill>
                <a:latin typeface="Arial"/>
                <a:cs typeface="Arial"/>
              </a:rPr>
              <a:t>A critical issue in protecting information systems is electrical power systems and power considerations. A continuous supply of electrical power is essential for today’s massive server and data storage facilities.</a:t>
            </a:r>
            <a:endParaRPr lang="en-US" dirty="0">
              <a:cs typeface="Calibri"/>
            </a:endParaRPr>
          </a:p>
          <a:p>
            <a:endParaRPr lang="en-US" sz="1400" dirty="0">
              <a:solidFill>
                <a:srgbClr val="000000"/>
              </a:solidFill>
              <a:latin typeface="Arial"/>
              <a:cs typeface="Arial"/>
            </a:endParaRPr>
          </a:p>
          <a:p>
            <a:r>
              <a:rPr lang="en-US" sz="1400" dirty="0">
                <a:solidFill>
                  <a:srgbClr val="000000"/>
                </a:solidFill>
                <a:latin typeface="Arial"/>
                <a:cs typeface="Arial"/>
              </a:rPr>
              <a:t>Here are some general rules in building effective electrical supply systems:</a:t>
            </a:r>
            <a:endParaRPr lang="en-US" dirty="0"/>
          </a:p>
          <a:p>
            <a:endParaRPr lang="en-US" sz="1400" dirty="0">
              <a:solidFill>
                <a:srgbClr val="000000"/>
              </a:solidFill>
              <a:latin typeface="Arial"/>
              <a:cs typeface="Arial"/>
            </a:endParaRPr>
          </a:p>
          <a:p>
            <a:pPr marL="742950" lvl="1" indent="-285750">
              <a:buFont typeface="Arial"/>
              <a:buChar char="•"/>
            </a:pPr>
            <a:r>
              <a:rPr lang="en-US" sz="1400" dirty="0">
                <a:solidFill>
                  <a:srgbClr val="000000"/>
                </a:solidFill>
                <a:latin typeface="Arial"/>
                <a:cs typeface="Arial"/>
              </a:rPr>
              <a:t>Data centers should be on a different power supply from the rest of the building.</a:t>
            </a:r>
            <a:endParaRPr lang="en-US" dirty="0">
              <a:solidFill>
                <a:srgbClr val="000000"/>
              </a:solidFill>
              <a:latin typeface="Calibri"/>
              <a:cs typeface="Calibri"/>
            </a:endParaRPr>
          </a:p>
          <a:p>
            <a:pPr marL="742950" lvl="1" indent="-285750">
              <a:buFont typeface="Arial"/>
              <a:buChar char="•"/>
            </a:pPr>
            <a:r>
              <a:rPr lang="en-US" sz="1400" dirty="0">
                <a:solidFill>
                  <a:srgbClr val="000000"/>
                </a:solidFill>
                <a:latin typeface="Arial"/>
                <a:cs typeface="Arial"/>
              </a:rPr>
              <a:t>Use redundant power sources — two or more feeds coming from two or more electrical substations.</a:t>
            </a:r>
            <a:endParaRPr lang="en-US" dirty="0">
              <a:solidFill>
                <a:srgbClr val="000000"/>
              </a:solidFill>
              <a:latin typeface="Calibri" panose="020F0502020204030204"/>
              <a:cs typeface="Calibri"/>
            </a:endParaRPr>
          </a:p>
          <a:p>
            <a:pPr marL="742950" lvl="1" indent="-285750">
              <a:buFont typeface="Arial"/>
              <a:buChar char="•"/>
            </a:pPr>
            <a:r>
              <a:rPr lang="en-US" sz="1400" dirty="0">
                <a:solidFill>
                  <a:srgbClr val="000000"/>
                </a:solidFill>
                <a:latin typeface="Arial"/>
                <a:cs typeface="Arial"/>
              </a:rPr>
              <a:t>Implement power conditioning.</a:t>
            </a:r>
            <a:endParaRPr lang="en-US" dirty="0">
              <a:solidFill>
                <a:srgbClr val="000000"/>
              </a:solidFill>
              <a:latin typeface="Calibri"/>
              <a:cs typeface="Calibri"/>
            </a:endParaRPr>
          </a:p>
          <a:p>
            <a:pPr marL="742950" lvl="1" indent="-285750">
              <a:buFont typeface="Arial"/>
              <a:buChar char="•"/>
            </a:pPr>
            <a:r>
              <a:rPr lang="en-US" sz="1400" dirty="0">
                <a:solidFill>
                  <a:srgbClr val="000000"/>
                </a:solidFill>
                <a:latin typeface="Arial"/>
                <a:cs typeface="Arial"/>
              </a:rPr>
              <a:t>Backup power systems are often required.</a:t>
            </a:r>
            <a:endParaRPr lang="en-US" dirty="0">
              <a:solidFill>
                <a:srgbClr val="000000"/>
              </a:solidFill>
              <a:latin typeface="Calibri" panose="020F0502020204030204"/>
              <a:cs typeface="Calibri"/>
            </a:endParaRPr>
          </a:p>
          <a:p>
            <a:pPr marL="742950" lvl="1" indent="-285750">
              <a:buFont typeface="Arial"/>
              <a:buChar char="•"/>
            </a:pPr>
            <a:r>
              <a:rPr lang="en-US" sz="1400" dirty="0">
                <a:solidFill>
                  <a:srgbClr val="000000"/>
                </a:solidFill>
                <a:latin typeface="Arial"/>
                <a:ea typeface="Arial" pitchFamily="34" charset="-122"/>
                <a:cs typeface="Arial"/>
              </a:rPr>
              <a:t>Uninterruptible power supply (UPS) should be available to gracefully shut down systems.</a:t>
            </a:r>
            <a:endParaRPr lang="en-US" dirty="0">
              <a:cs typeface="Calibri"/>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dirty="0"/>
              <a:t>113</a:t>
            </a:fld>
            <a:endParaRPr lang="en-US" dirty="0"/>
          </a:p>
        </p:txBody>
      </p:sp>
    </p:spTree>
    <p:extLst>
      <p:ext uri="{BB962C8B-B14F-4D97-AF65-F5344CB8AC3E}">
        <p14:creationId xmlns:p14="http://schemas.microsoft.com/office/powerpoint/2010/main" val="186464794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428207"/>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Power (Cont.)</a:t>
            </a:r>
            <a:endParaRPr lang="en-US" sz="2200" dirty="0"/>
          </a:p>
        </p:txBody>
      </p:sp>
      <p:sp>
        <p:nvSpPr>
          <p:cNvPr id="4" name="TextBox 3">
            <a:extLst>
              <a:ext uri="{FF2B5EF4-FFF2-40B4-BE49-F238E27FC236}">
                <a16:creationId xmlns:a16="http://schemas.microsoft.com/office/drawing/2014/main" id="{76699979-FF77-C943-1128-A2B8421432B7}"/>
              </a:ext>
            </a:extLst>
          </p:cNvPr>
          <p:cNvSpPr txBox="1"/>
          <p:nvPr/>
        </p:nvSpPr>
        <p:spPr>
          <a:xfrm>
            <a:off x="101395" y="892098"/>
            <a:ext cx="85808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Some standard terms linked to electrical power system events include:</a:t>
            </a:r>
          </a:p>
        </p:txBody>
      </p:sp>
      <p:sp>
        <p:nvSpPr>
          <p:cNvPr id="5" name="Text 2"/>
          <p:cNvSpPr/>
          <p:nvPr/>
        </p:nvSpPr>
        <p:spPr>
          <a:xfrm>
            <a:off x="750094" y="1407480"/>
            <a:ext cx="8229600" cy="2651564"/>
          </a:xfrm>
          <a:prstGeom prst="rect">
            <a:avLst/>
          </a:prstGeom>
          <a:noFill/>
          <a:ln/>
        </p:spPr>
        <p:txBody>
          <a:bodyPr wrap="square" lIns="91440" tIns="45720" rIns="91440" bIns="45720" rtlCol="0" anchor="t"/>
          <a:lstStyle/>
          <a:p>
            <a:r>
              <a:rPr lang="en-US" sz="1400" b="1" dirty="0">
                <a:solidFill>
                  <a:srgbClr val="000000"/>
                </a:solidFill>
                <a:latin typeface="Arial"/>
                <a:cs typeface="Arial"/>
              </a:rPr>
              <a:t>Power Excess</a:t>
            </a:r>
            <a:endParaRPr lang="en-US" b="1" dirty="0"/>
          </a:p>
          <a:p>
            <a:pPr marL="742950" lvl="1" indent="-285750">
              <a:buFont typeface="Arial"/>
              <a:buChar char="•"/>
            </a:pPr>
            <a:r>
              <a:rPr lang="en-US" sz="1400">
                <a:solidFill>
                  <a:srgbClr val="000000"/>
                </a:solidFill>
                <a:latin typeface="Arial"/>
                <a:cs typeface="Arial"/>
              </a:rPr>
              <a:t>Spike: momentary high voltage</a:t>
            </a:r>
            <a:endParaRPr lang="en-US">
              <a:solidFill>
                <a:srgbClr val="000000"/>
              </a:solidFill>
              <a:latin typeface="Calibri"/>
              <a:cs typeface="Calibri"/>
            </a:endParaRPr>
          </a:p>
          <a:p>
            <a:pPr marL="742950" lvl="1" indent="-285750">
              <a:buFont typeface="Arial"/>
              <a:buChar char="•"/>
            </a:pPr>
            <a:r>
              <a:rPr lang="en-US" sz="1400">
                <a:solidFill>
                  <a:srgbClr val="000000"/>
                </a:solidFill>
                <a:latin typeface="Arial"/>
                <a:ea typeface="Arial" pitchFamily="34" charset="-122"/>
                <a:cs typeface="Arial"/>
              </a:rPr>
              <a:t>Surge: prolonged high voltage</a:t>
            </a:r>
            <a:endParaRPr lang="en-US">
              <a:cs typeface="Calibri"/>
            </a:endParaRPr>
          </a:p>
          <a:p>
            <a:endParaRPr lang="en-US" sz="1400" dirty="0">
              <a:latin typeface="Arial"/>
              <a:cs typeface="Arial"/>
            </a:endParaRPr>
          </a:p>
          <a:p>
            <a:r>
              <a:rPr lang="en-US" sz="1400" b="1" dirty="0">
                <a:latin typeface="Arial"/>
                <a:cs typeface="Arial"/>
              </a:rPr>
              <a:t>Power Loss</a:t>
            </a:r>
            <a:endParaRPr lang="en-US" b="1" dirty="0"/>
          </a:p>
          <a:p>
            <a:pPr marL="742950" lvl="1" indent="-285750">
              <a:buFont typeface="Arial"/>
              <a:buChar char="•"/>
            </a:pPr>
            <a:r>
              <a:rPr lang="en-US" sz="1400">
                <a:latin typeface="Arial"/>
                <a:cs typeface="Arial"/>
              </a:rPr>
              <a:t>Fault: momentary loss of power</a:t>
            </a:r>
            <a:endParaRPr lang="en-US">
              <a:latin typeface="Calibri" panose="020F0502020204030204"/>
              <a:cs typeface="Calibri"/>
            </a:endParaRPr>
          </a:p>
          <a:p>
            <a:pPr marL="742950" lvl="1" indent="-285750">
              <a:buFont typeface="Arial"/>
              <a:buChar char="•"/>
            </a:pPr>
            <a:r>
              <a:rPr lang="en-US" sz="1400">
                <a:latin typeface="Arial"/>
                <a:cs typeface="Arial"/>
              </a:rPr>
              <a:t>Blackout: complete loss of power</a:t>
            </a:r>
            <a:endParaRPr lang="en-US">
              <a:cs typeface="Calibri"/>
            </a:endParaRPr>
          </a:p>
          <a:p>
            <a:endParaRPr lang="en-US" sz="1400" dirty="0">
              <a:latin typeface="Arial"/>
              <a:cs typeface="Arial"/>
            </a:endParaRPr>
          </a:p>
          <a:p>
            <a:r>
              <a:rPr lang="en-US" sz="1400" b="1" dirty="0">
                <a:latin typeface="Arial"/>
                <a:cs typeface="Arial"/>
              </a:rPr>
              <a:t>Power Degradation</a:t>
            </a:r>
            <a:endParaRPr lang="en-US" b="1" dirty="0"/>
          </a:p>
          <a:p>
            <a:pPr marL="742950" lvl="1" indent="-285750">
              <a:buFont typeface="Arial"/>
              <a:buChar char="•"/>
            </a:pPr>
            <a:r>
              <a:rPr lang="en-US" sz="1400">
                <a:latin typeface="Arial"/>
                <a:cs typeface="Arial"/>
              </a:rPr>
              <a:t>Sag/dip: momentary low voltage</a:t>
            </a:r>
            <a:endParaRPr lang="en-US">
              <a:latin typeface="Calibri"/>
              <a:cs typeface="Calibri"/>
            </a:endParaRPr>
          </a:p>
          <a:p>
            <a:pPr marL="742950" lvl="1" indent="-285750">
              <a:buFont typeface="Arial"/>
              <a:buChar char="•"/>
            </a:pPr>
            <a:r>
              <a:rPr lang="en-US" sz="1400">
                <a:latin typeface="Arial"/>
                <a:cs typeface="Arial"/>
              </a:rPr>
              <a:t>Brownout: prolonged low voltage</a:t>
            </a:r>
            <a:endParaRPr lang="en-US">
              <a:latin typeface="Calibri"/>
              <a:cs typeface="Calibri"/>
            </a:endParaRPr>
          </a:p>
          <a:p>
            <a:pPr marL="742950" lvl="1" indent="-285750">
              <a:buFont typeface="Arial"/>
              <a:buChar char="•"/>
            </a:pPr>
            <a:r>
              <a:rPr lang="en-US" sz="1400">
                <a:latin typeface="Arial"/>
                <a:cs typeface="Arial"/>
              </a:rPr>
              <a:t>Inrush current: initial surge of power</a:t>
            </a:r>
            <a:endParaRPr lang="en-US">
              <a:cs typeface="Calibri"/>
            </a:endParaRPr>
          </a:p>
          <a:p>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dirty="0"/>
              <a:t>114</a:t>
            </a:fld>
            <a:endParaRPr lang="en-US" dirty="0"/>
          </a:p>
        </p:txBody>
      </p:sp>
    </p:spTree>
    <p:extLst>
      <p:ext uri="{BB962C8B-B14F-4D97-AF65-F5344CB8AC3E}">
        <p14:creationId xmlns:p14="http://schemas.microsoft.com/office/powerpoint/2010/main" val="167316671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422631"/>
          </a:xfrm>
          <a:prstGeom prst="rect">
            <a:avLst/>
          </a:prstGeom>
          <a:noFill/>
          <a:ln/>
        </p:spPr>
        <p:txBody>
          <a:bodyPr wrap="square" lIns="91440" tIns="45720" rIns="91440" bIns="45720" rtlCol="0" anchor="t"/>
          <a:lstStyle/>
          <a:p>
            <a:pPr marL="0" indent="0">
              <a:buNone/>
            </a:pPr>
            <a:r>
              <a:rPr lang="en-US" sz="2200" dirty="0">
                <a:solidFill>
                  <a:srgbClr val="024C69"/>
                </a:solidFill>
                <a:latin typeface="Arial"/>
                <a:cs typeface="Arial"/>
              </a:rPr>
              <a:t>Heating, Ventilation and Air Conditioning (</a:t>
            </a:r>
            <a:r>
              <a:rPr lang="en-US" dirty="0">
                <a:latin typeface="Arial"/>
                <a:cs typeface="Arial"/>
              </a:rPr>
              <a:t>HVAC</a:t>
            </a:r>
            <a:r>
              <a:rPr lang="en-US" sz="2200" dirty="0">
                <a:solidFill>
                  <a:srgbClr val="024C69"/>
                </a:solidFill>
                <a:latin typeface="Arial"/>
                <a:cs typeface="Arial"/>
              </a:rPr>
              <a:t>)</a:t>
            </a:r>
            <a:endParaRPr lang="en-US" sz="2200" dirty="0">
              <a:latin typeface="Arial"/>
              <a:cs typeface="Arial"/>
            </a:endParaRPr>
          </a:p>
        </p:txBody>
      </p:sp>
      <p:sp>
        <p:nvSpPr>
          <p:cNvPr id="5" name="Text 2"/>
          <p:cNvSpPr/>
          <p:nvPr/>
        </p:nvSpPr>
        <p:spPr>
          <a:xfrm>
            <a:off x="455414" y="915965"/>
            <a:ext cx="8229600" cy="3461233"/>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a:cs typeface="Arial"/>
              </a:rPr>
              <a:t>HVAC systems are critical to the safety of people and information systems in an organization's facilities. When designing modern IT facilities, these systems play a very important role in the overall stability and security.</a:t>
            </a:r>
          </a:p>
          <a:p>
            <a:pPr>
              <a:lnSpc>
                <a:spcPts val="2000"/>
              </a:lnSpc>
            </a:pPr>
            <a:endParaRPr lang="en-US" sz="1400" dirty="0">
              <a:latin typeface="Arial"/>
              <a:cs typeface="Arial"/>
            </a:endParaRPr>
          </a:p>
          <a:p>
            <a:pPr marL="285750" indent="-285750">
              <a:buFont typeface="Arial"/>
              <a:buChar char="•"/>
            </a:pPr>
            <a:r>
              <a:rPr lang="en-US" sz="1400" b="1" dirty="0">
                <a:latin typeface="Arial"/>
                <a:cs typeface="Arial"/>
              </a:rPr>
              <a:t>HVAC systems</a:t>
            </a:r>
            <a:r>
              <a:rPr lang="en-US" sz="1400" dirty="0">
                <a:latin typeface="Arial"/>
                <a:cs typeface="Arial"/>
              </a:rPr>
              <a:t> control the ambient environment, including the temperature, humidity, and airflow. This must be managed along with data components such as hardware, cabling, data storage, fire protection, physical security systems and power, and their needs. </a:t>
            </a:r>
            <a:endParaRPr lang="en-US" dirty="0">
              <a:cs typeface="Calibri" panose="020F0502020204030204"/>
            </a:endParaRPr>
          </a:p>
          <a:p>
            <a:endParaRPr lang="en-US" sz="1400" dirty="0">
              <a:latin typeface="Arial"/>
              <a:cs typeface="Arial"/>
            </a:endParaRPr>
          </a:p>
          <a:p>
            <a:pPr marL="285750" indent="-285750">
              <a:buFont typeface="Arial"/>
              <a:buChar char="•"/>
            </a:pPr>
            <a:r>
              <a:rPr lang="en-US" sz="1400" b="1" dirty="0">
                <a:latin typeface="Arial"/>
                <a:cs typeface="Arial"/>
              </a:rPr>
              <a:t>A product specifications document</a:t>
            </a:r>
            <a:endParaRPr lang="en-US" b="1" dirty="0">
              <a:cs typeface="Calibri" panose="020F0502020204030204"/>
            </a:endParaRPr>
          </a:p>
          <a:p>
            <a:pPr marL="742950" lvl="1" indent="-285750">
              <a:buFont typeface="Arial"/>
              <a:buChar char="•"/>
            </a:pPr>
            <a:r>
              <a:rPr lang="en-US" sz="1400" dirty="0">
                <a:latin typeface="Arial"/>
                <a:cs typeface="Arial"/>
              </a:rPr>
              <a:t>Almost all physical computer hardware comes with environmental requirements that include acceptable temperature and humidity ranges. </a:t>
            </a:r>
            <a:endParaRPr lang="en-US" dirty="0">
              <a:latin typeface="Calibri" panose="020F0502020204030204"/>
              <a:cs typeface="Calibri" panose="020F0502020204030204"/>
            </a:endParaRPr>
          </a:p>
          <a:p>
            <a:pPr marL="742950" lvl="1" indent="-285750">
              <a:buFont typeface="Arial"/>
              <a:buChar char="•"/>
            </a:pPr>
            <a:r>
              <a:rPr lang="en-US" sz="1400" dirty="0">
                <a:latin typeface="Arial"/>
                <a:cs typeface="Arial"/>
              </a:rPr>
              <a:t>Environmental requirements are detailed in product specifications documentation and/or physical planning guides. </a:t>
            </a:r>
            <a:endParaRPr lang="en-US" dirty="0">
              <a:latin typeface="Calibri" panose="020F0502020204030204"/>
              <a:cs typeface="Calibri" panose="020F0502020204030204"/>
            </a:endParaRPr>
          </a:p>
          <a:p>
            <a:pPr marL="742950" lvl="1" indent="-285750">
              <a:buFont typeface="Arial"/>
              <a:buChar char="•"/>
            </a:pPr>
            <a:r>
              <a:rPr lang="en-US" sz="1400" dirty="0">
                <a:latin typeface="Arial"/>
                <a:cs typeface="Arial"/>
              </a:rPr>
              <a:t>It is critical to observe these environmental requirements to prevent system failures and extend the life of IT systems.</a:t>
            </a:r>
            <a:endParaRPr lang="en-US" dirty="0">
              <a:cs typeface="Calibri" panose="020F0502020204030204"/>
            </a:endParaRPr>
          </a:p>
          <a:p>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dirty="0"/>
              <a:t>115</a:t>
            </a:fld>
            <a:endParaRPr lang="en-US" dirty="0"/>
          </a:p>
        </p:txBody>
      </p:sp>
    </p:spTree>
    <p:extLst>
      <p:ext uri="{BB962C8B-B14F-4D97-AF65-F5344CB8AC3E}">
        <p14:creationId xmlns:p14="http://schemas.microsoft.com/office/powerpoint/2010/main" val="180980782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444934"/>
          </a:xfrm>
          <a:prstGeom prst="rect">
            <a:avLst/>
          </a:prstGeom>
          <a:noFill/>
          <a:ln/>
        </p:spPr>
        <p:txBody>
          <a:bodyPr wrap="square" lIns="91440" tIns="45720" rIns="91440" bIns="45720" rtlCol="0" anchor="t"/>
          <a:lstStyle/>
          <a:p>
            <a:pPr marL="0" indent="0">
              <a:buNone/>
            </a:pPr>
            <a:r>
              <a:rPr lang="en-US" sz="2200" dirty="0">
                <a:solidFill>
                  <a:srgbClr val="024C69"/>
                </a:solidFill>
                <a:latin typeface="Arial"/>
                <a:cs typeface="Arial"/>
              </a:rPr>
              <a:t>Heating, Ventilation and Air Conditioning (</a:t>
            </a:r>
            <a:r>
              <a:rPr lang="en-US" dirty="0">
                <a:latin typeface="Arial"/>
                <a:cs typeface="Arial"/>
              </a:rPr>
              <a:t>HVAC</a:t>
            </a:r>
            <a:r>
              <a:rPr lang="en-US" sz="2200" dirty="0">
                <a:solidFill>
                  <a:srgbClr val="024C69"/>
                </a:solidFill>
                <a:latin typeface="Arial"/>
                <a:cs typeface="Arial"/>
              </a:rPr>
              <a:t>) (Cont.)</a:t>
            </a:r>
            <a:endParaRPr lang="en-US" sz="2200" dirty="0">
              <a:latin typeface="Arial"/>
              <a:cs typeface="Arial"/>
            </a:endParaRPr>
          </a:p>
        </p:txBody>
      </p:sp>
      <p:sp>
        <p:nvSpPr>
          <p:cNvPr id="5" name="Text 2"/>
          <p:cNvSpPr/>
          <p:nvPr/>
        </p:nvSpPr>
        <p:spPr>
          <a:xfrm>
            <a:off x="455414" y="1182291"/>
            <a:ext cx="8229600" cy="3032637"/>
          </a:xfrm>
          <a:prstGeom prst="rect">
            <a:avLst/>
          </a:prstGeom>
          <a:noFill/>
          <a:ln/>
        </p:spPr>
        <p:txBody>
          <a:bodyPr wrap="square" lIns="91440" tIns="45720" rIns="91440" bIns="45720" rtlCol="0" anchor="t"/>
          <a:lstStyle/>
          <a:p>
            <a:r>
              <a:rPr lang="en-US" sz="1400" b="1" dirty="0">
                <a:solidFill>
                  <a:srgbClr val="000000"/>
                </a:solidFill>
                <a:latin typeface="Arial"/>
                <a:cs typeface="Arial"/>
              </a:rPr>
              <a:t>HVAC </a:t>
            </a:r>
            <a:r>
              <a:rPr lang="en-US" sz="1400" b="1" dirty="0">
                <a:latin typeface="Arial"/>
                <a:cs typeface="Arial"/>
              </a:rPr>
              <a:t>system contractor</a:t>
            </a:r>
            <a:endParaRPr lang="en-US">
              <a:cs typeface="Calibri" panose="020F0502020204030204"/>
            </a:endParaRPr>
          </a:p>
          <a:p>
            <a:pPr marL="285750" indent="-285750">
              <a:buFont typeface="Arial"/>
              <a:buChar char="•"/>
            </a:pPr>
            <a:r>
              <a:rPr lang="en-US" sz="1400" dirty="0">
                <a:latin typeface="Arial"/>
                <a:cs typeface="Arial"/>
              </a:rPr>
              <a:t>Commercial HVAC systems and other building management systems now connect to the internet for remote monitoring and control.</a:t>
            </a:r>
            <a:endParaRPr lang="en-US">
              <a:latin typeface="Calibri" panose="020F0502020204030204"/>
              <a:cs typeface="Calibri" panose="020F0502020204030204"/>
            </a:endParaRPr>
          </a:p>
          <a:p>
            <a:pPr marL="285750" indent="-285750">
              <a:buFont typeface="Arial"/>
              <a:buChar char="•"/>
            </a:pPr>
            <a:r>
              <a:rPr lang="en-US" sz="1400" dirty="0">
                <a:latin typeface="Arial"/>
                <a:cs typeface="Arial"/>
              </a:rPr>
              <a:t>But recent events have shown such ‘smart’ systems also raise big security issues, as they are accessed and managed by HVAC system contractors or third-party vendors.</a:t>
            </a:r>
            <a:endParaRPr lang="en-US">
              <a:cs typeface="Calibri" panose="020F0502020204030204"/>
            </a:endParaRPr>
          </a:p>
          <a:p>
            <a:pPr>
              <a:lnSpc>
                <a:spcPts val="2000"/>
              </a:lnSpc>
            </a:pPr>
            <a:endParaRPr lang="en-US" sz="1400" dirty="0">
              <a:latin typeface="Arial"/>
              <a:cs typeface="Arial"/>
            </a:endParaRPr>
          </a:p>
          <a:p>
            <a:r>
              <a:rPr lang="en-US" sz="1400" b="1" dirty="0">
                <a:latin typeface="Arial"/>
                <a:cs typeface="Arial"/>
              </a:rPr>
              <a:t>Risks to the organization's security</a:t>
            </a:r>
            <a:endParaRPr lang="en-US" b="1" dirty="0"/>
          </a:p>
          <a:p>
            <a:pPr marL="285750" indent="-285750">
              <a:buFont typeface="Arial"/>
              <a:buChar char="•"/>
            </a:pPr>
            <a:r>
              <a:rPr lang="en-US" sz="1400" dirty="0">
                <a:latin typeface="Arial"/>
                <a:cs typeface="Arial"/>
              </a:rPr>
              <a:t>Because HVAC technicians need to be able to find information quickly, crucial data tends to be stored in many different places, making it accessible to even more people.</a:t>
            </a:r>
            <a:endParaRPr lang="en-US">
              <a:latin typeface="Calibri"/>
              <a:cs typeface="Calibri"/>
            </a:endParaRPr>
          </a:p>
          <a:p>
            <a:pPr marL="285750" indent="-285750">
              <a:buFont typeface="Arial"/>
              <a:buChar char="•"/>
            </a:pPr>
            <a:r>
              <a:rPr lang="en-US" sz="1400" dirty="0">
                <a:latin typeface="Arial"/>
                <a:cs typeface="Arial"/>
              </a:rPr>
              <a:t>This allows a wide network of individuals, including even associates of contractors, to gain access to the HVAC system. </a:t>
            </a:r>
            <a:endParaRPr lang="en-US">
              <a:latin typeface="Calibri" panose="020F0502020204030204"/>
              <a:cs typeface="Calibri" panose="020F0502020204030204"/>
            </a:endParaRPr>
          </a:p>
          <a:p>
            <a:pPr marL="285750" indent="-285750">
              <a:buFont typeface="Arial"/>
              <a:buChar char="•"/>
            </a:pPr>
            <a:r>
              <a:rPr lang="en-US" sz="1400" dirty="0">
                <a:latin typeface="Arial"/>
                <a:cs typeface="Arial"/>
              </a:rPr>
              <a:t>But the more people have access, the less secure these systems are, while their interruption can pose considerable risk to the organization's security.</a:t>
            </a:r>
            <a:endParaRPr lang="en-US">
              <a:cs typeface="Calibri" panose="020F0502020204030204"/>
            </a:endParaRPr>
          </a:p>
          <a:p>
            <a:r>
              <a:rPr lang="en-US" dirty="0"/>
              <a:t/>
            </a:r>
            <a:br>
              <a:rPr lang="en-US" dirty="0"/>
            </a:br>
            <a:endParaRPr lang="en-US" dirty="0"/>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dirty="0"/>
              <a:t>116</a:t>
            </a:fld>
            <a:endParaRPr lang="en-US" dirty="0"/>
          </a:p>
        </p:txBody>
      </p:sp>
    </p:spTree>
    <p:extLst>
      <p:ext uri="{BB962C8B-B14F-4D97-AF65-F5344CB8AC3E}">
        <p14:creationId xmlns:p14="http://schemas.microsoft.com/office/powerpoint/2010/main" val="284367615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Cybersecurity Resilience</a:t>
            </a:r>
            <a:endParaRPr lang="en-US" sz="1600" dirty="0"/>
          </a:p>
        </p:txBody>
      </p:sp>
      <p:sp>
        <p:nvSpPr>
          <p:cNvPr id="3" name="Text 0"/>
          <p:cNvSpPr>
            <a:spLocks noGrp="1"/>
          </p:cNvSpPr>
          <p:nvPr>
            <p:ph type="body" idx="100" hasCustomPrompt="1"/>
          </p:nvPr>
        </p:nvSpPr>
        <p:spPr>
          <a:xfrm>
            <a:off x="0" y="274320"/>
            <a:ext cx="9144000" cy="417056"/>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Managing Threats to Physical Facilities</a:t>
            </a:r>
            <a:endParaRPr lang="en-US" sz="2200" dirty="0"/>
          </a:p>
        </p:txBody>
      </p:sp>
      <p:sp>
        <p:nvSpPr>
          <p:cNvPr id="5" name="Text 2"/>
          <p:cNvSpPr/>
          <p:nvPr/>
        </p:nvSpPr>
        <p:spPr>
          <a:xfrm>
            <a:off x="400108" y="1126985"/>
            <a:ext cx="8229600" cy="2637002"/>
          </a:xfrm>
          <a:prstGeom prst="rect">
            <a:avLst/>
          </a:prstGeom>
          <a:noFill/>
          <a:ln/>
        </p:spPr>
        <p:txBody>
          <a:bodyPr wrap="square" lIns="91440" tIns="45720" rIns="91440" bIns="45720" rtlCol="0" anchor="t"/>
          <a:lstStyle/>
          <a:p>
            <a:r>
              <a:rPr lang="en-US" sz="1400" dirty="0">
                <a:solidFill>
                  <a:srgbClr val="000000"/>
                </a:solidFill>
                <a:latin typeface="Arial"/>
                <a:cs typeface="Arial"/>
              </a:rPr>
              <a:t>Organizations can implement various measures to manage threats to the physical facilities. </a:t>
            </a:r>
            <a:endParaRPr lang="en-US" dirty="0">
              <a:solidFill>
                <a:srgbClr val="000000"/>
              </a:solidFill>
              <a:latin typeface="Calibri" panose="020F0502020204030204"/>
              <a:cs typeface="Calibri" panose="020F0502020204030204"/>
            </a:endParaRPr>
          </a:p>
          <a:p>
            <a:endParaRPr lang="en-US" sz="1400" dirty="0">
              <a:solidFill>
                <a:srgbClr val="000000"/>
              </a:solidFill>
              <a:latin typeface="Arial"/>
              <a:cs typeface="Arial"/>
            </a:endParaRPr>
          </a:p>
          <a:p>
            <a:r>
              <a:rPr lang="en-US" sz="1400" dirty="0">
                <a:solidFill>
                  <a:srgbClr val="000000"/>
                </a:solidFill>
                <a:latin typeface="Arial"/>
                <a:cs typeface="Arial"/>
              </a:rPr>
              <a:t>For example:</a:t>
            </a:r>
            <a:endParaRPr lang="en-US" dirty="0">
              <a:cs typeface="Calibri"/>
            </a:endParaRPr>
          </a:p>
          <a:p>
            <a:pPr marL="742950" lvl="1" indent="-285750">
              <a:buFont typeface="Arial"/>
              <a:buChar char="•"/>
            </a:pPr>
            <a:r>
              <a:rPr lang="en-US" sz="1400" dirty="0">
                <a:solidFill>
                  <a:srgbClr val="000000"/>
                </a:solidFill>
                <a:latin typeface="Arial"/>
                <a:ea typeface="Arial" pitchFamily="34" charset="-122"/>
                <a:cs typeface="Arial"/>
              </a:rPr>
              <a:t>Access Control and Closed-Circuit TV (CCTV - Video Surveillance) coverage at all entrances</a:t>
            </a:r>
            <a:endParaRPr lang="en-US" dirty="0">
              <a:solidFill>
                <a:srgbClr val="000000"/>
              </a:solidFill>
              <a:latin typeface="Calibri" panose="020F0502020204030204"/>
              <a:ea typeface="Arial" pitchFamily="34" charset="-122"/>
              <a:cs typeface="Calibri"/>
            </a:endParaRPr>
          </a:p>
          <a:p>
            <a:pPr marL="742950" lvl="1" indent="-285750">
              <a:buFont typeface="Arial"/>
              <a:buChar char="•"/>
            </a:pPr>
            <a:r>
              <a:rPr lang="en-US" sz="1400" dirty="0">
                <a:solidFill>
                  <a:srgbClr val="000000"/>
                </a:solidFill>
                <a:latin typeface="Arial"/>
                <a:ea typeface="Arial" pitchFamily="34" charset="-122"/>
                <a:cs typeface="Arial"/>
              </a:rPr>
              <a:t>Policies and procedures for guests visiting the facility</a:t>
            </a:r>
            <a:endParaRPr lang="en-US" dirty="0">
              <a:solidFill>
                <a:srgbClr val="000000"/>
              </a:solidFill>
              <a:latin typeface="Calibri"/>
              <a:ea typeface="Arial" pitchFamily="34" charset="-122"/>
              <a:cs typeface="Calibri"/>
            </a:endParaRPr>
          </a:p>
          <a:p>
            <a:pPr marL="742950" lvl="1" indent="-285750">
              <a:buFont typeface="Arial"/>
              <a:buChar char="•"/>
            </a:pPr>
            <a:r>
              <a:rPr lang="en-US" sz="1400" dirty="0">
                <a:solidFill>
                  <a:srgbClr val="000000"/>
                </a:solidFill>
                <a:latin typeface="Arial"/>
                <a:ea typeface="Arial" pitchFamily="34" charset="-122"/>
                <a:cs typeface="Arial"/>
              </a:rPr>
              <a:t>Building security testing, including using both digital and physical means to covertly gain access</a:t>
            </a:r>
            <a:endParaRPr lang="en-US" dirty="0">
              <a:solidFill>
                <a:srgbClr val="000000"/>
              </a:solidFill>
              <a:latin typeface="Calibri"/>
              <a:ea typeface="Arial" pitchFamily="34" charset="-122"/>
              <a:cs typeface="Calibri"/>
            </a:endParaRPr>
          </a:p>
          <a:p>
            <a:pPr marL="742950" lvl="1" indent="-285750">
              <a:buFont typeface="Arial"/>
              <a:buChar char="•"/>
            </a:pPr>
            <a:r>
              <a:rPr lang="en-US" sz="1400" dirty="0">
                <a:solidFill>
                  <a:srgbClr val="000000"/>
                </a:solidFill>
                <a:latin typeface="Arial"/>
                <a:ea typeface="Arial" pitchFamily="34" charset="-122"/>
                <a:cs typeface="Arial"/>
              </a:rPr>
              <a:t>Badge encryption for entry access</a:t>
            </a:r>
            <a:endParaRPr lang="en-US" dirty="0">
              <a:solidFill>
                <a:srgbClr val="000000"/>
              </a:solidFill>
              <a:latin typeface="Calibri"/>
              <a:ea typeface="Arial" pitchFamily="34" charset="-122"/>
              <a:cs typeface="Calibri"/>
            </a:endParaRPr>
          </a:p>
          <a:p>
            <a:pPr marL="742950" lvl="1" indent="-285750">
              <a:buFont typeface="Arial"/>
              <a:buChar char="•"/>
            </a:pPr>
            <a:r>
              <a:rPr lang="en-US" sz="1400" dirty="0">
                <a:solidFill>
                  <a:srgbClr val="000000"/>
                </a:solidFill>
                <a:latin typeface="Arial"/>
                <a:ea typeface="Arial" pitchFamily="34" charset="-122"/>
                <a:cs typeface="Arial"/>
              </a:rPr>
              <a:t>Disaster recovery planning</a:t>
            </a:r>
            <a:endParaRPr lang="en-US" dirty="0">
              <a:solidFill>
                <a:srgbClr val="000000"/>
              </a:solidFill>
              <a:latin typeface="Calibri"/>
              <a:ea typeface="Arial" pitchFamily="34" charset="-122"/>
              <a:cs typeface="Calibri"/>
            </a:endParaRPr>
          </a:p>
          <a:p>
            <a:pPr marL="742950" lvl="1" indent="-285750">
              <a:buFont typeface="Arial"/>
              <a:buChar char="•"/>
            </a:pPr>
            <a:r>
              <a:rPr lang="en-US" sz="1400" dirty="0">
                <a:solidFill>
                  <a:srgbClr val="000000"/>
                </a:solidFill>
                <a:latin typeface="Arial"/>
                <a:ea typeface="Arial" pitchFamily="34" charset="-122"/>
                <a:cs typeface="Arial"/>
              </a:rPr>
              <a:t>Business continuity planning</a:t>
            </a:r>
            <a:endParaRPr lang="en-US" dirty="0">
              <a:solidFill>
                <a:srgbClr val="000000"/>
              </a:solidFill>
              <a:latin typeface="Calibri"/>
              <a:ea typeface="Arial" pitchFamily="34" charset="-122"/>
              <a:cs typeface="Calibri"/>
            </a:endParaRPr>
          </a:p>
          <a:p>
            <a:pPr marL="742950" lvl="1" indent="-285750">
              <a:buFont typeface="Arial"/>
              <a:buChar char="•"/>
            </a:pPr>
            <a:r>
              <a:rPr lang="en-US" sz="1400" dirty="0">
                <a:solidFill>
                  <a:srgbClr val="000000"/>
                </a:solidFill>
                <a:latin typeface="Arial"/>
                <a:ea typeface="Arial" pitchFamily="34" charset="-122"/>
                <a:cs typeface="Arial"/>
              </a:rPr>
              <a:t>Regular security awareness training</a:t>
            </a:r>
            <a:endParaRPr lang="en-US" dirty="0">
              <a:cs typeface="Calibri"/>
            </a:endParaRPr>
          </a:p>
          <a:p>
            <a:pPr marL="742950" lvl="1" indent="-285750">
              <a:buFont typeface="Arial"/>
              <a:buChar char="•"/>
            </a:pPr>
            <a:r>
              <a:rPr lang="en-US" sz="1400" dirty="0">
                <a:solidFill>
                  <a:srgbClr val="000000"/>
                </a:solidFill>
                <a:latin typeface="Arial"/>
                <a:ea typeface="Arial" pitchFamily="34" charset="-122"/>
                <a:cs typeface="Arial"/>
              </a:rPr>
              <a:t>Asset tagging system</a:t>
            </a:r>
            <a:endParaRPr lang="en-US" dirty="0">
              <a:cs typeface="Calibri"/>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117</a:t>
            </a:fld>
            <a:endParaRPr lang="en-US"/>
          </a:p>
        </p:txBody>
      </p:sp>
    </p:spTree>
    <p:extLst>
      <p:ext uri="{BB962C8B-B14F-4D97-AF65-F5344CB8AC3E}">
        <p14:creationId xmlns:p14="http://schemas.microsoft.com/office/powerpoint/2010/main" val="209922942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1720970"/>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12.7 Embedded and Specialized Systems</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118</a:t>
            </a:fld>
            <a:endParaRPr lang="en-US"/>
          </a:p>
        </p:txBody>
      </p:sp>
    </p:spTree>
    <p:extLst>
      <p:ext uri="{BB962C8B-B14F-4D97-AF65-F5344CB8AC3E}">
        <p14:creationId xmlns:p14="http://schemas.microsoft.com/office/powerpoint/2010/main" val="244682247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Embedded and Specialized Systems</a:t>
            </a:r>
            <a:endParaRPr lang="en-US" sz="1600" dirty="0"/>
          </a:p>
        </p:txBody>
      </p:sp>
      <p:sp>
        <p:nvSpPr>
          <p:cNvPr id="3" name="Text 0"/>
          <p:cNvSpPr>
            <a:spLocks noGrp="1"/>
          </p:cNvSpPr>
          <p:nvPr>
            <p:ph type="body" idx="100" hasCustomPrompt="1"/>
          </p:nvPr>
        </p:nvSpPr>
        <p:spPr>
          <a:xfrm>
            <a:off x="0" y="274320"/>
            <a:ext cx="9144000" cy="394753"/>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Threats to Key Industry Sectors</a:t>
            </a:r>
            <a:endParaRPr lang="en-US" sz="2200" dirty="0"/>
          </a:p>
        </p:txBody>
      </p:sp>
      <p:sp>
        <p:nvSpPr>
          <p:cNvPr id="5" name="Text 2"/>
          <p:cNvSpPr/>
          <p:nvPr/>
        </p:nvSpPr>
        <p:spPr>
          <a:xfrm>
            <a:off x="326366" y="1044024"/>
            <a:ext cx="8229600" cy="2571750"/>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000000"/>
                </a:solidFill>
                <a:latin typeface="Arial"/>
                <a:ea typeface="Arial" pitchFamily="34" charset="-122"/>
                <a:cs typeface="Arial"/>
              </a:rPr>
              <a:t>Over the last decade, cyber-attacks like Stuxnet proved that malware attacks could successfully destroy or interrupt critical infrastructures. </a:t>
            </a:r>
            <a:endParaRPr lang="en-US" dirty="0">
              <a:solidFill>
                <a:srgbClr val="000000"/>
              </a:solidFill>
              <a:latin typeface="Calibri" panose="020F0502020204030204"/>
              <a:ea typeface="Arial" pitchFamily="34" charset="-122"/>
              <a:cs typeface="Calibri" panose="020F0502020204030204"/>
            </a:endParaRPr>
          </a:p>
          <a:p>
            <a:pPr marL="742950" lvl="1" indent="-285750">
              <a:buFont typeface="Arial"/>
              <a:buChar char="•"/>
            </a:pPr>
            <a:r>
              <a:rPr lang="en-US" sz="1400" dirty="0">
                <a:solidFill>
                  <a:srgbClr val="000000"/>
                </a:solidFill>
                <a:latin typeface="Arial"/>
                <a:ea typeface="Arial" pitchFamily="34" charset="-122"/>
                <a:cs typeface="Arial"/>
              </a:rPr>
              <a:t>The Stuxnet worm targeted Supervisory Control And Data Acquisition (SCADA) systems used to control and monitor industrial processes. SCADA and other Industrial Control </a:t>
            </a:r>
            <a:r>
              <a:rPr lang="en-US" sz="1400">
                <a:solidFill>
                  <a:srgbClr val="000000"/>
                </a:solidFill>
                <a:latin typeface="Arial"/>
                <a:ea typeface="Arial" pitchFamily="34" charset="-122"/>
                <a:cs typeface="Arial"/>
              </a:rPr>
              <a:t>Systems (ICSs) are used in manufacturing, production, energy, and communications </a:t>
            </a:r>
            <a:r>
              <a:rPr lang="en-US" sz="1400" dirty="0">
                <a:solidFill>
                  <a:srgbClr val="000000"/>
                </a:solidFill>
                <a:latin typeface="Arial"/>
                <a:ea typeface="Arial" pitchFamily="34" charset="-122"/>
                <a:cs typeface="Arial"/>
              </a:rPr>
              <a:t>systems.</a:t>
            </a:r>
            <a:endParaRPr lang="en-US" dirty="0">
              <a:cs typeface="Calibri" panose="020F0502020204030204"/>
            </a:endParaRPr>
          </a:p>
          <a:p>
            <a:endParaRPr lang="en-US" sz="1400" dirty="0">
              <a:solidFill>
                <a:srgbClr val="000000"/>
              </a:solidFill>
              <a:latin typeface="Arial"/>
              <a:ea typeface="Arial" pitchFamily="34" charset="-122"/>
              <a:cs typeface="Arial"/>
            </a:endParaRPr>
          </a:p>
          <a:p>
            <a:r>
              <a:rPr lang="en-US" sz="1400" dirty="0">
                <a:solidFill>
                  <a:srgbClr val="000000"/>
                </a:solidFill>
                <a:latin typeface="Arial"/>
                <a:ea typeface="Arial" pitchFamily="34" charset="-122"/>
                <a:cs typeface="Arial"/>
              </a:rPr>
              <a:t>How can cyber-attacks like these impact industry sectors and what action can be taken to prevent such attacks from occurring?</a:t>
            </a:r>
            <a:endParaRPr lang="en-US" dirty="0"/>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119</a:t>
            </a:fld>
            <a:endParaRPr lang="en-US"/>
          </a:p>
        </p:txBody>
      </p:sp>
    </p:spTree>
    <p:extLst>
      <p:ext uri="{BB962C8B-B14F-4D97-AF65-F5344CB8AC3E}">
        <p14:creationId xmlns:p14="http://schemas.microsoft.com/office/powerpoint/2010/main" val="347849883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Embedded and Specialized Systems</a:t>
            </a:r>
            <a:endParaRPr lang="en-US" sz="1600" dirty="0"/>
          </a:p>
        </p:txBody>
      </p:sp>
      <p:sp>
        <p:nvSpPr>
          <p:cNvPr id="3" name="Text 0"/>
          <p:cNvSpPr>
            <a:spLocks noGrp="1"/>
          </p:cNvSpPr>
          <p:nvPr>
            <p:ph type="body" idx="100" hasCustomPrompt="1"/>
          </p:nvPr>
        </p:nvSpPr>
        <p:spPr>
          <a:xfrm>
            <a:off x="0" y="274320"/>
            <a:ext cx="9144000" cy="41148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Threats to Key Industry Sectors (Cont.)</a:t>
            </a:r>
            <a:endParaRPr lang="en-US" sz="2200" dirty="0"/>
          </a:p>
        </p:txBody>
      </p:sp>
      <p:sp>
        <p:nvSpPr>
          <p:cNvPr id="5" name="Text 2"/>
          <p:cNvSpPr/>
          <p:nvPr/>
        </p:nvSpPr>
        <p:spPr>
          <a:xfrm>
            <a:off x="363237" y="1099330"/>
            <a:ext cx="8229600" cy="2571750"/>
          </a:xfrm>
          <a:prstGeom prst="rect">
            <a:avLst/>
          </a:prstGeom>
          <a:noFill/>
          <a:ln/>
        </p:spPr>
        <p:txBody>
          <a:bodyPr wrap="square" lIns="91440" tIns="45720" rIns="91440" bIns="45720" rtlCol="0" anchor="t"/>
          <a:lstStyle/>
          <a:p>
            <a:r>
              <a:rPr lang="en-US" sz="1400" b="1" dirty="0">
                <a:solidFill>
                  <a:srgbClr val="000000"/>
                </a:solidFill>
                <a:latin typeface="Arial"/>
                <a:ea typeface="Arial" pitchFamily="34" charset="-122"/>
                <a:cs typeface="Arial"/>
              </a:rPr>
              <a:t>Stuxnet:</a:t>
            </a:r>
            <a:r>
              <a:rPr lang="en-US" sz="1400" dirty="0">
                <a:solidFill>
                  <a:srgbClr val="000000"/>
                </a:solidFill>
                <a:latin typeface="Arial"/>
                <a:ea typeface="Arial" pitchFamily="34" charset="-122"/>
                <a:cs typeface="Arial"/>
              </a:rPr>
              <a:t> A cyber-attack like this could bring down or interrupt vital facilities like telecommunications, transportation systems or electrical power plants. It could also interrupt the financial services sector.</a:t>
            </a:r>
            <a:endParaRPr lang="en-US" dirty="0"/>
          </a:p>
          <a:p>
            <a:endParaRPr lang="en-US" sz="1400" dirty="0">
              <a:solidFill>
                <a:srgbClr val="000000"/>
              </a:solidFill>
              <a:latin typeface="Arial"/>
              <a:ea typeface="Arial" pitchFamily="34" charset="-122"/>
              <a:cs typeface="Arial"/>
            </a:endParaRPr>
          </a:p>
          <a:p>
            <a:pPr marL="285750" indent="-285750">
              <a:buFont typeface="Arial"/>
              <a:buChar char="•"/>
            </a:pPr>
            <a:r>
              <a:rPr lang="en-US" sz="1400" dirty="0">
                <a:solidFill>
                  <a:srgbClr val="000000"/>
                </a:solidFill>
                <a:latin typeface="Arial"/>
                <a:ea typeface="Arial" pitchFamily="34" charset="-122"/>
                <a:cs typeface="Arial"/>
              </a:rPr>
              <a:t>Environments that use SCADA are vulnerable. </a:t>
            </a:r>
          </a:p>
          <a:p>
            <a:pPr marL="285750" indent="-285750">
              <a:buFont typeface="Arial"/>
              <a:buChar char="•"/>
            </a:pPr>
            <a:r>
              <a:rPr lang="en-US" sz="1400" dirty="0">
                <a:solidFill>
                  <a:srgbClr val="000000"/>
                </a:solidFill>
                <a:latin typeface="Arial"/>
                <a:ea typeface="Arial" pitchFamily="34" charset="-122"/>
                <a:cs typeface="Arial"/>
              </a:rPr>
              <a:t>When the SCADA architecture was first being developed, designers did not connect it to the traditional IT environment and the Internet. </a:t>
            </a:r>
          </a:p>
          <a:p>
            <a:pPr marL="285750" indent="-285750">
              <a:buFont typeface="Arial"/>
              <a:buChar char="•"/>
            </a:pPr>
            <a:r>
              <a:rPr lang="en-US" sz="1400" dirty="0">
                <a:solidFill>
                  <a:srgbClr val="000000"/>
                </a:solidFill>
                <a:latin typeface="Arial"/>
                <a:ea typeface="Arial" pitchFamily="34" charset="-122"/>
                <a:cs typeface="Arial"/>
              </a:rPr>
              <a:t>Therefore, they did not properly consider cybersecurity during the development phase of these systems. </a:t>
            </a:r>
            <a:endParaRPr lang="en-US" dirty="0">
              <a:solidFill>
                <a:srgbClr val="000000"/>
              </a:solidFill>
              <a:latin typeface="Calibri" panose="020F0502020204030204"/>
              <a:ea typeface="Arial" pitchFamily="34" charset="-122"/>
              <a:cs typeface="Calibri"/>
            </a:endParaRPr>
          </a:p>
          <a:p>
            <a:pPr marL="285750" indent="-285750">
              <a:buFont typeface="Arial"/>
              <a:buChar char="•"/>
            </a:pPr>
            <a:r>
              <a:rPr lang="en-US" sz="1400" dirty="0">
                <a:solidFill>
                  <a:srgbClr val="000000"/>
                </a:solidFill>
                <a:latin typeface="Arial"/>
                <a:ea typeface="Arial" pitchFamily="34" charset="-122"/>
                <a:cs typeface="Arial"/>
              </a:rPr>
              <a:t>To prevent attacks on these systems, you should segregate internal and external networks to separate the SCADA network from the organization’s LAN.</a:t>
            </a:r>
            <a:endParaRPr lang="en-US" dirty="0">
              <a:cs typeface="Calibri"/>
            </a:endParaRPr>
          </a:p>
          <a:p>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120</a:t>
            </a:fld>
            <a:endParaRPr lang="en-US"/>
          </a:p>
        </p:txBody>
      </p:sp>
    </p:spTree>
    <p:extLst>
      <p:ext uri="{BB962C8B-B14F-4D97-AF65-F5344CB8AC3E}">
        <p14:creationId xmlns:p14="http://schemas.microsoft.com/office/powerpoint/2010/main" val="288240054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Embedded and Specialized Systems</a:t>
            </a:r>
            <a:endParaRPr lang="en-US" sz="1600" dirty="0"/>
          </a:p>
        </p:txBody>
      </p:sp>
      <p:sp>
        <p:nvSpPr>
          <p:cNvPr id="3" name="Text 0"/>
          <p:cNvSpPr>
            <a:spLocks noGrp="1"/>
          </p:cNvSpPr>
          <p:nvPr>
            <p:ph type="body" idx="100" hasCustomPrompt="1"/>
          </p:nvPr>
        </p:nvSpPr>
        <p:spPr>
          <a:xfrm>
            <a:off x="0" y="274320"/>
            <a:ext cx="9144000" cy="41148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The Emergence of the Internet of Things</a:t>
            </a:r>
            <a:endParaRPr lang="en-US" sz="2200" dirty="0"/>
          </a:p>
        </p:txBody>
      </p:sp>
      <p:sp>
        <p:nvSpPr>
          <p:cNvPr id="5" name="Text 2"/>
          <p:cNvSpPr/>
          <p:nvPr/>
        </p:nvSpPr>
        <p:spPr>
          <a:xfrm>
            <a:off x="381672" y="1136201"/>
            <a:ext cx="8229600" cy="2571750"/>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000000"/>
                </a:solidFill>
                <a:latin typeface="Arial"/>
                <a:ea typeface="Arial" pitchFamily="34" charset="-122"/>
                <a:cs typeface="Arial"/>
              </a:rPr>
              <a:t>The Internet of Things (IoT) is the collection of technologies that enable various devices to connect to the Internet. </a:t>
            </a:r>
            <a:endParaRPr lang="en-US" dirty="0">
              <a:solidFill>
                <a:srgbClr val="000000"/>
              </a:solidFill>
              <a:latin typeface="Calibri"/>
              <a:ea typeface="Arial" pitchFamily="34" charset="-122"/>
              <a:cs typeface="Calibri"/>
            </a:endParaRPr>
          </a:p>
          <a:p>
            <a:pPr marL="285750" indent="-285750">
              <a:buFont typeface="Arial"/>
              <a:buChar char="•"/>
            </a:pPr>
            <a:r>
              <a:rPr lang="en-US" sz="1400" dirty="0">
                <a:solidFill>
                  <a:srgbClr val="000000"/>
                </a:solidFill>
                <a:latin typeface="Arial"/>
                <a:ea typeface="Arial" pitchFamily="34" charset="-122"/>
                <a:cs typeface="Arial"/>
              </a:rPr>
              <a:t>IoT technologies enable people to connect billions of devices, such as cars, industrial machines, robots, appliances, locks, motors and entertainment devices, to name just a few. </a:t>
            </a:r>
          </a:p>
          <a:p>
            <a:pPr marL="285750" indent="-285750">
              <a:buFont typeface="Arial"/>
              <a:buChar char="•"/>
            </a:pPr>
            <a:r>
              <a:rPr lang="en-US" sz="1400" dirty="0">
                <a:solidFill>
                  <a:srgbClr val="000000"/>
                </a:solidFill>
                <a:latin typeface="Arial"/>
                <a:ea typeface="Arial" pitchFamily="34" charset="-122"/>
                <a:cs typeface="Arial"/>
              </a:rPr>
              <a:t>With the emergence of IoT, there is much more data to be managed and secured. </a:t>
            </a:r>
            <a:endParaRPr lang="en-US" dirty="0">
              <a:solidFill>
                <a:srgbClr val="000000"/>
              </a:solidFill>
              <a:latin typeface="Calibri" panose="020F0502020204030204"/>
              <a:ea typeface="Arial" pitchFamily="34" charset="-122"/>
              <a:cs typeface="Calibri"/>
            </a:endParaRPr>
          </a:p>
          <a:p>
            <a:pPr marL="285750" indent="-285750">
              <a:buFont typeface="Arial"/>
              <a:buChar char="•"/>
            </a:pPr>
            <a:r>
              <a:rPr lang="en-US" sz="1400" dirty="0">
                <a:solidFill>
                  <a:srgbClr val="000000"/>
                </a:solidFill>
                <a:latin typeface="Arial"/>
                <a:ea typeface="Arial" pitchFamily="34" charset="-122"/>
                <a:cs typeface="Arial"/>
              </a:rPr>
              <a:t>IoT devices greatly expand the cyber attack surface. </a:t>
            </a:r>
            <a:endParaRPr lang="en-US" dirty="0">
              <a:solidFill>
                <a:srgbClr val="000000"/>
              </a:solidFill>
              <a:latin typeface="Calibri" panose="020F0502020204030204"/>
              <a:ea typeface="Arial" pitchFamily="34" charset="-122"/>
              <a:cs typeface="Calibri"/>
            </a:endParaRPr>
          </a:p>
          <a:p>
            <a:pPr marL="285750" indent="-285750">
              <a:buFont typeface="Arial"/>
              <a:buChar char="•"/>
            </a:pPr>
            <a:r>
              <a:rPr lang="en-US" sz="1400" dirty="0">
                <a:solidFill>
                  <a:srgbClr val="000000"/>
                </a:solidFill>
                <a:latin typeface="Arial"/>
                <a:ea typeface="Arial" pitchFamily="34" charset="-122"/>
                <a:cs typeface="Arial"/>
              </a:rPr>
              <a:t>In the IoT, thousands of new devices require access to networks to submit data and be managed and operated. </a:t>
            </a:r>
            <a:endParaRPr lang="en-US" dirty="0">
              <a:solidFill>
                <a:srgbClr val="000000"/>
              </a:solidFill>
              <a:latin typeface="Calibri" panose="020F0502020204030204"/>
              <a:ea typeface="Arial" pitchFamily="34" charset="-122"/>
              <a:cs typeface="Calibri"/>
            </a:endParaRPr>
          </a:p>
          <a:p>
            <a:pPr marL="285750" indent="-285750">
              <a:buFont typeface="Arial"/>
              <a:buChar char="•"/>
            </a:pPr>
            <a:r>
              <a:rPr lang="en-US" sz="1400" dirty="0">
                <a:solidFill>
                  <a:srgbClr val="000000"/>
                </a:solidFill>
                <a:latin typeface="Arial"/>
                <a:ea typeface="Arial" pitchFamily="34" charset="-122"/>
                <a:cs typeface="Arial"/>
              </a:rPr>
              <a:t>Internet-connected smart devices have been infected with malware and used to launch some of the largest DDoS attacks in history. </a:t>
            </a: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121</a:t>
            </a:fld>
            <a:endParaRPr lang="en-US"/>
          </a:p>
        </p:txBody>
      </p:sp>
    </p:spTree>
    <p:extLst>
      <p:ext uri="{BB962C8B-B14F-4D97-AF65-F5344CB8AC3E}">
        <p14:creationId xmlns:p14="http://schemas.microsoft.com/office/powerpoint/2010/main" val="345196089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Embedded and Specialized Systems</a:t>
            </a:r>
            <a:endParaRPr lang="en-US" sz="1600" dirty="0"/>
          </a:p>
        </p:txBody>
      </p:sp>
      <p:sp>
        <p:nvSpPr>
          <p:cNvPr id="3" name="Text 0"/>
          <p:cNvSpPr>
            <a:spLocks noGrp="1"/>
          </p:cNvSpPr>
          <p:nvPr>
            <p:ph type="body" idx="100" hasCustomPrompt="1"/>
          </p:nvPr>
        </p:nvSpPr>
        <p:spPr>
          <a:xfrm>
            <a:off x="0" y="274320"/>
            <a:ext cx="9144000" cy="439358"/>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Embedded Systems</a:t>
            </a:r>
            <a:endParaRPr lang="en-US" sz="2200" dirty="0"/>
          </a:p>
        </p:txBody>
      </p:sp>
      <p:sp>
        <p:nvSpPr>
          <p:cNvPr id="5" name="Text 2"/>
          <p:cNvSpPr/>
          <p:nvPr/>
        </p:nvSpPr>
        <p:spPr>
          <a:xfrm>
            <a:off x="363237" y="1056123"/>
            <a:ext cx="8229600" cy="3283860"/>
          </a:xfrm>
          <a:prstGeom prst="rect">
            <a:avLst/>
          </a:prstGeom>
          <a:noFill/>
          <a:ln/>
        </p:spPr>
        <p:txBody>
          <a:bodyPr wrap="square" lIns="91440" tIns="45720" rIns="91440" bIns="45720" rtlCol="0" anchor="t"/>
          <a:lstStyle/>
          <a:p>
            <a:pPr marL="285750" indent="-285750">
              <a:lnSpc>
                <a:spcPts val="2000"/>
              </a:lnSpc>
              <a:buFont typeface="Arial"/>
              <a:buChar char="•"/>
            </a:pPr>
            <a:r>
              <a:rPr lang="en-US" sz="1400" dirty="0">
                <a:solidFill>
                  <a:srgbClr val="000000"/>
                </a:solidFill>
                <a:latin typeface="Arial"/>
                <a:cs typeface="Arial"/>
              </a:rPr>
              <a:t>Embedded systems capture, store and access data. They pose unique security challenges due to their widespread adoption by both the corporate and the consumer world. They are used in smart </a:t>
            </a:r>
            <a:r>
              <a:rPr lang="en-US" sz="1400">
                <a:solidFill>
                  <a:srgbClr val="000000"/>
                </a:solidFill>
                <a:latin typeface="Arial"/>
                <a:cs typeface="Arial"/>
              </a:rPr>
              <a:t>TVs, HVAC control systems, medical devices, and even automobiles.</a:t>
            </a:r>
            <a:endParaRPr lang="en-US">
              <a:solidFill>
                <a:srgbClr val="000000"/>
              </a:solidFill>
              <a:latin typeface="Calibri" panose="020F0502020204030204"/>
              <a:cs typeface="Calibri" panose="020F0502020204030204"/>
            </a:endParaRPr>
          </a:p>
          <a:p>
            <a:pPr>
              <a:lnSpc>
                <a:spcPts val="2000"/>
              </a:lnSpc>
            </a:pPr>
            <a:endParaRPr lang="en-US" sz="1400" b="1" dirty="0">
              <a:latin typeface="Arial"/>
              <a:cs typeface="Arial"/>
            </a:endParaRPr>
          </a:p>
          <a:p>
            <a:pPr>
              <a:lnSpc>
                <a:spcPts val="2000"/>
              </a:lnSpc>
            </a:pPr>
            <a:r>
              <a:rPr lang="en-US" sz="1400" b="1" dirty="0">
                <a:latin typeface="Arial"/>
                <a:cs typeface="Arial"/>
              </a:rPr>
              <a:t>Why are embedded systems vulnerable to attack? </a:t>
            </a:r>
          </a:p>
          <a:p>
            <a:pPr marL="285750" indent="-285750">
              <a:buFont typeface="Arial"/>
              <a:buChar char="•"/>
            </a:pPr>
            <a:r>
              <a:rPr lang="en-US" sz="1400" dirty="0">
                <a:latin typeface="Arial"/>
                <a:cs typeface="Arial"/>
              </a:rPr>
              <a:t>Attacks against embedded systems exploit security vulnerabilities in the software and hardware components. </a:t>
            </a:r>
            <a:endParaRPr lang="en-US" dirty="0">
              <a:latin typeface="Calibri" panose="020F0502020204030204"/>
              <a:cs typeface="Calibri" panose="020F0502020204030204"/>
            </a:endParaRPr>
          </a:p>
          <a:p>
            <a:pPr marL="742950" lvl="1" indent="-285750">
              <a:buFont typeface="Arial"/>
              <a:buChar char="•"/>
            </a:pPr>
            <a:r>
              <a:rPr lang="en-US" sz="1400" dirty="0">
                <a:latin typeface="Arial"/>
                <a:cs typeface="Arial"/>
              </a:rPr>
              <a:t>They are susceptible to timing attacks, whereby attackers discover vulnerabilities by studying how long it takes the system to respond to different inputs.</a:t>
            </a:r>
            <a:endParaRPr lang="en-US" dirty="0">
              <a:latin typeface="Calibri"/>
              <a:cs typeface="Calibri"/>
            </a:endParaRPr>
          </a:p>
          <a:p>
            <a:pPr marL="742950" lvl="1" indent="-285750">
              <a:buFont typeface="Arial"/>
              <a:buChar char="•"/>
            </a:pPr>
            <a:r>
              <a:rPr lang="en-US" sz="1400" dirty="0">
                <a:latin typeface="Arial"/>
                <a:cs typeface="Arial"/>
              </a:rPr>
              <a:t>A timing attack is considered a side-channel attack.</a:t>
            </a:r>
            <a:endParaRPr lang="en-US" dirty="0">
              <a:latin typeface="Calibri" panose="020F0502020204030204"/>
              <a:cs typeface="Calibri"/>
            </a:endParaRPr>
          </a:p>
          <a:p>
            <a:pPr marL="1200150" lvl="2" indent="-285750">
              <a:buFont typeface="Arial"/>
              <a:buChar char="•"/>
            </a:pPr>
            <a:r>
              <a:rPr lang="en-US" sz="1400" dirty="0">
                <a:latin typeface="Arial"/>
                <a:cs typeface="Arial"/>
              </a:rPr>
              <a:t>This type of attack is based on information gained from the implementation of a system, rather than on weaknesses in the software.</a:t>
            </a:r>
            <a:endParaRPr lang="en-US" dirty="0">
              <a:latin typeface="Calibri" panose="020F0502020204030204"/>
              <a:cs typeface="Calibri"/>
            </a:endParaRPr>
          </a:p>
          <a:p>
            <a:pPr marL="1200150" lvl="2" indent="-285750">
              <a:buFont typeface="Arial"/>
              <a:buChar char="•"/>
            </a:pPr>
            <a:r>
              <a:rPr lang="en-US" sz="1400">
                <a:latin typeface="Arial"/>
                <a:cs typeface="Arial"/>
              </a:rPr>
              <a:t>Timing information, power consumption, electromagnetic leaks, or even sound can be </a:t>
            </a:r>
            <a:r>
              <a:rPr lang="en-US" sz="1400" dirty="0">
                <a:latin typeface="Arial"/>
                <a:cs typeface="Arial"/>
              </a:rPr>
              <a:t>that source of information.</a:t>
            </a:r>
            <a:endParaRPr lang="en-US" dirty="0">
              <a:cs typeface="Calibri"/>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122</a:t>
            </a:fld>
            <a:endParaRPr lang="en-US"/>
          </a:p>
        </p:txBody>
      </p:sp>
    </p:spTree>
    <p:extLst>
      <p:ext uri="{BB962C8B-B14F-4D97-AF65-F5344CB8AC3E}">
        <p14:creationId xmlns:p14="http://schemas.microsoft.com/office/powerpoint/2010/main" val="225429096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Embedded and Specialized Systems</a:t>
            </a:r>
            <a:endParaRPr lang="en-US" sz="1600" dirty="0"/>
          </a:p>
        </p:txBody>
      </p:sp>
      <p:sp>
        <p:nvSpPr>
          <p:cNvPr id="3" name="Text 0"/>
          <p:cNvSpPr>
            <a:spLocks noGrp="1"/>
          </p:cNvSpPr>
          <p:nvPr>
            <p:ph type="body" idx="100" hasCustomPrompt="1"/>
          </p:nvPr>
        </p:nvSpPr>
        <p:spPr>
          <a:xfrm>
            <a:off x="0" y="274320"/>
            <a:ext cx="9144000" cy="511841"/>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Embedded Systems (Cont.)</a:t>
            </a:r>
            <a:endParaRPr lang="en-US" sz="2200" dirty="0"/>
          </a:p>
        </p:txBody>
      </p:sp>
      <p:sp>
        <p:nvSpPr>
          <p:cNvPr id="5" name="Text 2"/>
          <p:cNvSpPr/>
          <p:nvPr/>
        </p:nvSpPr>
        <p:spPr>
          <a:xfrm>
            <a:off x="455414" y="1182291"/>
            <a:ext cx="8229600" cy="2935018"/>
          </a:xfrm>
          <a:prstGeom prst="rect">
            <a:avLst/>
          </a:prstGeom>
          <a:noFill/>
          <a:ln/>
        </p:spPr>
        <p:txBody>
          <a:bodyPr wrap="square" lIns="91440" tIns="45720" rIns="91440" bIns="45720" rtlCol="0" anchor="t"/>
          <a:lstStyle/>
          <a:p>
            <a:r>
              <a:rPr lang="en-US" sz="1400" b="1" dirty="0">
                <a:solidFill>
                  <a:srgbClr val="000000"/>
                </a:solidFill>
                <a:latin typeface="Arial"/>
                <a:cs typeface="Arial"/>
              </a:rPr>
              <a:t>How can embedded systems be protected? </a:t>
            </a:r>
            <a:endParaRPr lang="en-US" dirty="0">
              <a:solidFill>
                <a:srgbClr val="000000"/>
              </a:solidFill>
              <a:latin typeface="Calibri" panose="020F0502020204030204"/>
              <a:cs typeface="Calibri" panose="020F0502020204030204"/>
            </a:endParaRPr>
          </a:p>
          <a:p>
            <a:pPr marL="285750" indent="-285750">
              <a:buFont typeface="Arial"/>
              <a:buChar char="•"/>
            </a:pPr>
            <a:r>
              <a:rPr lang="en-US" sz="1400" dirty="0">
                <a:solidFill>
                  <a:srgbClr val="000000"/>
                </a:solidFill>
                <a:latin typeface="Arial"/>
                <a:cs typeface="Arial"/>
              </a:rPr>
              <a:t>One technique is to use System on Chip (SoC) technology. SoC technology is a Small Form Factor (SFF) hardware module — customer-grade examples include devices such as Raspberry Pi and Arduino. These devices </a:t>
            </a:r>
            <a:r>
              <a:rPr lang="en-US" sz="1400" dirty="0">
                <a:latin typeface="Arial"/>
                <a:cs typeface="Arial"/>
              </a:rPr>
              <a:t>are single-board computers that can be implemented using a Field-Programmable Gate Array (FGPA), an integrated circuit that can be programmed or modified in the field. This means that the user can make changes after deploying the device.</a:t>
            </a:r>
            <a:endParaRPr lang="en-US" dirty="0">
              <a:latin typeface="Calibri" panose="020F0502020204030204"/>
              <a:cs typeface="Calibri"/>
            </a:endParaRP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These devices have good processing power delivered in a small footprint.</a:t>
            </a:r>
            <a:endParaRPr lang="en-US" dirty="0">
              <a:latin typeface="Calibri" panose="020F0502020204030204"/>
              <a:cs typeface="Calibri"/>
            </a:endParaRPr>
          </a:p>
          <a:p>
            <a:pPr marL="285750" indent="-285750">
              <a:buFont typeface="Arial"/>
              <a:buChar char="•"/>
            </a:pPr>
            <a:r>
              <a:rPr lang="en-US" sz="1400" dirty="0">
                <a:latin typeface="Arial"/>
                <a:cs typeface="Arial"/>
              </a:rPr>
              <a:t>SoC integrates a microcontroller, an application or microprocessor, and peripherals such as a GPU, a Wi-Fi module or a coprocessor.</a:t>
            </a:r>
            <a:endParaRPr lang="en-US" dirty="0">
              <a:latin typeface="Calibri"/>
              <a:cs typeface="Calibri"/>
            </a:endParaRPr>
          </a:p>
          <a:p>
            <a:pPr marL="285750" indent="-285750">
              <a:buFont typeface="Arial"/>
              <a:buChar char="•"/>
            </a:pPr>
            <a:r>
              <a:rPr lang="en-US" sz="1400" dirty="0">
                <a:latin typeface="Arial"/>
                <a:cs typeface="Arial"/>
              </a:rPr>
              <a:t>Many of these SoC devices have poor authentication and/or they cannot be upgraded or patched.</a:t>
            </a:r>
            <a:endParaRPr lang="en-US" dirty="0">
              <a:latin typeface="Calibri" panose="020F0502020204030204"/>
              <a:cs typeface="Calibri"/>
            </a:endParaRPr>
          </a:p>
          <a:p>
            <a:pPr marL="742950" lvl="1" indent="-285750">
              <a:buFont typeface="Arial"/>
              <a:buChar char="•"/>
            </a:pPr>
            <a:r>
              <a:rPr lang="en-US" sz="1400" dirty="0">
                <a:latin typeface="Arial"/>
                <a:cs typeface="Arial"/>
              </a:rPr>
              <a:t>Due to the nature of these devices, a level of implied trust is necessary since there is no formal program in place to verify security controls.</a:t>
            </a:r>
            <a:endParaRPr lang="en-US" dirty="0">
              <a:cs typeface="Calibri"/>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123</a:t>
            </a:fld>
            <a:endParaRPr lang="en-US"/>
          </a:p>
        </p:txBody>
      </p:sp>
    </p:spTree>
    <p:extLst>
      <p:ext uri="{BB962C8B-B14F-4D97-AF65-F5344CB8AC3E}">
        <p14:creationId xmlns:p14="http://schemas.microsoft.com/office/powerpoint/2010/main" val="145276328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Embedded and Specialized Systems</a:t>
            </a:r>
            <a:endParaRPr lang="en-US" sz="1600" dirty="0"/>
          </a:p>
        </p:txBody>
      </p:sp>
      <p:sp>
        <p:nvSpPr>
          <p:cNvPr id="3" name="Text 0"/>
          <p:cNvSpPr>
            <a:spLocks noGrp="1"/>
          </p:cNvSpPr>
          <p:nvPr>
            <p:ph type="body" idx="100" hasCustomPrompt="1"/>
          </p:nvPr>
        </p:nvSpPr>
        <p:spPr>
          <a:xfrm>
            <a:off x="0" y="274320"/>
            <a:ext cx="9144000" cy="467552"/>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The Internet of Things (IoT)</a:t>
            </a:r>
            <a:endParaRPr lang="en-US" sz="2200" dirty="0"/>
          </a:p>
        </p:txBody>
      </p:sp>
      <p:sp>
        <p:nvSpPr>
          <p:cNvPr id="5" name="Text 2"/>
          <p:cNvSpPr/>
          <p:nvPr/>
        </p:nvSpPr>
        <p:spPr>
          <a:xfrm>
            <a:off x="381672" y="1108549"/>
            <a:ext cx="8229600" cy="2571750"/>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000000"/>
                </a:solidFill>
                <a:latin typeface="Arial"/>
                <a:ea typeface="Arial" pitchFamily="34" charset="-122"/>
                <a:cs typeface="Arial"/>
              </a:rPr>
              <a:t>The deployment and use of intelligent devices and sensors is one of the fastest growing sectors of information technology. The computer industry brands this sector as the Internet of Things (IoT).</a:t>
            </a:r>
            <a:endParaRPr lang="en-US" dirty="0">
              <a:cs typeface="Calibri" panose="020F0502020204030204"/>
            </a:endParaRPr>
          </a:p>
          <a:p>
            <a:endParaRPr lang="en-US" sz="1400" dirty="0">
              <a:solidFill>
                <a:srgbClr val="000000"/>
              </a:solidFill>
              <a:latin typeface="Arial"/>
              <a:ea typeface="Arial" pitchFamily="34" charset="-122"/>
              <a:cs typeface="Arial"/>
            </a:endParaRPr>
          </a:p>
          <a:p>
            <a:pPr marL="285750" indent="-285750">
              <a:buFont typeface="Arial"/>
              <a:buChar char="•"/>
            </a:pPr>
            <a:r>
              <a:rPr lang="en-US" sz="1400" dirty="0">
                <a:solidFill>
                  <a:srgbClr val="000000"/>
                </a:solidFill>
                <a:latin typeface="Arial"/>
                <a:ea typeface="Arial" pitchFamily="34" charset="-122"/>
                <a:cs typeface="Arial"/>
              </a:rPr>
              <a:t>Businesses and consumers use IoT devices to automate processes, monitor environmental </a:t>
            </a:r>
            <a:r>
              <a:rPr lang="en-US" sz="1400">
                <a:solidFill>
                  <a:srgbClr val="000000"/>
                </a:solidFill>
                <a:latin typeface="Arial"/>
                <a:ea typeface="Arial" pitchFamily="34" charset="-122"/>
                <a:cs typeface="Arial"/>
              </a:rPr>
              <a:t>conditions, and alert the user of adverse conditions. </a:t>
            </a:r>
            <a:endParaRPr lang="en-US">
              <a:solidFill>
                <a:srgbClr val="000000"/>
              </a:solidFill>
              <a:latin typeface="Calibri" panose="020F0502020204030204"/>
              <a:ea typeface="Arial" pitchFamily="34" charset="-122"/>
              <a:cs typeface="Calibri"/>
            </a:endParaRPr>
          </a:p>
          <a:p>
            <a:pPr marL="742950" lvl="1" indent="-285750">
              <a:buFont typeface="Arial"/>
              <a:buChar char="•"/>
            </a:pPr>
            <a:r>
              <a:rPr lang="en-US" sz="1400" dirty="0">
                <a:solidFill>
                  <a:srgbClr val="000000"/>
                </a:solidFill>
                <a:latin typeface="Arial"/>
                <a:ea typeface="Arial" pitchFamily="34" charset="-122"/>
                <a:cs typeface="Arial"/>
              </a:rPr>
              <a:t>Most IoT devices connect to a network via wireless technology. </a:t>
            </a:r>
            <a:endParaRPr lang="en-US">
              <a:solidFill>
                <a:srgbClr val="000000"/>
              </a:solidFill>
              <a:latin typeface="Calibri" panose="020F0502020204030204"/>
              <a:ea typeface="Arial" pitchFamily="34" charset="-122"/>
              <a:cs typeface="Calibri"/>
            </a:endParaRPr>
          </a:p>
          <a:p>
            <a:pPr marL="742950" lvl="1" indent="-285750">
              <a:buFont typeface="Arial"/>
              <a:buChar char="•"/>
            </a:pPr>
            <a:r>
              <a:rPr lang="en-US" sz="1400" dirty="0">
                <a:solidFill>
                  <a:srgbClr val="000000"/>
                </a:solidFill>
                <a:latin typeface="Arial"/>
                <a:ea typeface="Arial" pitchFamily="34" charset="-122"/>
                <a:cs typeface="Arial"/>
              </a:rPr>
              <a:t>These include cameras, door locks, proximity sensors, lights, and other sensors used to collect information about an environment or the status of a device. </a:t>
            </a:r>
            <a:endParaRPr lang="en-US">
              <a:solidFill>
                <a:srgbClr val="000000"/>
              </a:solidFill>
              <a:latin typeface="Calibri" panose="020F0502020204030204"/>
              <a:ea typeface="Arial" pitchFamily="34" charset="-122"/>
              <a:cs typeface="Calibri"/>
            </a:endParaRPr>
          </a:p>
          <a:p>
            <a:pPr marL="742950" lvl="1" indent="-285750">
              <a:buFont typeface="Arial"/>
              <a:buChar char="•"/>
            </a:pPr>
            <a:r>
              <a:rPr lang="en-US" sz="1400" dirty="0">
                <a:solidFill>
                  <a:srgbClr val="000000"/>
                </a:solidFill>
                <a:latin typeface="Arial"/>
                <a:ea typeface="Arial" pitchFamily="34" charset="-122"/>
                <a:cs typeface="Arial"/>
              </a:rPr>
              <a:t>Some manufacturers use IoT sensors to inform users that parts need to be replaced, components are </a:t>
            </a:r>
            <a:r>
              <a:rPr lang="en-US" sz="1400">
                <a:solidFill>
                  <a:srgbClr val="000000"/>
                </a:solidFill>
                <a:latin typeface="Arial"/>
                <a:ea typeface="Arial" pitchFamily="34" charset="-122"/>
                <a:cs typeface="Arial"/>
              </a:rPr>
              <a:t>failing,</a:t>
            </a:r>
            <a:r>
              <a:rPr lang="en-US" sz="1400" dirty="0">
                <a:solidFill>
                  <a:srgbClr val="000000"/>
                </a:solidFill>
                <a:latin typeface="Arial"/>
                <a:ea typeface="Arial" pitchFamily="34" charset="-122"/>
                <a:cs typeface="Arial"/>
              </a:rPr>
              <a:t> or supplies are running out.</a:t>
            </a:r>
            <a:endParaRPr lang="en-US">
              <a:cs typeface="Calibri"/>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124</a:t>
            </a:fld>
            <a:endParaRPr lang="en-US"/>
          </a:p>
        </p:txBody>
      </p:sp>
    </p:spTree>
    <p:extLst>
      <p:ext uri="{BB962C8B-B14F-4D97-AF65-F5344CB8AC3E}">
        <p14:creationId xmlns:p14="http://schemas.microsoft.com/office/powerpoint/2010/main" val="347289311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Embedded and Specialized Systems</a:t>
            </a:r>
            <a:endParaRPr lang="en-US" sz="1600" dirty="0"/>
          </a:p>
        </p:txBody>
      </p:sp>
      <p:sp>
        <p:nvSpPr>
          <p:cNvPr id="3" name="Text 0"/>
          <p:cNvSpPr>
            <a:spLocks noGrp="1"/>
          </p:cNvSpPr>
          <p:nvPr>
            <p:ph type="body" idx="100" hasCustomPrompt="1"/>
          </p:nvPr>
        </p:nvSpPr>
        <p:spPr>
          <a:xfrm>
            <a:off x="0" y="274320"/>
            <a:ext cx="9144000" cy="46166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The Internet of Things (IoT) (Cont.)</a:t>
            </a:r>
            <a:endParaRPr lang="en-US" sz="2200" dirty="0"/>
          </a:p>
        </p:txBody>
      </p:sp>
      <p:sp>
        <p:nvSpPr>
          <p:cNvPr id="5" name="Text 2"/>
          <p:cNvSpPr/>
          <p:nvPr/>
        </p:nvSpPr>
        <p:spPr>
          <a:xfrm>
            <a:off x="455414" y="1182291"/>
            <a:ext cx="8229600" cy="2571750"/>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000000"/>
                </a:solidFill>
                <a:latin typeface="Arial"/>
                <a:ea typeface="Arial" pitchFamily="34" charset="-122"/>
                <a:cs typeface="Arial"/>
              </a:rPr>
              <a:t>Organizations use IoT devices to track inventory, vehicles and personnel.</a:t>
            </a:r>
            <a:endParaRPr lang="en-US" dirty="0">
              <a:solidFill>
                <a:srgbClr val="000000"/>
              </a:solidFill>
              <a:latin typeface="Calibri" panose="020F0502020204030204"/>
              <a:ea typeface="Arial" pitchFamily="34" charset="-122"/>
              <a:cs typeface="Calibri" panose="020F0502020204030204"/>
            </a:endParaRPr>
          </a:p>
          <a:p>
            <a:pPr marL="285750" indent="-285750">
              <a:buFont typeface="Arial"/>
              <a:buChar char="•"/>
            </a:pPr>
            <a:r>
              <a:rPr lang="en-US" sz="1400" dirty="0">
                <a:solidFill>
                  <a:srgbClr val="000000"/>
                </a:solidFill>
                <a:latin typeface="Arial"/>
                <a:ea typeface="Arial" pitchFamily="34" charset="-122"/>
                <a:cs typeface="Arial"/>
              </a:rPr>
              <a:t>IoT devices contain geospatial sensors. </a:t>
            </a:r>
            <a:endParaRPr lang="en-US" dirty="0">
              <a:solidFill>
                <a:srgbClr val="000000"/>
              </a:solidFill>
              <a:latin typeface="Calibri" panose="020F0502020204030204"/>
              <a:ea typeface="Arial" pitchFamily="34" charset="-122"/>
              <a:cs typeface="Calibri" panose="020F0502020204030204"/>
            </a:endParaRPr>
          </a:p>
          <a:p>
            <a:pPr marL="742950" lvl="1" indent="-285750">
              <a:buFont typeface="Arial"/>
              <a:buChar char="•"/>
            </a:pPr>
            <a:r>
              <a:rPr lang="en-US" sz="1400" dirty="0">
                <a:solidFill>
                  <a:srgbClr val="000000"/>
                </a:solidFill>
                <a:latin typeface="Arial"/>
                <a:ea typeface="Arial" pitchFamily="34" charset="-122"/>
                <a:cs typeface="Arial"/>
              </a:rPr>
              <a:t>A user can globally locate, monitor and control environmental variables such as temperature, </a:t>
            </a:r>
            <a:r>
              <a:rPr lang="en-US" sz="1400">
                <a:solidFill>
                  <a:srgbClr val="000000"/>
                </a:solidFill>
                <a:latin typeface="Arial"/>
                <a:ea typeface="Arial" pitchFamily="34" charset="-122"/>
                <a:cs typeface="Arial"/>
              </a:rPr>
              <a:t>humidity, and lighting. </a:t>
            </a:r>
            <a:endParaRPr lang="en-US">
              <a:solidFill>
                <a:srgbClr val="000000"/>
              </a:solidFill>
              <a:latin typeface="Calibri" panose="020F0502020204030204"/>
              <a:ea typeface="Arial" pitchFamily="34" charset="-122"/>
              <a:cs typeface="Calibri" panose="020F0502020204030204"/>
            </a:endParaRPr>
          </a:p>
          <a:p>
            <a:pPr marL="742950" lvl="1" indent="-285750">
              <a:buFont typeface="Arial"/>
              <a:buChar char="•"/>
            </a:pPr>
            <a:r>
              <a:rPr lang="en-US" sz="1400" dirty="0">
                <a:solidFill>
                  <a:srgbClr val="000000"/>
                </a:solidFill>
                <a:latin typeface="Arial"/>
                <a:ea typeface="Arial" pitchFamily="34" charset="-122"/>
                <a:cs typeface="Arial"/>
              </a:rPr>
              <a:t>IoT applications use a Real-Time Operating System (RTOS), a small operating system that allows for the rapid switching of tasks that focus on timing rather than throughput. </a:t>
            </a:r>
          </a:p>
          <a:p>
            <a:pPr marL="742950" lvl="1" indent="-285750">
              <a:buFont typeface="Arial"/>
              <a:buChar char="•"/>
            </a:pPr>
            <a:endParaRPr lang="en-US" sz="1400" dirty="0">
              <a:solidFill>
                <a:srgbClr val="000000"/>
              </a:solidFill>
              <a:latin typeface="Arial"/>
              <a:ea typeface="Arial" pitchFamily="34" charset="-122"/>
              <a:cs typeface="Arial"/>
            </a:endParaRPr>
          </a:p>
          <a:p>
            <a:pPr marL="285750" indent="-285750">
              <a:buFont typeface="Arial"/>
              <a:buChar char="•"/>
            </a:pPr>
            <a:r>
              <a:rPr lang="en-US" sz="1400" dirty="0">
                <a:solidFill>
                  <a:srgbClr val="000000"/>
                </a:solidFill>
                <a:latin typeface="Arial"/>
                <a:ea typeface="Arial" pitchFamily="34" charset="-122"/>
                <a:cs typeface="Arial"/>
              </a:rPr>
              <a:t>The IoT industry poses a tremendous challenge to information security professionals because many IoT devices capture and transmit sensitive information. </a:t>
            </a:r>
            <a:endParaRPr lang="en-US" dirty="0">
              <a:solidFill>
                <a:srgbClr val="000000"/>
              </a:solidFill>
              <a:latin typeface="Calibri" panose="020F0502020204030204"/>
              <a:ea typeface="Arial" pitchFamily="34" charset="-122"/>
              <a:cs typeface="Calibri" panose="020F0502020204030204"/>
            </a:endParaRPr>
          </a:p>
          <a:p>
            <a:pPr marL="285750" indent="-285750">
              <a:buFont typeface="Arial"/>
              <a:buChar char="•"/>
            </a:pPr>
            <a:r>
              <a:rPr lang="en-US" sz="1400">
                <a:solidFill>
                  <a:srgbClr val="000000"/>
                </a:solidFill>
                <a:latin typeface="Arial"/>
                <a:ea typeface="Arial" pitchFamily="34" charset="-122"/>
                <a:cs typeface="Arial"/>
              </a:rPr>
              <a:t>Vulnerabilities associated with RTOS include code injection, DoS attacks, and priority inversion </a:t>
            </a:r>
            <a:r>
              <a:rPr lang="en-US" sz="1400" dirty="0">
                <a:solidFill>
                  <a:srgbClr val="000000"/>
                </a:solidFill>
                <a:latin typeface="Arial"/>
                <a:ea typeface="Arial" pitchFamily="34" charset="-122"/>
                <a:cs typeface="Arial"/>
              </a:rPr>
              <a:t>(where a higher priority task is pre-empted by a lower priority task). </a:t>
            </a:r>
            <a:endParaRPr lang="en-US">
              <a:cs typeface="Calibri" panose="020F0502020204030204"/>
            </a:endParaRPr>
          </a:p>
          <a:p>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125</a:t>
            </a:fld>
            <a:endParaRPr lang="en-US"/>
          </a:p>
        </p:txBody>
      </p:sp>
    </p:spTree>
    <p:extLst>
      <p:ext uri="{BB962C8B-B14F-4D97-AF65-F5344CB8AC3E}">
        <p14:creationId xmlns:p14="http://schemas.microsoft.com/office/powerpoint/2010/main" val="144124869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Embedded and Specialized Systems</a:t>
            </a:r>
            <a:endParaRPr lang="en-US" sz="1600" dirty="0"/>
          </a:p>
        </p:txBody>
      </p:sp>
      <p:sp>
        <p:nvSpPr>
          <p:cNvPr id="3" name="Text 0"/>
          <p:cNvSpPr>
            <a:spLocks noGrp="1"/>
          </p:cNvSpPr>
          <p:nvPr>
            <p:ph type="body" idx="100" hasCustomPrompt="1"/>
          </p:nvPr>
        </p:nvSpPr>
        <p:spPr>
          <a:xfrm>
            <a:off x="0" y="274320"/>
            <a:ext cx="9144000" cy="461660"/>
          </a:xfrm>
          <a:prstGeom prst="rect">
            <a:avLst/>
          </a:prstGeom>
          <a:noFill/>
          <a:ln/>
        </p:spPr>
        <p:txBody>
          <a:bodyPr wrap="square" lIns="91440" tIns="45720" rIns="91440" bIns="45720" rtlCol="0" anchor="t"/>
          <a:lstStyle/>
          <a:p>
            <a:r>
              <a:rPr lang="en-US">
                <a:latin typeface="Arial"/>
                <a:cs typeface="Arial"/>
              </a:rPr>
              <a:t>Securing IoT Devices</a:t>
            </a:r>
            <a:endParaRPr lang="en-US" sz="2200"/>
          </a:p>
        </p:txBody>
      </p:sp>
      <p:sp>
        <p:nvSpPr>
          <p:cNvPr id="5" name="Text 2"/>
          <p:cNvSpPr/>
          <p:nvPr/>
        </p:nvSpPr>
        <p:spPr>
          <a:xfrm>
            <a:off x="415168" y="1021305"/>
            <a:ext cx="8229600" cy="2571750"/>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ea typeface="Arial" pitchFamily="34" charset="-122"/>
                <a:cs typeface="Arial"/>
              </a:rPr>
              <a:t>Using an IoT scanner such as Shodan is an easy way to tell whether a home automation device is vulnerable to attack. </a:t>
            </a:r>
            <a:endParaRPr lang="en-US">
              <a:solidFill>
                <a:srgbClr val="000000"/>
              </a:solidFill>
              <a:latin typeface="Calibri" panose="020F0502020204030204"/>
              <a:ea typeface="Arial" pitchFamily="34" charset="-122"/>
              <a:cs typeface="Calibri" panose="020F0502020204030204"/>
            </a:endParaRPr>
          </a:p>
          <a:p>
            <a:pPr marL="285750" indent="-285750">
              <a:buFont typeface="Arial"/>
              <a:buChar char="•"/>
            </a:pPr>
            <a:r>
              <a:rPr lang="en-US" sz="1400">
                <a:solidFill>
                  <a:srgbClr val="000000"/>
                </a:solidFill>
                <a:latin typeface="Arial"/>
                <a:ea typeface="Arial" pitchFamily="34" charset="-122"/>
                <a:cs typeface="Arial"/>
              </a:rPr>
              <a:t>IoT devices communicate using short-range, medium-range, or long-range methods and include cellular (4G, 5G), radio, and Zigbee. </a:t>
            </a:r>
            <a:endParaRPr lang="en-US">
              <a:solidFill>
                <a:srgbClr val="000000"/>
              </a:solidFill>
              <a:latin typeface="Calibri" panose="020F0502020204030204"/>
              <a:ea typeface="Arial" pitchFamily="34" charset="-122"/>
              <a:cs typeface="Calibri" panose="020F0502020204030204"/>
            </a:endParaRPr>
          </a:p>
          <a:p>
            <a:pPr marL="285750" indent="-285750">
              <a:buFont typeface="Arial"/>
              <a:buChar char="•"/>
            </a:pPr>
            <a:r>
              <a:rPr lang="en-US" sz="1400">
                <a:solidFill>
                  <a:srgbClr val="000000"/>
                </a:solidFill>
                <a:latin typeface="Arial"/>
                <a:ea typeface="Arial" pitchFamily="34" charset="-122"/>
                <a:cs typeface="Arial"/>
              </a:rPr>
              <a:t>Zigbee is a wireless set of protocols for Wireless Personal Area Networks (WPANs).</a:t>
            </a:r>
            <a:endParaRPr lang="en-US">
              <a:solidFill>
                <a:srgbClr val="000000"/>
              </a:solidFill>
              <a:latin typeface="Calibri" panose="020F0502020204030204"/>
              <a:ea typeface="Arial" pitchFamily="34" charset="-122"/>
              <a:cs typeface="Calibri" panose="020F0502020204030204"/>
            </a:endParaRPr>
          </a:p>
          <a:p>
            <a:pPr marL="285750" indent="-285750">
              <a:buFont typeface="Arial"/>
              <a:buChar char="•"/>
            </a:pPr>
            <a:endParaRPr lang="en-US" sz="1400" dirty="0">
              <a:solidFill>
                <a:srgbClr val="000000"/>
              </a:solidFill>
              <a:latin typeface="Arial"/>
              <a:ea typeface="Arial" pitchFamily="34" charset="-122"/>
              <a:cs typeface="Arial"/>
            </a:endParaRPr>
          </a:p>
          <a:p>
            <a:pPr marL="285750" indent="-285750">
              <a:buFont typeface="Arial"/>
              <a:buChar char="•"/>
            </a:pPr>
            <a:r>
              <a:rPr lang="en-US" sz="1400">
                <a:solidFill>
                  <a:srgbClr val="000000"/>
                </a:solidFill>
                <a:latin typeface="Arial"/>
                <a:ea typeface="Arial" pitchFamily="34" charset="-122"/>
                <a:cs typeface="Arial"/>
              </a:rPr>
              <a:t>To secure IoT devices:</a:t>
            </a:r>
            <a:endParaRPr lang="en-US"/>
          </a:p>
          <a:p>
            <a:pPr marL="742950" lvl="1" indent="-285750">
              <a:buFont typeface="Arial"/>
              <a:buChar char="•"/>
            </a:pPr>
            <a:r>
              <a:rPr lang="en-US" sz="1400">
                <a:solidFill>
                  <a:srgbClr val="000000"/>
                </a:solidFill>
                <a:latin typeface="Arial"/>
                <a:ea typeface="Arial" pitchFamily="34" charset="-122"/>
                <a:cs typeface="Arial"/>
              </a:rPr>
              <a:t>Secure the wireless network.</a:t>
            </a:r>
            <a:endParaRPr lang="en-US">
              <a:cs typeface="Calibri" panose="020F0502020204030204"/>
            </a:endParaRPr>
          </a:p>
          <a:p>
            <a:pPr marL="742950" lvl="1" indent="-285750">
              <a:buFont typeface="Arial"/>
              <a:buChar char="•"/>
            </a:pPr>
            <a:r>
              <a:rPr lang="en-US" sz="1400">
                <a:solidFill>
                  <a:srgbClr val="000000"/>
                </a:solidFill>
                <a:latin typeface="Arial"/>
                <a:ea typeface="Arial" pitchFamily="34" charset="-122"/>
                <a:cs typeface="Arial"/>
              </a:rPr>
              <a:t>Know exactly which devices are communicating on your network.</a:t>
            </a:r>
            <a:endParaRPr lang="en-US">
              <a:cs typeface="Calibri" panose="020F0502020204030204"/>
            </a:endParaRPr>
          </a:p>
          <a:p>
            <a:pPr marL="742950" lvl="1" indent="-285750">
              <a:buFont typeface="Arial"/>
              <a:buChar char="•"/>
            </a:pPr>
            <a:r>
              <a:rPr lang="en-US" sz="1400">
                <a:solidFill>
                  <a:srgbClr val="000000"/>
                </a:solidFill>
                <a:latin typeface="Arial"/>
                <a:ea typeface="Arial" pitchFamily="34" charset="-122"/>
                <a:cs typeface="Arial"/>
              </a:rPr>
              <a:t>Know what each of the IoT devices on your network does.</a:t>
            </a:r>
            <a:endParaRPr lang="en-US">
              <a:cs typeface="Calibri" panose="020F0502020204030204"/>
            </a:endParaRPr>
          </a:p>
          <a:p>
            <a:pPr marL="742950" lvl="1" indent="-285750">
              <a:buFont typeface="Arial"/>
              <a:buChar char="•"/>
            </a:pPr>
            <a:r>
              <a:rPr lang="en-US" sz="1400">
                <a:solidFill>
                  <a:srgbClr val="000000"/>
                </a:solidFill>
                <a:latin typeface="Arial"/>
                <a:cs typeface="Arial"/>
              </a:rPr>
              <a:t>Install security software on devices where possible.</a:t>
            </a:r>
            <a:endParaRPr lang="en-US">
              <a:cs typeface="Calibri" panose="020F0502020204030204"/>
            </a:endParaRPr>
          </a:p>
          <a:p>
            <a:pPr marL="742950" lvl="1" indent="-285750">
              <a:buFont typeface="Arial"/>
              <a:buChar char="•"/>
            </a:pPr>
            <a:r>
              <a:rPr lang="en-US" sz="1400">
                <a:solidFill>
                  <a:srgbClr val="000000"/>
                </a:solidFill>
                <a:latin typeface="Arial"/>
                <a:ea typeface="Arial" pitchFamily="34" charset="-122"/>
                <a:cs typeface="Arial"/>
              </a:rPr>
              <a:t>Secure smartphones and mobile apps used to communicate with IoT devices.</a:t>
            </a:r>
            <a:endParaRPr lang="en-US">
              <a:cs typeface="Calibri" panose="020F0502020204030204"/>
            </a:endParaRPr>
          </a:p>
          <a:p>
            <a:pPr marL="742950" lvl="1" indent="-285750">
              <a:buFont typeface="Arial"/>
              <a:buChar char="•"/>
            </a:pPr>
            <a:endParaRPr lang="en-US" sz="1400" dirty="0">
              <a:latin typeface="Arial"/>
              <a:cs typeface="Arial"/>
            </a:endParaRPr>
          </a:p>
          <a:p>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126</a:t>
            </a:fld>
            <a:endParaRPr lang="en-US"/>
          </a:p>
        </p:txBody>
      </p:sp>
    </p:spTree>
    <p:extLst>
      <p:ext uri="{BB962C8B-B14F-4D97-AF65-F5344CB8AC3E}">
        <p14:creationId xmlns:p14="http://schemas.microsoft.com/office/powerpoint/2010/main" val="287943551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Embedded and Specialized Systems</a:t>
            </a:r>
            <a:endParaRPr lang="en-US" sz="1600" dirty="0"/>
          </a:p>
        </p:txBody>
      </p:sp>
      <p:sp>
        <p:nvSpPr>
          <p:cNvPr id="3" name="Text 0"/>
          <p:cNvSpPr>
            <a:spLocks noGrp="1"/>
          </p:cNvSpPr>
          <p:nvPr>
            <p:ph type="body" idx="100" hasCustomPrompt="1"/>
          </p:nvPr>
        </p:nvSpPr>
        <p:spPr>
          <a:xfrm>
            <a:off x="0" y="274320"/>
            <a:ext cx="9144000" cy="428207"/>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VoIP Equipment</a:t>
            </a:r>
            <a:endParaRPr lang="en-US" sz="2200" dirty="0"/>
          </a:p>
        </p:txBody>
      </p:sp>
      <p:sp>
        <p:nvSpPr>
          <p:cNvPr id="5" name="Text 2"/>
          <p:cNvSpPr/>
          <p:nvPr/>
        </p:nvSpPr>
        <p:spPr>
          <a:xfrm>
            <a:off x="391020" y="1069601"/>
            <a:ext cx="8229600" cy="2571750"/>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a:cs typeface="Arial"/>
              </a:rPr>
              <a:t>VoIP uses the internet to make and receive phone calls.</a:t>
            </a:r>
          </a:p>
          <a:p>
            <a:pPr>
              <a:lnSpc>
                <a:spcPts val="2000"/>
              </a:lnSpc>
            </a:pPr>
            <a:endParaRPr lang="en-US" sz="1400" b="1" dirty="0">
              <a:latin typeface="Arial"/>
              <a:cs typeface="Arial"/>
            </a:endParaRPr>
          </a:p>
          <a:p>
            <a:r>
              <a:rPr lang="en-US" sz="1400" b="1" dirty="0">
                <a:latin typeface="Arial"/>
                <a:cs typeface="Arial"/>
              </a:rPr>
              <a:t>What equipment do you need?</a:t>
            </a:r>
            <a:endParaRPr lang="en-US" b="1" dirty="0"/>
          </a:p>
          <a:p>
            <a:r>
              <a:rPr lang="en-US" sz="1400">
                <a:latin typeface="Arial"/>
                <a:cs typeface="Arial"/>
              </a:rPr>
              <a:t>You need an internet connection and a phone for VoIP. </a:t>
            </a:r>
            <a:endParaRPr lang="en-US" sz="1400" b="1" dirty="0">
              <a:latin typeface="Arial"/>
              <a:cs typeface="Arial"/>
            </a:endParaRPr>
          </a:p>
          <a:p>
            <a:endParaRPr lang="en-US" sz="1400" dirty="0">
              <a:latin typeface="Arial"/>
              <a:cs typeface="Arial"/>
            </a:endParaRPr>
          </a:p>
          <a:p>
            <a:pPr marL="285750" indent="-285750">
              <a:buFont typeface="Arial"/>
              <a:buChar char="•"/>
            </a:pPr>
            <a:r>
              <a:rPr lang="en-US" sz="1400">
                <a:latin typeface="Arial"/>
                <a:cs typeface="Arial"/>
              </a:rPr>
              <a:t>Several options are available for the phone set:</a:t>
            </a:r>
            <a:endParaRPr lang="en-US">
              <a:cs typeface="Calibri"/>
            </a:endParaRPr>
          </a:p>
          <a:p>
            <a:pPr marL="742950" lvl="1" indent="-285750">
              <a:buFont typeface="Arial"/>
              <a:buChar char="•"/>
            </a:pPr>
            <a:r>
              <a:rPr lang="en-US" sz="1400">
                <a:latin typeface="Arial"/>
                <a:cs typeface="Arial"/>
              </a:rPr>
              <a:t>A traditional phone with an adapter (The adapter acts as a hardware interface between a traditional, analog phone and a digital VoIP line.)</a:t>
            </a:r>
            <a:endParaRPr lang="en-US" dirty="0">
              <a:latin typeface="Calibri"/>
              <a:cs typeface="Calibri"/>
            </a:endParaRPr>
          </a:p>
          <a:p>
            <a:pPr marL="742950" lvl="1" indent="-285750">
              <a:buFont typeface="Arial"/>
              <a:buChar char="•"/>
            </a:pPr>
            <a:r>
              <a:rPr lang="en-US" sz="1400" dirty="0">
                <a:latin typeface="Arial"/>
                <a:cs typeface="Arial"/>
              </a:rPr>
              <a:t>A VoIP-enabled phone</a:t>
            </a:r>
            <a:endParaRPr lang="en-US" dirty="0">
              <a:latin typeface="Calibri"/>
              <a:cs typeface="Calibri"/>
            </a:endParaRPr>
          </a:p>
          <a:p>
            <a:pPr marL="742950" lvl="1" indent="-285750">
              <a:buFont typeface="Arial"/>
              <a:buChar char="•"/>
            </a:pPr>
            <a:r>
              <a:rPr lang="en-US" sz="1400" dirty="0">
                <a:latin typeface="Arial"/>
                <a:cs typeface="Arial"/>
              </a:rPr>
              <a:t>VoIP software installed on a computer</a:t>
            </a:r>
            <a:endParaRPr lang="en-US" dirty="0">
              <a:cs typeface="Calibri"/>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127</a:t>
            </a:fld>
            <a:endParaRPr lang="en-US"/>
          </a:p>
        </p:txBody>
      </p:sp>
    </p:spTree>
    <p:extLst>
      <p:ext uri="{BB962C8B-B14F-4D97-AF65-F5344CB8AC3E}">
        <p14:creationId xmlns:p14="http://schemas.microsoft.com/office/powerpoint/2010/main" val="366853994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Embedded and Specialized Systems</a:t>
            </a:r>
            <a:endParaRPr lang="en-US" sz="1600" dirty="0"/>
          </a:p>
        </p:txBody>
      </p:sp>
      <p:sp>
        <p:nvSpPr>
          <p:cNvPr id="3" name="Text 0"/>
          <p:cNvSpPr>
            <a:spLocks noGrp="1"/>
          </p:cNvSpPr>
          <p:nvPr>
            <p:ph type="body" idx="100" hasCustomPrompt="1"/>
          </p:nvPr>
        </p:nvSpPr>
        <p:spPr>
          <a:xfrm>
            <a:off x="0" y="274320"/>
            <a:ext cx="9144000" cy="444934"/>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VoIP Equipment (Cont.)</a:t>
            </a:r>
            <a:endParaRPr lang="en-US" sz="2200" dirty="0"/>
          </a:p>
        </p:txBody>
      </p:sp>
      <p:sp>
        <p:nvSpPr>
          <p:cNvPr id="5" name="Text 2"/>
          <p:cNvSpPr/>
          <p:nvPr/>
        </p:nvSpPr>
        <p:spPr>
          <a:xfrm>
            <a:off x="455414" y="822406"/>
            <a:ext cx="8229600" cy="3737793"/>
          </a:xfrm>
          <a:prstGeom prst="rect">
            <a:avLst/>
          </a:prstGeom>
          <a:noFill/>
          <a:ln/>
        </p:spPr>
        <p:txBody>
          <a:bodyPr wrap="square" lIns="91440" tIns="45720" rIns="91440" bIns="45720" rtlCol="0" anchor="t"/>
          <a:lstStyle/>
          <a:p>
            <a:r>
              <a:rPr lang="en-US" sz="1400" b="1" dirty="0">
                <a:solidFill>
                  <a:srgbClr val="000000"/>
                </a:solidFill>
                <a:latin typeface="Arial"/>
                <a:cs typeface="Arial"/>
              </a:rPr>
              <a:t>Is VoIP secure?</a:t>
            </a:r>
            <a:endParaRPr lang="en-US" b="1" dirty="0"/>
          </a:p>
          <a:p>
            <a:pPr marL="285750" indent="-285750">
              <a:buFont typeface="Arial"/>
              <a:buChar char="•"/>
            </a:pPr>
            <a:r>
              <a:rPr lang="en-US" sz="1400" dirty="0">
                <a:solidFill>
                  <a:srgbClr val="000000"/>
                </a:solidFill>
                <a:latin typeface="Arial"/>
                <a:cs typeface="Arial"/>
              </a:rPr>
              <a:t>Most consumer VoIP services use the internet for phone calls. </a:t>
            </a:r>
            <a:r>
              <a:rPr lang="en-US" sz="1400" dirty="0">
                <a:latin typeface="Arial"/>
                <a:cs typeface="Arial"/>
              </a:rPr>
              <a:t>VoIP security is only as reliable as the underlying network security. Cybercriminals target these systems to gain access to free phone services, to eavesdrop on phone calls, or to affect performance and availability.</a:t>
            </a:r>
            <a:endParaRPr lang="en-US" dirty="0">
              <a:cs typeface="Calibri" panose="020F0502020204030204"/>
            </a:endParaRPr>
          </a:p>
          <a:p>
            <a:endParaRPr lang="en-US" sz="1400" b="1" dirty="0">
              <a:latin typeface="Arial"/>
              <a:cs typeface="Arial"/>
            </a:endParaRPr>
          </a:p>
          <a:p>
            <a:r>
              <a:rPr lang="en-US" sz="1400" b="1" dirty="0">
                <a:latin typeface="Arial"/>
                <a:cs typeface="Arial"/>
              </a:rPr>
              <a:t>How can you protect your VoIP service?</a:t>
            </a:r>
            <a:endParaRPr lang="en-US" b="1" dirty="0"/>
          </a:p>
          <a:p>
            <a:r>
              <a:rPr lang="en-US" sz="1400" dirty="0">
                <a:latin typeface="Arial"/>
                <a:cs typeface="Arial"/>
              </a:rPr>
              <a:t>Implement the following countermeasures to secure VoIP:</a:t>
            </a:r>
            <a:endParaRPr lang="en-US" dirty="0"/>
          </a:p>
          <a:p>
            <a:endParaRPr lang="en-US" sz="1400" dirty="0">
              <a:latin typeface="Arial"/>
              <a:cs typeface="Arial"/>
            </a:endParaRPr>
          </a:p>
          <a:p>
            <a:pPr marL="742950" lvl="1" indent="-285750">
              <a:buFont typeface="Arial"/>
              <a:buChar char="•"/>
            </a:pPr>
            <a:r>
              <a:rPr lang="en-US" sz="1400" dirty="0">
                <a:latin typeface="Arial"/>
                <a:cs typeface="Arial"/>
              </a:rPr>
              <a:t>Encrypt voice message packets to protect against eavesdropping.</a:t>
            </a:r>
            <a:endParaRPr lang="en-US" dirty="0">
              <a:latin typeface="Calibri" panose="020F0502020204030204"/>
              <a:cs typeface="Calibri" panose="020F0502020204030204"/>
            </a:endParaRPr>
          </a:p>
          <a:p>
            <a:pPr marL="742950" lvl="1" indent="-285750">
              <a:buFont typeface="Arial"/>
              <a:buChar char="•"/>
            </a:pPr>
            <a:r>
              <a:rPr lang="en-US" sz="1400" dirty="0">
                <a:latin typeface="Arial"/>
                <a:cs typeface="Arial"/>
              </a:rPr>
              <a:t>Use SSH to protect gateways and switches.</a:t>
            </a:r>
            <a:endParaRPr lang="en-US" dirty="0">
              <a:latin typeface="Calibri"/>
              <a:cs typeface="Calibri"/>
            </a:endParaRPr>
          </a:p>
          <a:p>
            <a:pPr marL="742950" lvl="1" indent="-285750">
              <a:buFont typeface="Arial"/>
              <a:buChar char="•"/>
            </a:pPr>
            <a:r>
              <a:rPr lang="en-US" sz="1400" dirty="0">
                <a:latin typeface="Arial"/>
                <a:cs typeface="Arial"/>
              </a:rPr>
              <a:t>Change all default passwords.</a:t>
            </a:r>
            <a:endParaRPr lang="en-US" dirty="0">
              <a:cs typeface="Calibri"/>
            </a:endParaRPr>
          </a:p>
          <a:p>
            <a:pPr marL="742950" lvl="1" indent="-285750">
              <a:buFont typeface="Arial"/>
              <a:buChar char="•"/>
            </a:pPr>
            <a:r>
              <a:rPr lang="en-US" sz="1400" dirty="0">
                <a:latin typeface="Arial"/>
                <a:cs typeface="Arial"/>
              </a:rPr>
              <a:t>Use an intrusion detection system to detect attacks such as ARP poisoning.</a:t>
            </a:r>
            <a:endParaRPr lang="en-US" dirty="0">
              <a:latin typeface="Calibri"/>
              <a:cs typeface="Calibri"/>
            </a:endParaRPr>
          </a:p>
          <a:p>
            <a:pPr marL="742950" lvl="1" indent="-285750">
              <a:buFont typeface="Arial"/>
              <a:buChar char="•"/>
            </a:pPr>
            <a:r>
              <a:rPr lang="en-US" sz="1400" dirty="0">
                <a:latin typeface="Arial"/>
                <a:cs typeface="Arial"/>
              </a:rPr>
              <a:t>Use strong authentication to mitigate registration spoofing (cybercriminals routing all incoming calls for the victim to themselves), proxy impersonating (tricking the victim into communicating via a rogue proxy set up by the cybercriminals), and call hijacking (intercepting and rerouting calls to a different path before reaching their destination).</a:t>
            </a:r>
            <a:endParaRPr lang="en-US" dirty="0">
              <a:latin typeface="Calibri" panose="020F0502020204030204"/>
              <a:cs typeface="Calibri"/>
            </a:endParaRPr>
          </a:p>
          <a:p>
            <a:pPr marL="742950" lvl="1" indent="-285750">
              <a:buFont typeface="Arial"/>
              <a:buChar char="•"/>
            </a:pPr>
            <a:r>
              <a:rPr lang="en-US" sz="1400" dirty="0">
                <a:latin typeface="Arial"/>
                <a:cs typeface="Arial"/>
              </a:rPr>
              <a:t>Implement firewalls that recognize VoIP to monitor streams and filter abnormal signals.</a:t>
            </a:r>
            <a:endParaRPr lang="en-US" dirty="0">
              <a:cs typeface="Calibri"/>
            </a:endParaRPr>
          </a:p>
          <a:p>
            <a:endParaRPr lang="en-US" sz="1400" dirty="0">
              <a:latin typeface="Arial"/>
              <a:cs typeface="Arial"/>
            </a:endParaRPr>
          </a:p>
          <a:p>
            <a:pPr>
              <a:lnSpc>
                <a:spcPts val="2000"/>
              </a:lnSpc>
            </a:pPr>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128</a:t>
            </a:fld>
            <a:endParaRPr lang="en-US"/>
          </a:p>
        </p:txBody>
      </p:sp>
    </p:spTree>
    <p:extLst>
      <p:ext uri="{BB962C8B-B14F-4D97-AF65-F5344CB8AC3E}">
        <p14:creationId xmlns:p14="http://schemas.microsoft.com/office/powerpoint/2010/main" val="420063081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Embedded and Specialized Systems</a:t>
            </a:r>
            <a:endParaRPr lang="en-US" sz="1600" dirty="0"/>
          </a:p>
        </p:txBody>
      </p:sp>
      <p:sp>
        <p:nvSpPr>
          <p:cNvPr id="3" name="Text 0"/>
          <p:cNvSpPr>
            <a:spLocks noGrp="1"/>
          </p:cNvSpPr>
          <p:nvPr>
            <p:ph type="body" idx="100" hasCustomPrompt="1"/>
          </p:nvPr>
        </p:nvSpPr>
        <p:spPr>
          <a:xfrm>
            <a:off x="0" y="274320"/>
            <a:ext cx="9144000" cy="467236"/>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Special-Purpose Embedded Systems</a:t>
            </a:r>
            <a:endParaRPr lang="en-US" sz="2200" dirty="0"/>
          </a:p>
        </p:txBody>
      </p:sp>
      <p:sp>
        <p:nvSpPr>
          <p:cNvPr id="5" name="Text 2"/>
          <p:cNvSpPr/>
          <p:nvPr/>
        </p:nvSpPr>
        <p:spPr>
          <a:xfrm>
            <a:off x="455414" y="1182291"/>
            <a:ext cx="8229600" cy="2571750"/>
          </a:xfrm>
          <a:prstGeom prst="rect">
            <a:avLst/>
          </a:prstGeom>
          <a:noFill/>
          <a:ln/>
        </p:spPr>
        <p:txBody>
          <a:bodyPr wrap="square" lIns="91440" tIns="45720" rIns="91440" bIns="45720" rtlCol="0" anchor="t"/>
          <a:lstStyle/>
          <a:p>
            <a:pPr marL="285750" indent="-285750">
              <a:lnSpc>
                <a:spcPts val="2000"/>
              </a:lnSpc>
              <a:buFont typeface="Arial"/>
              <a:buChar char="•"/>
            </a:pPr>
            <a:r>
              <a:rPr lang="en-US" sz="1400" dirty="0">
                <a:solidFill>
                  <a:srgbClr val="000000"/>
                </a:solidFill>
                <a:latin typeface="Arial"/>
                <a:cs typeface="Arial"/>
              </a:rPr>
              <a:t>Embedded systems work in a variety of industries. You can find special-purpose embedded </a:t>
            </a:r>
            <a:r>
              <a:rPr lang="en-US" sz="1400">
                <a:solidFill>
                  <a:srgbClr val="000000"/>
                </a:solidFill>
                <a:latin typeface="Arial"/>
                <a:cs typeface="Arial"/>
              </a:rPr>
              <a:t>devices in sectors such as the medical, automotive, and aviation sectors.</a:t>
            </a:r>
            <a:endParaRPr lang="en-US">
              <a:solidFill>
                <a:srgbClr val="000000"/>
              </a:solidFill>
              <a:latin typeface="Calibri" panose="020F0502020204030204"/>
              <a:cs typeface="Calibri" panose="020F0502020204030204"/>
            </a:endParaRPr>
          </a:p>
          <a:p>
            <a:pPr>
              <a:lnSpc>
                <a:spcPts val="2000"/>
              </a:lnSpc>
            </a:pPr>
            <a:endParaRPr lang="en-US" sz="1400" dirty="0">
              <a:latin typeface="Arial"/>
              <a:cs typeface="Arial"/>
            </a:endParaRPr>
          </a:p>
          <a:p>
            <a:r>
              <a:rPr lang="en-US" sz="1400" b="1" dirty="0">
                <a:latin typeface="Arial"/>
                <a:cs typeface="Arial"/>
              </a:rPr>
              <a:t>Medical devices</a:t>
            </a:r>
            <a:endParaRPr lang="en-US" b="1" dirty="0"/>
          </a:p>
          <a:p>
            <a:pPr marL="285750" indent="-285750">
              <a:buFont typeface="Arial"/>
              <a:buChar char="•"/>
            </a:pPr>
            <a:r>
              <a:rPr lang="en-US" sz="1400">
                <a:latin typeface="Arial"/>
                <a:cs typeface="Arial"/>
              </a:rPr>
              <a:t>Devices such as pacemakers, insulin pumps, medical implants, and defibrillators are capable of wireless connectivity, remote monitoring, and Near-Field Communication (NFC). </a:t>
            </a:r>
            <a:endParaRPr lang="en-US" dirty="0">
              <a:latin typeface="Calibri" panose="020F0502020204030204"/>
              <a:cs typeface="Calibri" panose="020F0502020204030204"/>
            </a:endParaRPr>
          </a:p>
          <a:p>
            <a:endParaRPr lang="en-US" sz="1400" dirty="0">
              <a:latin typeface="Arial"/>
              <a:cs typeface="Arial"/>
            </a:endParaRPr>
          </a:p>
          <a:p>
            <a:pPr marL="285750" indent="-285750">
              <a:buFont typeface="Arial"/>
              <a:buChar char="•"/>
            </a:pPr>
            <a:r>
              <a:rPr lang="en-US" sz="1400">
                <a:latin typeface="Arial"/>
                <a:cs typeface="Arial"/>
              </a:rPr>
              <a:t>Vulnerabilities in these medical devices can lead to patient safety issues, medical record leaks, or </a:t>
            </a:r>
            <a:r>
              <a:rPr lang="en-US" sz="1400" dirty="0">
                <a:latin typeface="Arial"/>
                <a:cs typeface="Arial"/>
              </a:rPr>
              <a:t>the risk of granting access to the network to cybercriminals, who will move through it in search of a target.</a:t>
            </a:r>
            <a:endParaRPr lang="en-US">
              <a:cs typeface="Calibri" panose="020F0502020204030204"/>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129</a:t>
            </a:fld>
            <a:endParaRPr lang="en-US"/>
          </a:p>
        </p:txBody>
      </p:sp>
    </p:spTree>
    <p:extLst>
      <p:ext uri="{BB962C8B-B14F-4D97-AF65-F5344CB8AC3E}">
        <p14:creationId xmlns:p14="http://schemas.microsoft.com/office/powerpoint/2010/main" val="154287613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Embedded and Specialized Systems</a:t>
            </a:r>
            <a:endParaRPr lang="en-US" sz="1600" dirty="0"/>
          </a:p>
        </p:txBody>
      </p:sp>
      <p:sp>
        <p:nvSpPr>
          <p:cNvPr id="3" name="Text 0"/>
          <p:cNvSpPr>
            <a:spLocks noGrp="1"/>
          </p:cNvSpPr>
          <p:nvPr>
            <p:ph type="body" idx="100" hasCustomPrompt="1"/>
          </p:nvPr>
        </p:nvSpPr>
        <p:spPr>
          <a:xfrm>
            <a:off x="0" y="274320"/>
            <a:ext cx="9144000" cy="450509"/>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Special-Purpose Embedded Systems (Cont.)</a:t>
            </a:r>
            <a:endParaRPr lang="en-US" sz="2200" dirty="0"/>
          </a:p>
        </p:txBody>
      </p:sp>
      <p:sp>
        <p:nvSpPr>
          <p:cNvPr id="5" name="Text 2"/>
          <p:cNvSpPr/>
          <p:nvPr/>
        </p:nvSpPr>
        <p:spPr>
          <a:xfrm>
            <a:off x="409325" y="942630"/>
            <a:ext cx="8229600" cy="3292940"/>
          </a:xfrm>
          <a:prstGeom prst="rect">
            <a:avLst/>
          </a:prstGeom>
          <a:noFill/>
          <a:ln/>
        </p:spPr>
        <p:txBody>
          <a:bodyPr wrap="square" lIns="91440" tIns="45720" rIns="91440" bIns="45720" rtlCol="0" anchor="t"/>
          <a:lstStyle/>
          <a:p>
            <a:r>
              <a:rPr lang="en-US" sz="1400" b="1" dirty="0">
                <a:solidFill>
                  <a:srgbClr val="000000"/>
                </a:solidFill>
                <a:latin typeface="Arial"/>
                <a:cs typeface="Arial"/>
              </a:rPr>
              <a:t>Automotive</a:t>
            </a:r>
            <a:endParaRPr lang="en-US" b="1" dirty="0"/>
          </a:p>
          <a:p>
            <a:pPr marL="285750" indent="-285750">
              <a:buFont typeface="Arial"/>
              <a:buChar char="•"/>
            </a:pPr>
            <a:r>
              <a:rPr lang="en-US" sz="1400" dirty="0">
                <a:solidFill>
                  <a:srgbClr val="000000"/>
                </a:solidFill>
                <a:latin typeface="Arial"/>
                <a:cs typeface="Arial"/>
              </a:rPr>
              <a:t>In-vehicle systems produce and store the data necessary for the operation of the vehicle along with its maintenance, safety protection, and emergency contact transmission. </a:t>
            </a:r>
            <a:endParaRPr lang="en-US" dirty="0">
              <a:solidFill>
                <a:srgbClr val="000000"/>
              </a:solidFill>
              <a:latin typeface="Calibri" panose="020F0502020204030204"/>
              <a:cs typeface="Calibri" panose="020F0502020204030204"/>
            </a:endParaRPr>
          </a:p>
          <a:p>
            <a:pPr marL="285750" indent="-285750">
              <a:buFont typeface="Arial"/>
              <a:buChar char="•"/>
            </a:pPr>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Typically</a:t>
            </a:r>
            <a:r>
              <a:rPr lang="en-US" sz="1400" dirty="0">
                <a:latin typeface="Arial"/>
                <a:cs typeface="Arial"/>
              </a:rPr>
              <a:t>, a wireless interface connects to the Internet and to a diagnostic interface on board.</a:t>
            </a:r>
            <a:endParaRPr lang="en-US" dirty="0">
              <a:latin typeface="Calibri" panose="020F0502020204030204"/>
              <a:cs typeface="Calibri" panose="020F0502020204030204"/>
            </a:endParaRP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Many vehicles record speed, location, and braking maneuvers, and can then send the collected data to the driver’s insurance company.</a:t>
            </a:r>
            <a:endParaRPr lang="en-US" dirty="0">
              <a:cs typeface="Calibri" panose="020F0502020204030204"/>
            </a:endParaRP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Risks to in-vehicle communications include unauthorized tracking, wireless jamming, and spoofing. </a:t>
            </a:r>
            <a:endParaRPr lang="en-US" dirty="0">
              <a:latin typeface="Calibri" panose="020F0502020204030204"/>
              <a:cs typeface="Calibri" panose="020F0502020204030204"/>
            </a:endParaRPr>
          </a:p>
          <a:p>
            <a:endParaRPr lang="en-US" sz="1400" dirty="0">
              <a:latin typeface="Arial"/>
              <a:cs typeface="Arial"/>
            </a:endParaRPr>
          </a:p>
          <a:p>
            <a:pPr marL="285750" indent="-285750">
              <a:buFont typeface="Arial"/>
              <a:buChar char="•"/>
            </a:pPr>
            <a:r>
              <a:rPr lang="en-US" sz="1400" dirty="0">
                <a:latin typeface="Arial"/>
                <a:cs typeface="Arial"/>
              </a:rPr>
              <a:t>To secure in-vehicle systems, implement the following countermeasures:</a:t>
            </a:r>
            <a:endParaRPr lang="en-US" dirty="0">
              <a:cs typeface="Calibri" panose="020F0502020204030204"/>
            </a:endParaRPr>
          </a:p>
          <a:p>
            <a:pPr marL="742950" lvl="1" indent="-285750">
              <a:buFont typeface="Arial"/>
              <a:buChar char="•"/>
            </a:pPr>
            <a:r>
              <a:rPr lang="en-US" sz="1400" dirty="0">
                <a:latin typeface="Arial"/>
                <a:cs typeface="Arial"/>
              </a:rPr>
              <a:t>Secure system software design practices</a:t>
            </a:r>
            <a:endParaRPr lang="en-US" dirty="0">
              <a:latin typeface="Calibri"/>
              <a:cs typeface="Calibri"/>
            </a:endParaRPr>
          </a:p>
          <a:p>
            <a:pPr marL="742950" lvl="1" indent="-285750">
              <a:buFont typeface="Arial"/>
              <a:buChar char="•"/>
            </a:pPr>
            <a:r>
              <a:rPr lang="en-US" sz="1400" dirty="0">
                <a:latin typeface="Arial"/>
                <a:cs typeface="Arial"/>
              </a:rPr>
              <a:t>Basic encryption for all communication between controllers</a:t>
            </a:r>
            <a:endParaRPr lang="en-US" dirty="0">
              <a:cs typeface="Calibri"/>
            </a:endParaRPr>
          </a:p>
          <a:p>
            <a:pPr marL="742950" lvl="1" indent="-285750">
              <a:buFont typeface="Arial"/>
              <a:buChar char="•"/>
            </a:pPr>
            <a:r>
              <a:rPr lang="en-US" sz="1400" dirty="0">
                <a:latin typeface="Arial"/>
                <a:cs typeface="Arial"/>
              </a:rPr>
              <a:t>Firewall implementation</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130</a:t>
            </a:fld>
            <a:endParaRPr lang="en-US"/>
          </a:p>
        </p:txBody>
      </p:sp>
    </p:spTree>
    <p:extLst>
      <p:ext uri="{BB962C8B-B14F-4D97-AF65-F5344CB8AC3E}">
        <p14:creationId xmlns:p14="http://schemas.microsoft.com/office/powerpoint/2010/main" val="348547860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Embedded and Specialized Systems</a:t>
            </a:r>
            <a:endParaRPr lang="en-US" sz="1600" dirty="0"/>
          </a:p>
        </p:txBody>
      </p:sp>
      <p:sp>
        <p:nvSpPr>
          <p:cNvPr id="3" name="Text 0"/>
          <p:cNvSpPr>
            <a:spLocks noGrp="1"/>
          </p:cNvSpPr>
          <p:nvPr>
            <p:ph type="body" idx="100" hasCustomPrompt="1"/>
          </p:nvPr>
        </p:nvSpPr>
        <p:spPr>
          <a:xfrm>
            <a:off x="0" y="274320"/>
            <a:ext cx="9144000" cy="439358"/>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Special-Purpose Embedded Systems (Cont.)</a:t>
            </a:r>
            <a:endParaRPr lang="en-US" sz="2200" dirty="0"/>
          </a:p>
        </p:txBody>
      </p:sp>
      <p:sp>
        <p:nvSpPr>
          <p:cNvPr id="5" name="Text 2"/>
          <p:cNvSpPr/>
          <p:nvPr/>
        </p:nvSpPr>
        <p:spPr>
          <a:xfrm>
            <a:off x="455414" y="1066205"/>
            <a:ext cx="8229600" cy="2571750"/>
          </a:xfrm>
          <a:prstGeom prst="rect">
            <a:avLst/>
          </a:prstGeom>
          <a:noFill/>
          <a:ln/>
        </p:spPr>
        <p:txBody>
          <a:bodyPr wrap="square" lIns="91440" tIns="45720" rIns="91440" bIns="45720" rtlCol="0" anchor="t"/>
          <a:lstStyle/>
          <a:p>
            <a:r>
              <a:rPr lang="en-US" sz="1400" b="1" dirty="0">
                <a:solidFill>
                  <a:srgbClr val="000000"/>
                </a:solidFill>
                <a:latin typeface="Arial"/>
                <a:cs typeface="Arial"/>
              </a:rPr>
              <a:t>Aviation</a:t>
            </a:r>
            <a:endParaRPr lang="en-US" dirty="0"/>
          </a:p>
          <a:p>
            <a:pPr marL="285750" indent="-285750">
              <a:buFont typeface="Arial"/>
              <a:buChar char="•"/>
            </a:pPr>
            <a:r>
              <a:rPr lang="en-US" sz="1400" dirty="0">
                <a:solidFill>
                  <a:srgbClr val="000000"/>
                </a:solidFill>
                <a:latin typeface="Arial"/>
                <a:cs typeface="Arial"/>
              </a:rPr>
              <a:t>An aircraft has many embedded control systems such as its flight control system and communication system. Security issues </a:t>
            </a:r>
            <a:r>
              <a:rPr lang="en-US" sz="1400" dirty="0">
                <a:latin typeface="Arial"/>
                <a:cs typeface="Arial"/>
              </a:rPr>
              <a:t>include </a:t>
            </a:r>
            <a:r>
              <a:rPr lang="en-US" sz="1400" dirty="0">
                <a:solidFill>
                  <a:srgbClr val="000000"/>
                </a:solidFill>
                <a:latin typeface="Arial"/>
                <a:cs typeface="Arial"/>
              </a:rPr>
              <a:t>the </a:t>
            </a:r>
            <a:r>
              <a:rPr lang="en-US" sz="1400" dirty="0">
                <a:latin typeface="Arial"/>
                <a:cs typeface="Arial"/>
              </a:rPr>
              <a:t>use </a:t>
            </a:r>
            <a:r>
              <a:rPr lang="en-US" sz="1400" dirty="0">
                <a:solidFill>
                  <a:srgbClr val="000000"/>
                </a:solidFill>
                <a:latin typeface="Arial"/>
                <a:cs typeface="Arial"/>
              </a:rPr>
              <a:t>of </a:t>
            </a:r>
            <a:r>
              <a:rPr lang="en-US" sz="1400" dirty="0">
                <a:latin typeface="Arial"/>
                <a:cs typeface="Arial"/>
              </a:rPr>
              <a:t>hard-coded logon credentials</a:t>
            </a:r>
            <a:r>
              <a:rPr lang="en-US" sz="1400" dirty="0">
                <a:solidFill>
                  <a:srgbClr val="000000"/>
                </a:solidFill>
                <a:latin typeface="Arial"/>
                <a:cs typeface="Arial"/>
              </a:rPr>
              <a:t>, </a:t>
            </a:r>
            <a:r>
              <a:rPr lang="en-US" sz="1400" dirty="0">
                <a:latin typeface="Arial"/>
                <a:cs typeface="Arial"/>
              </a:rPr>
              <a:t>insecure protocols </a:t>
            </a:r>
            <a:r>
              <a:rPr lang="en-US" sz="1400" dirty="0">
                <a:solidFill>
                  <a:srgbClr val="000000"/>
                </a:solidFill>
                <a:latin typeface="Arial"/>
                <a:cs typeface="Arial"/>
              </a:rPr>
              <a:t>and </a:t>
            </a:r>
            <a:r>
              <a:rPr lang="en-US" sz="1400" dirty="0">
                <a:latin typeface="Arial"/>
                <a:cs typeface="Arial"/>
              </a:rPr>
              <a:t>backdoors</a:t>
            </a:r>
            <a:r>
              <a:rPr lang="en-US" sz="1400" dirty="0">
                <a:solidFill>
                  <a:srgbClr val="000000"/>
                </a:solidFill>
                <a:latin typeface="Arial"/>
                <a:cs typeface="Arial"/>
              </a:rPr>
              <a:t>.</a:t>
            </a:r>
            <a:endParaRPr lang="en-US" dirty="0">
              <a:cs typeface="Calibri"/>
            </a:endParaRPr>
          </a:p>
          <a:p>
            <a:endParaRPr lang="en-US" sz="1400" dirty="0">
              <a:latin typeface="Arial"/>
              <a:cs typeface="Arial"/>
            </a:endParaRPr>
          </a:p>
          <a:p>
            <a:pPr marL="285750" indent="-285750">
              <a:buFont typeface="Arial"/>
              <a:buChar char="•"/>
            </a:pPr>
            <a:r>
              <a:rPr lang="en-US" sz="1400" dirty="0">
                <a:latin typeface="Arial"/>
                <a:cs typeface="Arial"/>
              </a:rPr>
              <a:t>In the same category, Unmanned Aerial Vehicles (UAVs), more commonly called drones, have been used in military, agricultural and cartography applications, among others. </a:t>
            </a:r>
            <a:endParaRPr lang="en-US" dirty="0">
              <a:latin typeface="Calibri" panose="020F0502020204030204"/>
              <a:cs typeface="Calibri" panose="020F0502020204030204"/>
            </a:endParaRPr>
          </a:p>
          <a:p>
            <a:endParaRPr lang="en-US" sz="1400" dirty="0">
              <a:latin typeface="Arial"/>
              <a:cs typeface="Arial"/>
            </a:endParaRPr>
          </a:p>
          <a:p>
            <a:pPr marL="285750" indent="-285750">
              <a:buFont typeface="Arial"/>
              <a:buChar char="•"/>
            </a:pPr>
            <a:r>
              <a:rPr lang="en-US" sz="1400" dirty="0">
                <a:latin typeface="Arial"/>
                <a:cs typeface="Arial"/>
              </a:rPr>
              <a:t>Drones are susceptible to hijacking, Wi-Fi attacks, GPS spoofing attacks, jamming and </a:t>
            </a:r>
            <a:r>
              <a:rPr lang="en-US" sz="1400" err="1">
                <a:latin typeface="Arial"/>
                <a:cs typeface="Arial"/>
              </a:rPr>
              <a:t>deauthentication</a:t>
            </a:r>
            <a:r>
              <a:rPr lang="en-US" sz="1400" dirty="0">
                <a:latin typeface="Arial"/>
                <a:cs typeface="Arial"/>
              </a:rPr>
              <a:t> attacks, which can allow an attacker to intercept or disable a drone and access its data.</a:t>
            </a:r>
            <a:endParaRPr lang="en-US" dirty="0">
              <a:cs typeface="Calibri" panose="020F0502020204030204"/>
            </a:endParaRPr>
          </a:p>
          <a:p>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131</a:t>
            </a:fld>
            <a:endParaRPr lang="en-US"/>
          </a:p>
        </p:txBody>
      </p:sp>
    </p:spTree>
    <p:extLst>
      <p:ext uri="{BB962C8B-B14F-4D97-AF65-F5344CB8AC3E}">
        <p14:creationId xmlns:p14="http://schemas.microsoft.com/office/powerpoint/2010/main" val="426223195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Embedded and Specialized Systems</a:t>
            </a:r>
            <a:endParaRPr lang="en-US" sz="1600" dirty="0"/>
          </a:p>
        </p:txBody>
      </p:sp>
      <p:sp>
        <p:nvSpPr>
          <p:cNvPr id="3" name="Text 0"/>
          <p:cNvSpPr>
            <a:spLocks noGrp="1"/>
          </p:cNvSpPr>
          <p:nvPr>
            <p:ph type="body" idx="100" hasCustomPrompt="1"/>
          </p:nvPr>
        </p:nvSpPr>
        <p:spPr>
          <a:xfrm>
            <a:off x="0" y="274320"/>
            <a:ext cx="9144000" cy="428207"/>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Deception Technologies</a:t>
            </a:r>
            <a:endParaRPr lang="en-US" sz="2200" dirty="0"/>
          </a:p>
        </p:txBody>
      </p:sp>
      <p:sp>
        <p:nvSpPr>
          <p:cNvPr id="5" name="Text 2"/>
          <p:cNvSpPr/>
          <p:nvPr/>
        </p:nvSpPr>
        <p:spPr>
          <a:xfrm>
            <a:off x="457200" y="892359"/>
            <a:ext cx="8229600" cy="3529100"/>
          </a:xfrm>
          <a:prstGeom prst="rect">
            <a:avLst/>
          </a:prstGeom>
          <a:noFill/>
          <a:ln/>
        </p:spPr>
        <p:txBody>
          <a:bodyPr wrap="square" lIns="91440" tIns="45720" rIns="91440" bIns="45720" rtlCol="0" anchor="t"/>
          <a:lstStyle/>
          <a:p>
            <a:pPr marL="285750" indent="-285750">
              <a:lnSpc>
                <a:spcPts val="2000"/>
              </a:lnSpc>
              <a:buFont typeface="Arial"/>
              <a:buChar char="•"/>
            </a:pPr>
            <a:r>
              <a:rPr lang="en-US" sz="1400" dirty="0">
                <a:solidFill>
                  <a:srgbClr val="000000"/>
                </a:solidFill>
                <a:latin typeface="Arial"/>
                <a:cs typeface="Arial"/>
              </a:rPr>
              <a:t>Organizations use deception technologies to distract attackers from production networks. They also use them to learn an attacker’s methods and to warn of potential attacks that could be launched against the network. Deception adds a fake layer to the organization’s infrastructure.</a:t>
            </a:r>
            <a:endParaRPr lang="en-US" dirty="0">
              <a:solidFill>
                <a:srgbClr val="000000"/>
              </a:solidFill>
              <a:latin typeface="Calibri" panose="020F0502020204030204"/>
              <a:cs typeface="Calibri" panose="020F0502020204030204"/>
            </a:endParaRPr>
          </a:p>
          <a:p>
            <a:pPr>
              <a:lnSpc>
                <a:spcPts val="2000"/>
              </a:lnSpc>
            </a:pPr>
            <a:endParaRPr lang="en-US" sz="1400" dirty="0">
              <a:latin typeface="Arial"/>
              <a:cs typeface="Arial"/>
            </a:endParaRPr>
          </a:p>
          <a:p>
            <a:pPr marL="285750" indent="-285750">
              <a:buFont typeface="Arial"/>
              <a:buChar char="•"/>
            </a:pPr>
            <a:r>
              <a:rPr lang="en-US" sz="1400" dirty="0">
                <a:latin typeface="Arial"/>
                <a:cs typeface="Arial"/>
              </a:rPr>
              <a:t>A </a:t>
            </a:r>
            <a:r>
              <a:rPr lang="en-US" sz="1400" b="1" dirty="0">
                <a:latin typeface="Arial"/>
                <a:cs typeface="Arial"/>
              </a:rPr>
              <a:t>honeypot</a:t>
            </a:r>
            <a:r>
              <a:rPr lang="en-US" sz="1400" dirty="0">
                <a:latin typeface="Arial"/>
                <a:cs typeface="Arial"/>
              </a:rPr>
              <a:t> is a decoy system that is configured to mimic a server in the organization’s network. It is purposefully left exposed, to lure attackers. When an attacker goes after the honeypot, their activities are logged and monitored for later review. The honeypot distracts the attacker from the organization’s real network resources.</a:t>
            </a:r>
            <a:endParaRPr lang="en-US" dirty="0">
              <a:cs typeface="Calibri" panose="020F0502020204030204"/>
            </a:endParaRPr>
          </a:p>
          <a:p>
            <a:endParaRPr lang="en-US" sz="1400" dirty="0">
              <a:latin typeface="Arial"/>
              <a:cs typeface="Arial"/>
            </a:endParaRPr>
          </a:p>
          <a:p>
            <a:pPr marL="285750" indent="-285750">
              <a:buFont typeface="Arial"/>
              <a:buChar char="•"/>
            </a:pPr>
            <a:r>
              <a:rPr lang="en-US" sz="1400" dirty="0">
                <a:latin typeface="Arial"/>
                <a:cs typeface="Arial"/>
              </a:rPr>
              <a:t>An organization might even create a </a:t>
            </a:r>
            <a:r>
              <a:rPr lang="en-US" sz="1400" b="1" dirty="0">
                <a:latin typeface="Arial"/>
                <a:cs typeface="Arial"/>
              </a:rPr>
              <a:t>honeynet</a:t>
            </a:r>
            <a:r>
              <a:rPr lang="en-US" sz="1400" dirty="0">
                <a:latin typeface="Arial"/>
                <a:cs typeface="Arial"/>
              </a:rPr>
              <a:t>, a collection of honeypots, to mimic its network and distract attackers. Meanwhile, </a:t>
            </a:r>
            <a:r>
              <a:rPr lang="en-US" sz="1400" dirty="0" err="1">
                <a:latin typeface="Arial"/>
                <a:cs typeface="Arial"/>
              </a:rPr>
              <a:t>honeyfiles</a:t>
            </a:r>
            <a:r>
              <a:rPr lang="en-US" sz="1400" dirty="0">
                <a:latin typeface="Arial"/>
                <a:cs typeface="Arial"/>
              </a:rPr>
              <a:t> are dummy files that attract an attacker but do not contain any real information. </a:t>
            </a: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A </a:t>
            </a:r>
            <a:r>
              <a:rPr lang="en-US" sz="1400" b="1" dirty="0">
                <a:latin typeface="Arial"/>
                <a:cs typeface="Arial"/>
              </a:rPr>
              <a:t>DNS sinkhole </a:t>
            </a:r>
            <a:r>
              <a:rPr lang="en-US" sz="1400" dirty="0">
                <a:latin typeface="Arial"/>
                <a:cs typeface="Arial"/>
              </a:rPr>
              <a:t>prevents the resolution of hostnames for specified URLs and can push users away from malicious resources.</a:t>
            </a:r>
          </a:p>
          <a:p>
            <a:pPr marL="285750" indent="-285750">
              <a:buFont typeface="Arial"/>
              <a:buChar char="•"/>
            </a:pPr>
            <a:endParaRPr lang="en-US" dirty="0">
              <a:cs typeface="Calibri" panose="020F0502020204030204"/>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132</a:t>
            </a:fld>
            <a:endParaRPr lang="en-US"/>
          </a:p>
        </p:txBody>
      </p:sp>
    </p:spTree>
    <p:extLst>
      <p:ext uri="{BB962C8B-B14F-4D97-AF65-F5344CB8AC3E}">
        <p14:creationId xmlns:p14="http://schemas.microsoft.com/office/powerpoint/2010/main" val="16569259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63c561b-9ed7-4eff-a44a-420ee4b9be56">
      <Terms xmlns="http://schemas.microsoft.com/office/infopath/2007/PartnerControls"/>
    </lcf76f155ced4ddcb4097134ff3c332f>
    <TaxCatchAll xmlns="4596d6c2-6208-40c1-97d7-a7a8de7b2e7e" xsi:nil="true"/>
    <SharedWithUsers xmlns="4596d6c2-6208-40c1-97d7-a7a8de7b2e7e">
      <UserInfo>
        <DisplayName/>
        <AccountId xsi:nil="true"/>
        <AccountType/>
      </UserInfo>
    </SharedWithUsers>
    <MediaLengthInSeconds xmlns="663c561b-9ed7-4eff-a44a-420ee4b9be5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372FA7496D6DA479E8285E92D89F7A2" ma:contentTypeVersion="15" ma:contentTypeDescription="Create a new document." ma:contentTypeScope="" ma:versionID="cc03c34962dc7a1ce1ea79212ad1f1fe">
  <xsd:schema xmlns:xsd="http://www.w3.org/2001/XMLSchema" xmlns:xs="http://www.w3.org/2001/XMLSchema" xmlns:p="http://schemas.microsoft.com/office/2006/metadata/properties" xmlns:ns2="4596d6c2-6208-40c1-97d7-a7a8de7b2e7e" xmlns:ns3="663c561b-9ed7-4eff-a44a-420ee4b9be56" targetNamespace="http://schemas.microsoft.com/office/2006/metadata/properties" ma:root="true" ma:fieldsID="f297ccd91f930ebf464e3ef2d8f03a81" ns2:_="" ns3:_="">
    <xsd:import namespace="4596d6c2-6208-40c1-97d7-a7a8de7b2e7e"/>
    <xsd:import namespace="663c561b-9ed7-4eff-a44a-420ee4b9be5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96d6c2-6208-40c1-97d7-a7a8de7b2e7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4744fc2b-25fb-49a1-97aa-3319922cdb6c}" ma:internalName="TaxCatchAll" ma:showField="CatchAllData" ma:web="4596d6c2-6208-40c1-97d7-a7a8de7b2e7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63c561b-9ed7-4eff-a44a-420ee4b9be5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710261dd-85c0-4e16-8580-30375acfae1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51D8B5E-9535-42D6-B22A-D8077A1F0CFA}">
  <ds:schemaRefs>
    <ds:schemaRef ds:uri="4596d6c2-6208-40c1-97d7-a7a8de7b2e7e"/>
    <ds:schemaRef ds:uri="http://schemas.microsoft.com/office/2006/metadata/properties"/>
    <ds:schemaRef ds:uri="http://schemas.microsoft.com/office/2006/documentManagement/types"/>
    <ds:schemaRef ds:uri="http://www.w3.org/XML/1998/namespace"/>
    <ds:schemaRef ds:uri="http://purl.org/dc/elements/1.1/"/>
    <ds:schemaRef ds:uri="663c561b-9ed7-4eff-a44a-420ee4b9be56"/>
    <ds:schemaRef ds:uri="http://purl.org/dc/dcmitype/"/>
    <ds:schemaRef ds:uri="http://schemas.microsoft.com/office/infopath/2007/PartnerControl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82B996E2-A096-4D12-820F-432A81CAD8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596d6c2-6208-40c1-97d7-a7a8de7b2e7e"/>
    <ds:schemaRef ds:uri="663c561b-9ed7-4eff-a44a-420ee4b9be5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F6FE5F2-FDFC-4557-AC4E-4FA75A017EC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9</TotalTime>
  <Words>8547</Words>
  <Application>Microsoft Office PowerPoint</Application>
  <PresentationFormat>On-screen Show (16:9)</PresentationFormat>
  <Paragraphs>1666</Paragraphs>
  <Slides>132</Slides>
  <Notes>132</Notes>
  <HiddenSlides>1</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132</vt:i4>
      </vt:variant>
    </vt:vector>
  </HeadingPairs>
  <TitlesOfParts>
    <vt:vector size="142" baseType="lpstr">
      <vt:lpstr>ＭＳ Ｐゴシック</vt:lpstr>
      <vt:lpstr>Arial</vt:lpstr>
      <vt:lpstr>Arial,Sans-Serif</vt:lpstr>
      <vt:lpstr>Calibri</vt:lpstr>
      <vt:lpstr>CiscoSans</vt:lpstr>
      <vt:lpstr>CiscoSans ExtraLight</vt:lpstr>
      <vt:lpstr>CiscoSans Thin</vt:lpstr>
      <vt:lpstr>Segoe UI</vt:lpstr>
      <vt:lpstr>Office Theme</vt:lpstr>
      <vt:lpstr>Default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GMN</cp:lastModifiedBy>
  <cp:revision>2</cp:revision>
  <dcterms:created xsi:type="dcterms:W3CDTF">2022-10-04T18:47:53Z</dcterms:created>
  <dcterms:modified xsi:type="dcterms:W3CDTF">2026-01-11T06:09:15Z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0x010100198F9F34832A35489A19D5E200F54CC8</vt:lpwstr>
  </property>
  <property fmtid="{D5CDD505-2E9C-101B-9397-08002B2CF9AE}" pid="3" name="MediaServiceImageTags">
    <vt:lpwstr/>
  </property>
  <property fmtid="{D5CDD505-2E9C-101B-9397-08002B2CF9AE}" pid="4" name="Order">
    <vt:r8>2109600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