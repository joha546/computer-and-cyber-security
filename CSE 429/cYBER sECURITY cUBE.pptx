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revisionInfo.xml" ContentType="application/vnd.ms-powerpoint.revisioninfo+xml"/>
  <Override PartName="/ppt/changesInfos/changesInfo1.xml" ContentType="application/vnd.ms-powerpoint.changes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 id="2147483700" r:id="rId5"/>
  </p:sldMasterIdLst>
  <p:notesMasterIdLst>
    <p:notesMasterId r:id="rId30"/>
  </p:notesMasterIdLst>
  <p:sldIdLst>
    <p:sldId id="256" r:id="rId6"/>
    <p:sldId id="263" r:id="rId7"/>
    <p:sldId id="265" r:id="rId8"/>
    <p:sldId id="266" r:id="rId9"/>
    <p:sldId id="269" r:id="rId10"/>
    <p:sldId id="272" r:id="rId11"/>
    <p:sldId id="1081" r:id="rId12"/>
    <p:sldId id="280" r:id="rId13"/>
    <p:sldId id="1100" r:id="rId14"/>
    <p:sldId id="283" r:id="rId15"/>
    <p:sldId id="285" r:id="rId16"/>
    <p:sldId id="1085" r:id="rId17"/>
    <p:sldId id="286" r:id="rId18"/>
    <p:sldId id="287" r:id="rId19"/>
    <p:sldId id="289" r:id="rId20"/>
    <p:sldId id="292" r:id="rId21"/>
    <p:sldId id="294" r:id="rId22"/>
    <p:sldId id="1089" r:id="rId23"/>
    <p:sldId id="295" r:id="rId24"/>
    <p:sldId id="1091" r:id="rId25"/>
    <p:sldId id="297" r:id="rId26"/>
    <p:sldId id="1092" r:id="rId27"/>
    <p:sldId id="298" r:id="rId28"/>
    <p:sldId id="300" r:id="rId29"/>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9EBF5"/>
    <a:srgbClr val="CFD5E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566E472-8F62-4D47-B57B-6279AE323F0A}" v="2" dt="2023-03-30T16:05:53.315"/>
  </p1510:revLst>
</p1510:revInfo>
</file>

<file path=ppt/tableStyles.xml><?xml version="1.0" encoding="utf-8"?>
<a:tblStyleLst xmlns:a="http://schemas.openxmlformats.org/drawingml/2006/main" def="{5C22544A-7EE6-4342-B048-85BDC9FD1C3A}">
  <a:tblStyle styleId="{5C22544A-7EE6-4342-B048-85BDC9FD1C3A}" styleName="Estilo Médio 2 - Ênfas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7345" autoAdjust="0"/>
  </p:normalViewPr>
  <p:slideViewPr>
    <p:cSldViewPr snapToGrid="0">
      <p:cViewPr varScale="1">
        <p:scale>
          <a:sx n="132" d="100"/>
          <a:sy n="132" d="100"/>
        </p:scale>
        <p:origin x="1014" y="1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 Type="http://schemas.openxmlformats.org/officeDocument/2006/relationships/customXml" Target="../customXml/item3.xml"/><Relationship Id="rId21" Type="http://schemas.openxmlformats.org/officeDocument/2006/relationships/slide" Target="slides/slide16.xml"/><Relationship Id="rId34" Type="http://schemas.openxmlformats.org/officeDocument/2006/relationships/tableStyles" Target="tableStyles.xml"/><Relationship Id="rId55" Type="http://schemas.microsoft.com/office/2015/10/relationships/revisionInfo" Target="revisionInfo.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54"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viewProps" Target="viewProp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notesMaster" Target="notesMasters/notesMaster1.xml"/><Relationship Id="rId8" Type="http://schemas.openxmlformats.org/officeDocument/2006/relationships/slide" Target="slides/slide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na Bolen -X (abolen - UNICON INC at Cisco)" userId="8fcf5b57-97b6-40ce-9683-275924855fa8" providerId="ADAL" clId="{F8523342-E399-40A4-8BC7-C57DC0F0A1EE}"/>
    <pc:docChg chg="modSld">
      <pc:chgData name="Anna Bolen -X (abolen - UNICON INC at Cisco)" userId="8fcf5b57-97b6-40ce-9683-275924855fa8" providerId="ADAL" clId="{F8523342-E399-40A4-8BC7-C57DC0F0A1EE}" dt="2023-03-22T15:51:37.235" v="0"/>
      <pc:docMkLst>
        <pc:docMk/>
      </pc:docMkLst>
      <pc:sldChg chg="addSp modSp">
        <pc:chgData name="Anna Bolen -X (abolen - UNICON INC at Cisco)" userId="8fcf5b57-97b6-40ce-9683-275924855fa8" providerId="ADAL" clId="{F8523342-E399-40A4-8BC7-C57DC0F0A1EE}" dt="2023-03-22T15:51:37.235" v="0"/>
        <pc:sldMkLst>
          <pc:docMk/>
          <pc:sldMk cId="2919550387" sldId="1103"/>
        </pc:sldMkLst>
        <pc:spChg chg="add mod">
          <ac:chgData name="Anna Bolen -X (abolen - UNICON INC at Cisco)" userId="8fcf5b57-97b6-40ce-9683-275924855fa8" providerId="ADAL" clId="{F8523342-E399-40A4-8BC7-C57DC0F0A1EE}" dt="2023-03-22T15:51:37.235" v="0"/>
          <ac:spMkLst>
            <pc:docMk/>
            <pc:sldMk cId="2919550387" sldId="1103"/>
            <ac:spMk id="3" creationId="{3937A0B6-9BA4-6EAF-74E0-0F7C44AB3D90}"/>
          </ac:spMkLst>
        </pc:spChg>
      </pc:sldChg>
    </pc:docChg>
  </pc:docChgLst>
  <pc:docChgLst>
    <pc:chgData name="Anna Bolen -X (abolen - UNICON INC at Cisco)" userId="8fcf5b57-97b6-40ce-9683-275924855fa8" providerId="ADAL" clId="{88853CCE-6853-4E28-AB05-9F7767796D8C}"/>
    <pc:docChg chg="addSld delSld modSld">
      <pc:chgData name="Anna Bolen -X (abolen - UNICON INC at Cisco)" userId="8fcf5b57-97b6-40ce-9683-275924855fa8" providerId="ADAL" clId="{88853CCE-6853-4E28-AB05-9F7767796D8C}" dt="2022-10-20T20:00:48.242" v="24"/>
      <pc:docMkLst>
        <pc:docMk/>
      </pc:docMkLst>
      <pc:sldChg chg="del">
        <pc:chgData name="Anna Bolen -X (abolen - UNICON INC at Cisco)" userId="8fcf5b57-97b6-40ce-9683-275924855fa8" providerId="ADAL" clId="{88853CCE-6853-4E28-AB05-9F7767796D8C}" dt="2022-10-20T19:45:14.606" v="1" actId="47"/>
        <pc:sldMkLst>
          <pc:docMk/>
          <pc:sldMk cId="0" sldId="257"/>
        </pc:sldMkLst>
      </pc:sldChg>
      <pc:sldChg chg="del">
        <pc:chgData name="Anna Bolen -X (abolen - UNICON INC at Cisco)" userId="8fcf5b57-97b6-40ce-9683-275924855fa8" providerId="ADAL" clId="{88853CCE-6853-4E28-AB05-9F7767796D8C}" dt="2022-10-20T19:46:08.326" v="21" actId="47"/>
        <pc:sldMkLst>
          <pc:docMk/>
          <pc:sldMk cId="0" sldId="258"/>
        </pc:sldMkLst>
      </pc:sldChg>
      <pc:sldChg chg="del">
        <pc:chgData name="Anna Bolen -X (abolen - UNICON INC at Cisco)" userId="8fcf5b57-97b6-40ce-9683-275924855fa8" providerId="ADAL" clId="{88853CCE-6853-4E28-AB05-9F7767796D8C}" dt="2022-10-20T19:46:08.326" v="21" actId="47"/>
        <pc:sldMkLst>
          <pc:docMk/>
          <pc:sldMk cId="0" sldId="259"/>
        </pc:sldMkLst>
      </pc:sldChg>
      <pc:sldChg chg="del">
        <pc:chgData name="Anna Bolen -X (abolen - UNICON INC at Cisco)" userId="8fcf5b57-97b6-40ce-9683-275924855fa8" providerId="ADAL" clId="{88853CCE-6853-4E28-AB05-9F7767796D8C}" dt="2022-10-20T19:46:08.326" v="21" actId="47"/>
        <pc:sldMkLst>
          <pc:docMk/>
          <pc:sldMk cId="0" sldId="260"/>
        </pc:sldMkLst>
      </pc:sldChg>
      <pc:sldChg chg="del">
        <pc:chgData name="Anna Bolen -X (abolen - UNICON INC at Cisco)" userId="8fcf5b57-97b6-40ce-9683-275924855fa8" providerId="ADAL" clId="{88853CCE-6853-4E28-AB05-9F7767796D8C}" dt="2022-10-20T19:46:08.326" v="21" actId="47"/>
        <pc:sldMkLst>
          <pc:docMk/>
          <pc:sldMk cId="0" sldId="261"/>
        </pc:sldMkLst>
      </pc:sldChg>
      <pc:sldChg chg="modSp add mod">
        <pc:chgData name="Anna Bolen -X (abolen - UNICON INC at Cisco)" userId="8fcf5b57-97b6-40ce-9683-275924855fa8" providerId="ADAL" clId="{88853CCE-6853-4E28-AB05-9F7767796D8C}" dt="2022-10-20T19:45:28.464" v="7" actId="13926"/>
        <pc:sldMkLst>
          <pc:docMk/>
          <pc:sldMk cId="0" sldId="305"/>
        </pc:sldMkLst>
        <pc:spChg chg="mod">
          <ac:chgData name="Anna Bolen -X (abolen - UNICON INC at Cisco)" userId="8fcf5b57-97b6-40ce-9683-275924855fa8" providerId="ADAL" clId="{88853CCE-6853-4E28-AB05-9F7767796D8C}" dt="2022-10-20T19:45:17.114" v="2" actId="20577"/>
          <ac:spMkLst>
            <pc:docMk/>
            <pc:sldMk cId="0" sldId="305"/>
            <ac:spMk id="2" creationId="{00000000-0000-0000-0000-000000000000}"/>
          </ac:spMkLst>
        </pc:spChg>
        <pc:spChg chg="mod">
          <ac:chgData name="Anna Bolen -X (abolen - UNICON INC at Cisco)" userId="8fcf5b57-97b6-40ce-9683-275924855fa8" providerId="ADAL" clId="{88853CCE-6853-4E28-AB05-9F7767796D8C}" dt="2022-10-20T19:45:28.464" v="7" actId="13926"/>
          <ac:spMkLst>
            <pc:docMk/>
            <pc:sldMk cId="0" sldId="305"/>
            <ac:spMk id="3" creationId="{00000000-0000-0000-0000-000000000000}"/>
          </ac:spMkLst>
        </pc:spChg>
      </pc:sldChg>
      <pc:sldChg chg="add">
        <pc:chgData name="Anna Bolen -X (abolen - UNICON INC at Cisco)" userId="8fcf5b57-97b6-40ce-9683-275924855fa8" providerId="ADAL" clId="{88853CCE-6853-4E28-AB05-9F7767796D8C}" dt="2022-10-20T19:45:06.593" v="0"/>
        <pc:sldMkLst>
          <pc:docMk/>
          <pc:sldMk cId="0" sldId="306"/>
        </pc:sldMkLst>
      </pc:sldChg>
      <pc:sldChg chg="add">
        <pc:chgData name="Anna Bolen -X (abolen - UNICON INC at Cisco)" userId="8fcf5b57-97b6-40ce-9683-275924855fa8" providerId="ADAL" clId="{88853CCE-6853-4E28-AB05-9F7767796D8C}" dt="2022-10-20T19:45:06.593" v="0"/>
        <pc:sldMkLst>
          <pc:docMk/>
          <pc:sldMk cId="2226954716" sldId="1072"/>
        </pc:sldMkLst>
      </pc:sldChg>
      <pc:sldChg chg="add">
        <pc:chgData name="Anna Bolen -X (abolen - UNICON INC at Cisco)" userId="8fcf5b57-97b6-40ce-9683-275924855fa8" providerId="ADAL" clId="{88853CCE-6853-4E28-AB05-9F7767796D8C}" dt="2022-10-20T19:45:06.593" v="0"/>
        <pc:sldMkLst>
          <pc:docMk/>
          <pc:sldMk cId="0" sldId="1073"/>
        </pc:sldMkLst>
      </pc:sldChg>
      <pc:sldChg chg="modSp add mod">
        <pc:chgData name="Anna Bolen -X (abolen - UNICON INC at Cisco)" userId="8fcf5b57-97b6-40ce-9683-275924855fa8" providerId="ADAL" clId="{88853CCE-6853-4E28-AB05-9F7767796D8C}" dt="2022-10-20T19:45:38.984" v="9" actId="6549"/>
        <pc:sldMkLst>
          <pc:docMk/>
          <pc:sldMk cId="0" sldId="1074"/>
        </pc:sldMkLst>
        <pc:spChg chg="mod">
          <ac:chgData name="Anna Bolen -X (abolen - UNICON INC at Cisco)" userId="8fcf5b57-97b6-40ce-9683-275924855fa8" providerId="ADAL" clId="{88853CCE-6853-4E28-AB05-9F7767796D8C}" dt="2022-10-20T19:45:34.972" v="8" actId="20577"/>
          <ac:spMkLst>
            <pc:docMk/>
            <pc:sldMk cId="0" sldId="1074"/>
            <ac:spMk id="2" creationId="{00000000-0000-0000-0000-000000000000}"/>
          </ac:spMkLst>
        </pc:spChg>
        <pc:graphicFrameChg chg="modGraphic">
          <ac:chgData name="Anna Bolen -X (abolen - UNICON INC at Cisco)" userId="8fcf5b57-97b6-40ce-9683-275924855fa8" providerId="ADAL" clId="{88853CCE-6853-4E28-AB05-9F7767796D8C}" dt="2022-10-20T19:45:38.984" v="9" actId="6549"/>
          <ac:graphicFrameMkLst>
            <pc:docMk/>
            <pc:sldMk cId="0" sldId="1074"/>
            <ac:graphicFrameMk id="4" creationId="{40064EF4-EE2B-342C-EA9E-699582F380FF}"/>
          </ac:graphicFrameMkLst>
        </pc:graphicFrameChg>
      </pc:sldChg>
      <pc:sldChg chg="modSp add mod">
        <pc:chgData name="Anna Bolen -X (abolen - UNICON INC at Cisco)" userId="8fcf5b57-97b6-40ce-9683-275924855fa8" providerId="ADAL" clId="{88853CCE-6853-4E28-AB05-9F7767796D8C}" dt="2022-10-20T19:45:52.546" v="19" actId="20577"/>
        <pc:sldMkLst>
          <pc:docMk/>
          <pc:sldMk cId="3094066351" sldId="1075"/>
        </pc:sldMkLst>
        <pc:spChg chg="mod">
          <ac:chgData name="Anna Bolen -X (abolen - UNICON INC at Cisco)" userId="8fcf5b57-97b6-40ce-9683-275924855fa8" providerId="ADAL" clId="{88853CCE-6853-4E28-AB05-9F7767796D8C}" dt="2022-10-20T19:45:52.546" v="19" actId="20577"/>
          <ac:spMkLst>
            <pc:docMk/>
            <pc:sldMk cId="3094066351" sldId="1075"/>
            <ac:spMk id="2" creationId="{00000000-0000-0000-0000-000000000000}"/>
          </ac:spMkLst>
        </pc:spChg>
        <pc:graphicFrameChg chg="modGraphic">
          <ac:chgData name="Anna Bolen -X (abolen - UNICON INC at Cisco)" userId="8fcf5b57-97b6-40ce-9683-275924855fa8" providerId="ADAL" clId="{88853CCE-6853-4E28-AB05-9F7767796D8C}" dt="2022-10-20T19:45:43.392" v="10" actId="6549"/>
          <ac:graphicFrameMkLst>
            <pc:docMk/>
            <pc:sldMk cId="3094066351" sldId="1075"/>
            <ac:graphicFrameMk id="4" creationId="{40064EF4-EE2B-342C-EA9E-699582F380FF}"/>
          </ac:graphicFrameMkLst>
        </pc:graphicFrameChg>
      </pc:sldChg>
      <pc:sldChg chg="modSp add mod">
        <pc:chgData name="Anna Bolen -X (abolen - UNICON INC at Cisco)" userId="8fcf5b57-97b6-40ce-9683-275924855fa8" providerId="ADAL" clId="{88853CCE-6853-4E28-AB05-9F7767796D8C}" dt="2022-10-20T19:46:14.372" v="23" actId="20577"/>
        <pc:sldMkLst>
          <pc:docMk/>
          <pc:sldMk cId="0" sldId="1076"/>
        </pc:sldMkLst>
        <pc:spChg chg="mod">
          <ac:chgData name="Anna Bolen -X (abolen - UNICON INC at Cisco)" userId="8fcf5b57-97b6-40ce-9683-275924855fa8" providerId="ADAL" clId="{88853CCE-6853-4E28-AB05-9F7767796D8C}" dt="2022-10-20T19:46:12.300" v="22" actId="20577"/>
          <ac:spMkLst>
            <pc:docMk/>
            <pc:sldMk cId="0" sldId="1076"/>
            <ac:spMk id="2" creationId="{00000000-0000-0000-0000-000000000000}"/>
          </ac:spMkLst>
        </pc:spChg>
        <pc:spChg chg="mod">
          <ac:chgData name="Anna Bolen -X (abolen - UNICON INC at Cisco)" userId="8fcf5b57-97b6-40ce-9683-275924855fa8" providerId="ADAL" clId="{88853CCE-6853-4E28-AB05-9F7767796D8C}" dt="2022-10-20T19:46:14.372" v="23" actId="20577"/>
          <ac:spMkLst>
            <pc:docMk/>
            <pc:sldMk cId="0" sldId="1076"/>
            <ac:spMk id="3" creationId="{00000000-0000-0000-0000-000000000000}"/>
          </ac:spMkLst>
        </pc:spChg>
      </pc:sldChg>
      <pc:sldChg chg="add">
        <pc:chgData name="Anna Bolen -X (abolen - UNICON INC at Cisco)" userId="8fcf5b57-97b6-40ce-9683-275924855fa8" providerId="ADAL" clId="{88853CCE-6853-4E28-AB05-9F7767796D8C}" dt="2022-10-20T20:00:48.242" v="24"/>
        <pc:sldMkLst>
          <pc:docMk/>
          <pc:sldMk cId="1525672446" sldId="1077"/>
        </pc:sldMkLst>
      </pc:sldChg>
    </pc:docChg>
  </pc:docChgLst>
  <pc:docChgLst>
    <pc:chgData name="Cláudia Naumann" userId="S::naumann_nce.ufrj.br#ext#@cisco.onmicrosoft.com::2c14c15b-0266-4182-83e5-84c7c06e2959" providerId="AD" clId="Web-{8D97C98F-BBA3-DFF5-86D9-CFC5FCF62F86}"/>
    <pc:docChg chg="addSld delSld modSld">
      <pc:chgData name="Cláudia Naumann" userId="S::naumann_nce.ufrj.br#ext#@cisco.onmicrosoft.com::2c14c15b-0266-4182-83e5-84c7c06e2959" providerId="AD" clId="Web-{8D97C98F-BBA3-DFF5-86D9-CFC5FCF62F86}" dt="2022-10-25T22:23:21.179" v="5887"/>
      <pc:docMkLst>
        <pc:docMk/>
      </pc:docMkLst>
      <pc:sldChg chg="modNotes">
        <pc:chgData name="Cláudia Naumann" userId="S::naumann_nce.ufrj.br#ext#@cisco.onmicrosoft.com::2c14c15b-0266-4182-83e5-84c7c06e2959" providerId="AD" clId="Web-{8D97C98F-BBA3-DFF5-86D9-CFC5FCF62F86}" dt="2022-10-25T15:49:29.893" v="323"/>
        <pc:sldMkLst>
          <pc:docMk/>
          <pc:sldMk cId="0" sldId="263"/>
        </pc:sldMkLst>
      </pc:sldChg>
      <pc:sldChg chg="del">
        <pc:chgData name="Cláudia Naumann" userId="S::naumann_nce.ufrj.br#ext#@cisco.onmicrosoft.com::2c14c15b-0266-4182-83e5-84c7c06e2959" providerId="AD" clId="Web-{8D97C98F-BBA3-DFF5-86D9-CFC5FCF62F86}" dt="2022-10-25T15:50:20.988" v="324"/>
        <pc:sldMkLst>
          <pc:docMk/>
          <pc:sldMk cId="0" sldId="264"/>
        </pc:sldMkLst>
      </pc:sldChg>
      <pc:sldChg chg="addSp delSp modSp">
        <pc:chgData name="Cláudia Naumann" userId="S::naumann_nce.ufrj.br#ext#@cisco.onmicrosoft.com::2c14c15b-0266-4182-83e5-84c7c06e2959" providerId="AD" clId="Web-{8D97C98F-BBA3-DFF5-86D9-CFC5FCF62F86}" dt="2022-10-25T19:07:44.936" v="666" actId="20577"/>
        <pc:sldMkLst>
          <pc:docMk/>
          <pc:sldMk cId="0" sldId="265"/>
        </pc:sldMkLst>
        <pc:spChg chg="mod">
          <ac:chgData name="Cláudia Naumann" userId="S::naumann_nce.ufrj.br#ext#@cisco.onmicrosoft.com::2c14c15b-0266-4182-83e5-84c7c06e2959" providerId="AD" clId="Web-{8D97C98F-BBA3-DFF5-86D9-CFC5FCF62F86}" dt="2022-10-25T18:48:39.398" v="389" actId="14100"/>
          <ac:spMkLst>
            <pc:docMk/>
            <pc:sldMk cId="0" sldId="265"/>
            <ac:spMk id="3" creationId="{00000000-0000-0000-0000-000000000000}"/>
          </ac:spMkLst>
        </pc:spChg>
        <pc:spChg chg="add mod">
          <ac:chgData name="Cláudia Naumann" userId="S::naumann_nce.ufrj.br#ext#@cisco.onmicrosoft.com::2c14c15b-0266-4182-83e5-84c7c06e2959" providerId="AD" clId="Web-{8D97C98F-BBA3-DFF5-86D9-CFC5FCF62F86}" dt="2022-10-25T19:05:21.084" v="649" actId="14100"/>
          <ac:spMkLst>
            <pc:docMk/>
            <pc:sldMk cId="0" sldId="265"/>
            <ac:spMk id="4" creationId="{497A7A50-4C43-EBA2-7260-16C582964CBB}"/>
          </ac:spMkLst>
        </pc:spChg>
        <pc:spChg chg="mod">
          <ac:chgData name="Cláudia Naumann" userId="S::naumann_nce.ufrj.br#ext#@cisco.onmicrosoft.com::2c14c15b-0266-4182-83e5-84c7c06e2959" providerId="AD" clId="Web-{8D97C98F-BBA3-DFF5-86D9-CFC5FCF62F86}" dt="2022-10-25T18:46:40.438" v="354" actId="1076"/>
          <ac:spMkLst>
            <pc:docMk/>
            <pc:sldMk cId="0" sldId="265"/>
            <ac:spMk id="5" creationId="{00000000-0000-0000-0000-000000000000}"/>
          </ac:spMkLst>
        </pc:spChg>
        <pc:spChg chg="add mod">
          <ac:chgData name="Cláudia Naumann" userId="S::naumann_nce.ufrj.br#ext#@cisco.onmicrosoft.com::2c14c15b-0266-4182-83e5-84c7c06e2959" providerId="AD" clId="Web-{8D97C98F-BBA3-DFF5-86D9-CFC5FCF62F86}" dt="2022-10-25T19:04:19.939" v="619" actId="1076"/>
          <ac:spMkLst>
            <pc:docMk/>
            <pc:sldMk cId="0" sldId="265"/>
            <ac:spMk id="6" creationId="{6D89B345-A757-DF46-F572-6BE889C2E262}"/>
          </ac:spMkLst>
        </pc:spChg>
        <pc:spChg chg="del">
          <ac:chgData name="Cláudia Naumann" userId="S::naumann_nce.ufrj.br#ext#@cisco.onmicrosoft.com::2c14c15b-0266-4182-83e5-84c7c06e2959" providerId="AD" clId="Web-{8D97C98F-BBA3-DFF5-86D9-CFC5FCF62F86}" dt="2022-10-25T16:00:04.208" v="326"/>
          <ac:spMkLst>
            <pc:docMk/>
            <pc:sldMk cId="0" sldId="265"/>
            <ac:spMk id="6" creationId="{910AEEF0-13E5-318D-1682-9AE806E25FAE}"/>
          </ac:spMkLst>
        </pc:spChg>
        <pc:spChg chg="add mod">
          <ac:chgData name="Cláudia Naumann" userId="S::naumann_nce.ufrj.br#ext#@cisco.onmicrosoft.com::2c14c15b-0266-4182-83e5-84c7c06e2959" providerId="AD" clId="Web-{8D97C98F-BBA3-DFF5-86D9-CFC5FCF62F86}" dt="2022-10-25T19:07:44.936" v="666" actId="20577"/>
          <ac:spMkLst>
            <pc:docMk/>
            <pc:sldMk cId="0" sldId="265"/>
            <ac:spMk id="10" creationId="{23476DEE-323A-BCC9-417E-7E2398592EEA}"/>
          </ac:spMkLst>
        </pc:spChg>
        <pc:picChg chg="del">
          <ac:chgData name="Cláudia Naumann" userId="S::naumann_nce.ufrj.br#ext#@cisco.onmicrosoft.com::2c14c15b-0266-4182-83e5-84c7c06e2959" providerId="AD" clId="Web-{8D97C98F-BBA3-DFF5-86D9-CFC5FCF62F86}" dt="2022-10-25T16:00:01.193" v="325"/>
          <ac:picMkLst>
            <pc:docMk/>
            <pc:sldMk cId="0" sldId="265"/>
            <ac:picMk id="4" creationId="{21D06D72-61EB-C8AC-4D13-BD325DF3E1F1}"/>
          </ac:picMkLst>
        </pc:picChg>
        <pc:picChg chg="add mod">
          <ac:chgData name="Cláudia Naumann" userId="S::naumann_nce.ufrj.br#ext#@cisco.onmicrosoft.com::2c14c15b-0266-4182-83e5-84c7c06e2959" providerId="AD" clId="Web-{8D97C98F-BBA3-DFF5-86D9-CFC5FCF62F86}" dt="2022-10-25T19:07:05.293" v="662" actId="1076"/>
          <ac:picMkLst>
            <pc:docMk/>
            <pc:sldMk cId="0" sldId="265"/>
            <ac:picMk id="7" creationId="{B777CC10-BA94-442B-AAFF-0EBFE2BF92C3}"/>
          </ac:picMkLst>
        </pc:picChg>
        <pc:picChg chg="add mod">
          <ac:chgData name="Cláudia Naumann" userId="S::naumann_nce.ufrj.br#ext#@cisco.onmicrosoft.com::2c14c15b-0266-4182-83e5-84c7c06e2959" providerId="AD" clId="Web-{8D97C98F-BBA3-DFF5-86D9-CFC5FCF62F86}" dt="2022-10-25T19:06:55.792" v="660" actId="1076"/>
          <ac:picMkLst>
            <pc:docMk/>
            <pc:sldMk cId="0" sldId="265"/>
            <ac:picMk id="8" creationId="{C8BCD13E-FE88-47E9-AA21-E33081D2D358}"/>
          </ac:picMkLst>
        </pc:picChg>
        <pc:picChg chg="add mod">
          <ac:chgData name="Cláudia Naumann" userId="S::naumann_nce.ufrj.br#ext#@cisco.onmicrosoft.com::2c14c15b-0266-4182-83e5-84c7c06e2959" providerId="AD" clId="Web-{8D97C98F-BBA3-DFF5-86D9-CFC5FCF62F86}" dt="2022-10-25T19:06:52.870" v="659" actId="1076"/>
          <ac:picMkLst>
            <pc:docMk/>
            <pc:sldMk cId="0" sldId="265"/>
            <ac:picMk id="9" creationId="{97A371F7-1288-63EC-3C37-1572F27C3720}"/>
          </ac:picMkLst>
        </pc:picChg>
      </pc:sldChg>
      <pc:sldChg chg="modSp modNotes">
        <pc:chgData name="Cláudia Naumann" userId="S::naumann_nce.ufrj.br#ext#@cisco.onmicrosoft.com::2c14c15b-0266-4182-83e5-84c7c06e2959" providerId="AD" clId="Web-{8D97C98F-BBA3-DFF5-86D9-CFC5FCF62F86}" dt="2022-10-25T19:12:01.733" v="710"/>
        <pc:sldMkLst>
          <pc:docMk/>
          <pc:sldMk cId="0" sldId="266"/>
        </pc:sldMkLst>
        <pc:spChg chg="mod">
          <ac:chgData name="Cláudia Naumann" userId="S::naumann_nce.ufrj.br#ext#@cisco.onmicrosoft.com::2c14c15b-0266-4182-83e5-84c7c06e2959" providerId="AD" clId="Web-{8D97C98F-BBA3-DFF5-86D9-CFC5FCF62F86}" dt="2022-10-25T19:08:52.159" v="670" actId="14100"/>
          <ac:spMkLst>
            <pc:docMk/>
            <pc:sldMk cId="0" sldId="266"/>
            <ac:spMk id="3" creationId="{00000000-0000-0000-0000-000000000000}"/>
          </ac:spMkLst>
        </pc:spChg>
        <pc:spChg chg="mod">
          <ac:chgData name="Cláudia Naumann" userId="S::naumann_nce.ufrj.br#ext#@cisco.onmicrosoft.com::2c14c15b-0266-4182-83e5-84c7c06e2959" providerId="AD" clId="Web-{8D97C98F-BBA3-DFF5-86D9-CFC5FCF62F86}" dt="2022-10-25T19:08:56.112" v="671" actId="1076"/>
          <ac:spMkLst>
            <pc:docMk/>
            <pc:sldMk cId="0" sldId="266"/>
            <ac:spMk id="5" creationId="{00000000-0000-0000-0000-000000000000}"/>
          </ac:spMkLst>
        </pc:spChg>
      </pc:sldChg>
      <pc:sldChg chg="modSp">
        <pc:chgData name="Cláudia Naumann" userId="S::naumann_nce.ufrj.br#ext#@cisco.onmicrosoft.com::2c14c15b-0266-4182-83e5-84c7c06e2959" providerId="AD" clId="Web-{8D97C98F-BBA3-DFF5-86D9-CFC5FCF62F86}" dt="2022-10-25T19:15:18.448" v="809" actId="20577"/>
        <pc:sldMkLst>
          <pc:docMk/>
          <pc:sldMk cId="0" sldId="267"/>
        </pc:sldMkLst>
        <pc:spChg chg="mod">
          <ac:chgData name="Cláudia Naumann" userId="S::naumann_nce.ufrj.br#ext#@cisco.onmicrosoft.com::2c14c15b-0266-4182-83e5-84c7c06e2959" providerId="AD" clId="Web-{8D97C98F-BBA3-DFF5-86D9-CFC5FCF62F86}" dt="2022-10-25T19:15:18.448" v="809" actId="20577"/>
          <ac:spMkLst>
            <pc:docMk/>
            <pc:sldMk cId="0" sldId="267"/>
            <ac:spMk id="5" creationId="{00000000-0000-0000-0000-000000000000}"/>
          </ac:spMkLst>
        </pc:spChg>
      </pc:sldChg>
      <pc:sldChg chg="del">
        <pc:chgData name="Cláudia Naumann" userId="S::naumann_nce.ufrj.br#ext#@cisco.onmicrosoft.com::2c14c15b-0266-4182-83e5-84c7c06e2959" providerId="AD" clId="Web-{8D97C98F-BBA3-DFF5-86D9-CFC5FCF62F86}" dt="2022-10-25T19:12:33.266" v="711"/>
        <pc:sldMkLst>
          <pc:docMk/>
          <pc:sldMk cId="0" sldId="268"/>
        </pc:sldMkLst>
      </pc:sldChg>
      <pc:sldChg chg="modSp">
        <pc:chgData name="Cláudia Naumann" userId="S::naumann_nce.ufrj.br#ext#@cisco.onmicrosoft.com::2c14c15b-0266-4182-83e5-84c7c06e2959" providerId="AD" clId="Web-{8D97C98F-BBA3-DFF5-86D9-CFC5FCF62F86}" dt="2022-10-25T19:15:07.713" v="807" actId="1076"/>
        <pc:sldMkLst>
          <pc:docMk/>
          <pc:sldMk cId="0" sldId="269"/>
        </pc:sldMkLst>
        <pc:spChg chg="mod">
          <ac:chgData name="Cláudia Naumann" userId="S::naumann_nce.ufrj.br#ext#@cisco.onmicrosoft.com::2c14c15b-0266-4182-83e5-84c7c06e2959" providerId="AD" clId="Web-{8D97C98F-BBA3-DFF5-86D9-CFC5FCF62F86}" dt="2022-10-25T19:15:07.713" v="807" actId="1076"/>
          <ac:spMkLst>
            <pc:docMk/>
            <pc:sldMk cId="0" sldId="269"/>
            <ac:spMk id="5" creationId="{00000000-0000-0000-0000-000000000000}"/>
          </ac:spMkLst>
        </pc:spChg>
      </pc:sldChg>
      <pc:sldChg chg="modSp modNotes">
        <pc:chgData name="Cláudia Naumann" userId="S::naumann_nce.ufrj.br#ext#@cisco.onmicrosoft.com::2c14c15b-0266-4182-83e5-84c7c06e2959" providerId="AD" clId="Web-{8D97C98F-BBA3-DFF5-86D9-CFC5FCF62F86}" dt="2022-10-25T19:16:29.921" v="828" actId="14100"/>
        <pc:sldMkLst>
          <pc:docMk/>
          <pc:sldMk cId="0" sldId="270"/>
        </pc:sldMkLst>
        <pc:spChg chg="mod">
          <ac:chgData name="Cláudia Naumann" userId="S::naumann_nce.ufrj.br#ext#@cisco.onmicrosoft.com::2c14c15b-0266-4182-83e5-84c7c06e2959" providerId="AD" clId="Web-{8D97C98F-BBA3-DFF5-86D9-CFC5FCF62F86}" dt="2022-10-25T19:16:20.389" v="823" actId="14100"/>
          <ac:spMkLst>
            <pc:docMk/>
            <pc:sldMk cId="0" sldId="270"/>
            <ac:spMk id="3" creationId="{00000000-0000-0000-0000-000000000000}"/>
          </ac:spMkLst>
        </pc:spChg>
        <pc:spChg chg="mod">
          <ac:chgData name="Cláudia Naumann" userId="S::naumann_nce.ufrj.br#ext#@cisco.onmicrosoft.com::2c14c15b-0266-4182-83e5-84c7c06e2959" providerId="AD" clId="Web-{8D97C98F-BBA3-DFF5-86D9-CFC5FCF62F86}" dt="2022-10-25T19:16:29.921" v="828" actId="14100"/>
          <ac:spMkLst>
            <pc:docMk/>
            <pc:sldMk cId="0" sldId="270"/>
            <ac:spMk id="5" creationId="{00000000-0000-0000-0000-000000000000}"/>
          </ac:spMkLst>
        </pc:spChg>
      </pc:sldChg>
      <pc:sldChg chg="del">
        <pc:chgData name="Cláudia Naumann" userId="S::naumann_nce.ufrj.br#ext#@cisco.onmicrosoft.com::2c14c15b-0266-4182-83e5-84c7c06e2959" providerId="AD" clId="Web-{8D97C98F-BBA3-DFF5-86D9-CFC5FCF62F86}" dt="2022-10-25T19:16:40.640" v="829"/>
        <pc:sldMkLst>
          <pc:docMk/>
          <pc:sldMk cId="0" sldId="271"/>
        </pc:sldMkLst>
      </pc:sldChg>
      <pc:sldChg chg="modSp">
        <pc:chgData name="Cláudia Naumann" userId="S::naumann_nce.ufrj.br#ext#@cisco.onmicrosoft.com::2c14c15b-0266-4182-83e5-84c7c06e2959" providerId="AD" clId="Web-{8D97C98F-BBA3-DFF5-86D9-CFC5FCF62F86}" dt="2022-10-25T19:18:01.661" v="841" actId="14100"/>
        <pc:sldMkLst>
          <pc:docMk/>
          <pc:sldMk cId="0" sldId="272"/>
        </pc:sldMkLst>
        <pc:spChg chg="mod">
          <ac:chgData name="Cláudia Naumann" userId="S::naumann_nce.ufrj.br#ext#@cisco.onmicrosoft.com::2c14c15b-0266-4182-83e5-84c7c06e2959" providerId="AD" clId="Web-{8D97C98F-BBA3-DFF5-86D9-CFC5FCF62F86}" dt="2022-10-25T19:18:01.661" v="841" actId="14100"/>
          <ac:spMkLst>
            <pc:docMk/>
            <pc:sldMk cId="0" sldId="272"/>
            <ac:spMk id="5" creationId="{00000000-0000-0000-0000-000000000000}"/>
          </ac:spMkLst>
        </pc:spChg>
      </pc:sldChg>
      <pc:sldChg chg="del">
        <pc:chgData name="Cláudia Naumann" userId="S::naumann_nce.ufrj.br#ext#@cisco.onmicrosoft.com::2c14c15b-0266-4182-83e5-84c7c06e2959" providerId="AD" clId="Web-{8D97C98F-BBA3-DFF5-86D9-CFC5FCF62F86}" dt="2022-10-25T19:20:07.934" v="859"/>
        <pc:sldMkLst>
          <pc:docMk/>
          <pc:sldMk cId="0" sldId="273"/>
        </pc:sldMkLst>
      </pc:sldChg>
      <pc:sldChg chg="modSp modNotes">
        <pc:chgData name="Cláudia Naumann" userId="S::naumann_nce.ufrj.br#ext#@cisco.onmicrosoft.com::2c14c15b-0266-4182-83e5-84c7c06e2959" providerId="AD" clId="Web-{8D97C98F-BBA3-DFF5-86D9-CFC5FCF62F86}" dt="2022-10-25T19:21:10.235" v="860" actId="14100"/>
        <pc:sldMkLst>
          <pc:docMk/>
          <pc:sldMk cId="0" sldId="274"/>
        </pc:sldMkLst>
        <pc:spChg chg="mod">
          <ac:chgData name="Cláudia Naumann" userId="S::naumann_nce.ufrj.br#ext#@cisco.onmicrosoft.com::2c14c15b-0266-4182-83e5-84c7c06e2959" providerId="AD" clId="Web-{8D97C98F-BBA3-DFF5-86D9-CFC5FCF62F86}" dt="2022-10-25T19:21:10.235" v="860" actId="14100"/>
          <ac:spMkLst>
            <pc:docMk/>
            <pc:sldMk cId="0" sldId="274"/>
            <ac:spMk id="5" creationId="{00000000-0000-0000-0000-000000000000}"/>
          </ac:spMkLst>
        </pc:spChg>
      </pc:sldChg>
      <pc:sldChg chg="del">
        <pc:chgData name="Cláudia Naumann" userId="S::naumann_nce.ufrj.br#ext#@cisco.onmicrosoft.com::2c14c15b-0266-4182-83e5-84c7c06e2959" providerId="AD" clId="Web-{8D97C98F-BBA3-DFF5-86D9-CFC5FCF62F86}" dt="2022-10-25T19:24:26.184" v="870"/>
        <pc:sldMkLst>
          <pc:docMk/>
          <pc:sldMk cId="0" sldId="275"/>
        </pc:sldMkLst>
      </pc:sldChg>
      <pc:sldChg chg="modSp modNotes">
        <pc:chgData name="Cláudia Naumann" userId="S::naumann_nce.ufrj.br#ext#@cisco.onmicrosoft.com::2c14c15b-0266-4182-83e5-84c7c06e2959" providerId="AD" clId="Web-{8D97C98F-BBA3-DFF5-86D9-CFC5FCF62F86}" dt="2022-10-25T19:24:52.248" v="872" actId="14100"/>
        <pc:sldMkLst>
          <pc:docMk/>
          <pc:sldMk cId="0" sldId="276"/>
        </pc:sldMkLst>
        <pc:spChg chg="mod">
          <ac:chgData name="Cláudia Naumann" userId="S::naumann_nce.ufrj.br#ext#@cisco.onmicrosoft.com::2c14c15b-0266-4182-83e5-84c7c06e2959" providerId="AD" clId="Web-{8D97C98F-BBA3-DFF5-86D9-CFC5FCF62F86}" dt="2022-10-25T19:24:52.248" v="872" actId="14100"/>
          <ac:spMkLst>
            <pc:docMk/>
            <pc:sldMk cId="0" sldId="276"/>
            <ac:spMk id="3" creationId="{00000000-0000-0000-0000-000000000000}"/>
          </ac:spMkLst>
        </pc:spChg>
        <pc:spChg chg="mod">
          <ac:chgData name="Cláudia Naumann" userId="S::naumann_nce.ufrj.br#ext#@cisco.onmicrosoft.com::2c14c15b-0266-4182-83e5-84c7c06e2959" providerId="AD" clId="Web-{8D97C98F-BBA3-DFF5-86D9-CFC5FCF62F86}" dt="2022-10-25T19:24:46.623" v="871" actId="14100"/>
          <ac:spMkLst>
            <pc:docMk/>
            <pc:sldMk cId="0" sldId="276"/>
            <ac:spMk id="5" creationId="{00000000-0000-0000-0000-000000000000}"/>
          </ac:spMkLst>
        </pc:spChg>
      </pc:sldChg>
      <pc:sldChg chg="del">
        <pc:chgData name="Cláudia Naumann" userId="S::naumann_nce.ufrj.br#ext#@cisco.onmicrosoft.com::2c14c15b-0266-4182-83e5-84c7c06e2959" providerId="AD" clId="Web-{8D97C98F-BBA3-DFF5-86D9-CFC5FCF62F86}" dt="2022-10-25T19:25:33.954" v="887"/>
        <pc:sldMkLst>
          <pc:docMk/>
          <pc:sldMk cId="0" sldId="277"/>
        </pc:sldMkLst>
      </pc:sldChg>
      <pc:sldChg chg="modNotes">
        <pc:chgData name="Cláudia Naumann" userId="S::naumann_nce.ufrj.br#ext#@cisco.onmicrosoft.com::2c14c15b-0266-4182-83e5-84c7c06e2959" providerId="AD" clId="Web-{8D97C98F-BBA3-DFF5-86D9-CFC5FCF62F86}" dt="2022-10-25T19:25:31.157" v="886"/>
        <pc:sldMkLst>
          <pc:docMk/>
          <pc:sldMk cId="0" sldId="278"/>
        </pc:sldMkLst>
      </pc:sldChg>
      <pc:sldChg chg="del">
        <pc:chgData name="Cláudia Naumann" userId="S::naumann_nce.ufrj.br#ext#@cisco.onmicrosoft.com::2c14c15b-0266-4182-83e5-84c7c06e2959" providerId="AD" clId="Web-{8D97C98F-BBA3-DFF5-86D9-CFC5FCF62F86}" dt="2022-10-25T19:26:38.036" v="888"/>
        <pc:sldMkLst>
          <pc:docMk/>
          <pc:sldMk cId="0" sldId="279"/>
        </pc:sldMkLst>
      </pc:sldChg>
      <pc:sldChg chg="modNotes">
        <pc:chgData name="Cláudia Naumann" userId="S::naumann_nce.ufrj.br#ext#@cisco.onmicrosoft.com::2c14c15b-0266-4182-83e5-84c7c06e2959" providerId="AD" clId="Web-{8D97C98F-BBA3-DFF5-86D9-CFC5FCF62F86}" dt="2022-10-25T19:27:03.990" v="904"/>
        <pc:sldMkLst>
          <pc:docMk/>
          <pc:sldMk cId="0" sldId="280"/>
        </pc:sldMkLst>
      </pc:sldChg>
      <pc:sldChg chg="del">
        <pc:chgData name="Cláudia Naumann" userId="S::naumann_nce.ufrj.br#ext#@cisco.onmicrosoft.com::2c14c15b-0266-4182-83e5-84c7c06e2959" providerId="AD" clId="Web-{8D97C98F-BBA3-DFF5-86D9-CFC5FCF62F86}" dt="2022-10-25T19:27:05.865" v="905"/>
        <pc:sldMkLst>
          <pc:docMk/>
          <pc:sldMk cId="0" sldId="281"/>
        </pc:sldMkLst>
      </pc:sldChg>
      <pc:sldChg chg="del">
        <pc:chgData name="Cláudia Naumann" userId="S::naumann_nce.ufrj.br#ext#@cisco.onmicrosoft.com::2c14c15b-0266-4182-83e5-84c7c06e2959" providerId="AD" clId="Web-{8D97C98F-BBA3-DFF5-86D9-CFC5FCF62F86}" dt="2022-10-25T19:50:24.012" v="1731"/>
        <pc:sldMkLst>
          <pc:docMk/>
          <pc:sldMk cId="0" sldId="282"/>
        </pc:sldMkLst>
      </pc:sldChg>
      <pc:sldChg chg="modSp modNotes">
        <pc:chgData name="Cláudia Naumann" userId="S::naumann_nce.ufrj.br#ext#@cisco.onmicrosoft.com::2c14c15b-0266-4182-83e5-84c7c06e2959" providerId="AD" clId="Web-{8D97C98F-BBA3-DFF5-86D9-CFC5FCF62F86}" dt="2022-10-25T19:57:21.209" v="1881"/>
        <pc:sldMkLst>
          <pc:docMk/>
          <pc:sldMk cId="0" sldId="283"/>
        </pc:sldMkLst>
        <pc:spChg chg="mod">
          <ac:chgData name="Cláudia Naumann" userId="S::naumann_nce.ufrj.br#ext#@cisco.onmicrosoft.com::2c14c15b-0266-4182-83e5-84c7c06e2959" providerId="AD" clId="Web-{8D97C98F-BBA3-DFF5-86D9-CFC5FCF62F86}" dt="2022-10-25T19:51:19.250" v="1735" actId="14100"/>
          <ac:spMkLst>
            <pc:docMk/>
            <pc:sldMk cId="0" sldId="283"/>
            <ac:spMk id="3" creationId="{00000000-0000-0000-0000-000000000000}"/>
          </ac:spMkLst>
        </pc:spChg>
        <pc:spChg chg="mod">
          <ac:chgData name="Cláudia Naumann" userId="S::naumann_nce.ufrj.br#ext#@cisco.onmicrosoft.com::2c14c15b-0266-4182-83e5-84c7c06e2959" providerId="AD" clId="Web-{8D97C98F-BBA3-DFF5-86D9-CFC5FCF62F86}" dt="2022-10-25T19:56:41.957" v="1869" actId="20577"/>
          <ac:spMkLst>
            <pc:docMk/>
            <pc:sldMk cId="0" sldId="283"/>
            <ac:spMk id="5" creationId="{00000000-0000-0000-0000-000000000000}"/>
          </ac:spMkLst>
        </pc:spChg>
      </pc:sldChg>
      <pc:sldChg chg="del">
        <pc:chgData name="Cláudia Naumann" userId="S::naumann_nce.ufrj.br#ext#@cisco.onmicrosoft.com::2c14c15b-0266-4182-83e5-84c7c06e2959" providerId="AD" clId="Web-{8D97C98F-BBA3-DFF5-86D9-CFC5FCF62F86}" dt="2022-10-25T19:57:22.865" v="1882"/>
        <pc:sldMkLst>
          <pc:docMk/>
          <pc:sldMk cId="0" sldId="284"/>
        </pc:sldMkLst>
      </pc:sldChg>
      <pc:sldChg chg="modSp">
        <pc:chgData name="Cláudia Naumann" userId="S::naumann_nce.ufrj.br#ext#@cisco.onmicrosoft.com::2c14c15b-0266-4182-83e5-84c7c06e2959" providerId="AD" clId="Web-{8D97C98F-BBA3-DFF5-86D9-CFC5FCF62F86}" dt="2022-10-25T20:04:37.907" v="2034" actId="20577"/>
        <pc:sldMkLst>
          <pc:docMk/>
          <pc:sldMk cId="0" sldId="285"/>
        </pc:sldMkLst>
        <pc:spChg chg="mod">
          <ac:chgData name="Cláudia Naumann" userId="S::naumann_nce.ufrj.br#ext#@cisco.onmicrosoft.com::2c14c15b-0266-4182-83e5-84c7c06e2959" providerId="AD" clId="Web-{8D97C98F-BBA3-DFF5-86D9-CFC5FCF62F86}" dt="2022-10-25T19:58:17.853" v="1884" actId="14100"/>
          <ac:spMkLst>
            <pc:docMk/>
            <pc:sldMk cId="0" sldId="285"/>
            <ac:spMk id="3" creationId="{00000000-0000-0000-0000-000000000000}"/>
          </ac:spMkLst>
        </pc:spChg>
        <pc:spChg chg="mod">
          <ac:chgData name="Cláudia Naumann" userId="S::naumann_nce.ufrj.br#ext#@cisco.onmicrosoft.com::2c14c15b-0266-4182-83e5-84c7c06e2959" providerId="AD" clId="Web-{8D97C98F-BBA3-DFF5-86D9-CFC5FCF62F86}" dt="2022-10-25T20:04:37.907" v="2034" actId="20577"/>
          <ac:spMkLst>
            <pc:docMk/>
            <pc:sldMk cId="0" sldId="285"/>
            <ac:spMk id="5" creationId="{00000000-0000-0000-0000-000000000000}"/>
          </ac:spMkLst>
        </pc:spChg>
      </pc:sldChg>
      <pc:sldChg chg="addSp modSp">
        <pc:chgData name="Cláudia Naumann" userId="S::naumann_nce.ufrj.br#ext#@cisco.onmicrosoft.com::2c14c15b-0266-4182-83e5-84c7c06e2959" providerId="AD" clId="Web-{8D97C98F-BBA3-DFF5-86D9-CFC5FCF62F86}" dt="2022-10-25T20:14:20.411" v="2380" actId="1076"/>
        <pc:sldMkLst>
          <pc:docMk/>
          <pc:sldMk cId="0" sldId="286"/>
        </pc:sldMkLst>
        <pc:spChg chg="mod">
          <ac:chgData name="Cláudia Naumann" userId="S::naumann_nce.ufrj.br#ext#@cisco.onmicrosoft.com::2c14c15b-0266-4182-83e5-84c7c06e2959" providerId="AD" clId="Web-{8D97C98F-BBA3-DFF5-86D9-CFC5FCF62F86}" dt="2022-10-25T20:08:48.782" v="2071" actId="14100"/>
          <ac:spMkLst>
            <pc:docMk/>
            <pc:sldMk cId="0" sldId="286"/>
            <ac:spMk id="5" creationId="{00000000-0000-0000-0000-000000000000}"/>
          </ac:spMkLst>
        </pc:spChg>
        <pc:graphicFrameChg chg="add mod modGraphic">
          <ac:chgData name="Cláudia Naumann" userId="S::naumann_nce.ufrj.br#ext#@cisco.onmicrosoft.com::2c14c15b-0266-4182-83e5-84c7c06e2959" providerId="AD" clId="Web-{8D97C98F-BBA3-DFF5-86D9-CFC5FCF62F86}" dt="2022-10-25T20:14:20.411" v="2380" actId="1076"/>
          <ac:graphicFrameMkLst>
            <pc:docMk/>
            <pc:sldMk cId="0" sldId="286"/>
            <ac:graphicFrameMk id="4" creationId="{43132271-2C66-5578-C661-99E9B7095DF5}"/>
          </ac:graphicFrameMkLst>
        </pc:graphicFrameChg>
      </pc:sldChg>
      <pc:sldChg chg="addSp modSp modNotes">
        <pc:chgData name="Cláudia Naumann" userId="S::naumann_nce.ufrj.br#ext#@cisco.onmicrosoft.com::2c14c15b-0266-4182-83e5-84c7c06e2959" providerId="AD" clId="Web-{8D97C98F-BBA3-DFF5-86D9-CFC5FCF62F86}" dt="2022-10-25T20:25:01.512" v="2589"/>
        <pc:sldMkLst>
          <pc:docMk/>
          <pc:sldMk cId="0" sldId="287"/>
        </pc:sldMkLst>
        <pc:spChg chg="mod">
          <ac:chgData name="Cláudia Naumann" userId="S::naumann_nce.ufrj.br#ext#@cisco.onmicrosoft.com::2c14c15b-0266-4182-83e5-84c7c06e2959" providerId="AD" clId="Web-{8D97C98F-BBA3-DFF5-86D9-CFC5FCF62F86}" dt="2022-10-25T20:22:28.784" v="2488" actId="14100"/>
          <ac:spMkLst>
            <pc:docMk/>
            <pc:sldMk cId="0" sldId="287"/>
            <ac:spMk id="5" creationId="{00000000-0000-0000-0000-000000000000}"/>
          </ac:spMkLst>
        </pc:spChg>
        <pc:graphicFrameChg chg="add mod modGraphic">
          <ac:chgData name="Cláudia Naumann" userId="S::naumann_nce.ufrj.br#ext#@cisco.onmicrosoft.com::2c14c15b-0266-4182-83e5-84c7c06e2959" providerId="AD" clId="Web-{8D97C98F-BBA3-DFF5-86D9-CFC5FCF62F86}" dt="2022-10-25T20:24:14.275" v="2573" actId="1076"/>
          <ac:graphicFrameMkLst>
            <pc:docMk/>
            <pc:sldMk cId="0" sldId="287"/>
            <ac:graphicFrameMk id="4" creationId="{DDFD4C45-F28A-1BBF-9F8F-07FB7244494E}"/>
          </ac:graphicFrameMkLst>
        </pc:graphicFrameChg>
      </pc:sldChg>
      <pc:sldChg chg="del">
        <pc:chgData name="Cláudia Naumann" userId="S::naumann_nce.ufrj.br#ext#@cisco.onmicrosoft.com::2c14c15b-0266-4182-83e5-84c7c06e2959" providerId="AD" clId="Web-{8D97C98F-BBA3-DFF5-86D9-CFC5FCF62F86}" dt="2022-10-25T20:25:02.465" v="2590"/>
        <pc:sldMkLst>
          <pc:docMk/>
          <pc:sldMk cId="0" sldId="288"/>
        </pc:sldMkLst>
      </pc:sldChg>
      <pc:sldChg chg="modSp">
        <pc:chgData name="Cláudia Naumann" userId="S::naumann_nce.ufrj.br#ext#@cisco.onmicrosoft.com::2c14c15b-0266-4182-83e5-84c7c06e2959" providerId="AD" clId="Web-{8D97C98F-BBA3-DFF5-86D9-CFC5FCF62F86}" dt="2022-10-25T20:25:43.624" v="2593" actId="20577"/>
        <pc:sldMkLst>
          <pc:docMk/>
          <pc:sldMk cId="0" sldId="289"/>
        </pc:sldMkLst>
        <pc:spChg chg="mod">
          <ac:chgData name="Cláudia Naumann" userId="S::naumann_nce.ufrj.br#ext#@cisco.onmicrosoft.com::2c14c15b-0266-4182-83e5-84c7c06e2959" providerId="AD" clId="Web-{8D97C98F-BBA3-DFF5-86D9-CFC5FCF62F86}" dt="2022-10-25T20:25:31.858" v="2592" actId="14100"/>
          <ac:spMkLst>
            <pc:docMk/>
            <pc:sldMk cId="0" sldId="289"/>
            <ac:spMk id="3" creationId="{00000000-0000-0000-0000-000000000000}"/>
          </ac:spMkLst>
        </pc:spChg>
        <pc:spChg chg="mod">
          <ac:chgData name="Cláudia Naumann" userId="S::naumann_nce.ufrj.br#ext#@cisco.onmicrosoft.com::2c14c15b-0266-4182-83e5-84c7c06e2959" providerId="AD" clId="Web-{8D97C98F-BBA3-DFF5-86D9-CFC5FCF62F86}" dt="2022-10-25T20:25:43.624" v="2593" actId="20577"/>
          <ac:spMkLst>
            <pc:docMk/>
            <pc:sldMk cId="0" sldId="289"/>
            <ac:spMk id="5" creationId="{00000000-0000-0000-0000-000000000000}"/>
          </ac:spMkLst>
        </pc:spChg>
      </pc:sldChg>
      <pc:sldChg chg="modSp">
        <pc:chgData name="Cláudia Naumann" userId="S::naumann_nce.ufrj.br#ext#@cisco.onmicrosoft.com::2c14c15b-0266-4182-83e5-84c7c06e2959" providerId="AD" clId="Web-{8D97C98F-BBA3-DFF5-86D9-CFC5FCF62F86}" dt="2022-10-25T20:26:14.017" v="2594" actId="1076"/>
        <pc:sldMkLst>
          <pc:docMk/>
          <pc:sldMk cId="0" sldId="290"/>
        </pc:sldMkLst>
        <pc:spChg chg="mod">
          <ac:chgData name="Cláudia Naumann" userId="S::naumann_nce.ufrj.br#ext#@cisco.onmicrosoft.com::2c14c15b-0266-4182-83e5-84c7c06e2959" providerId="AD" clId="Web-{8D97C98F-BBA3-DFF5-86D9-CFC5FCF62F86}" dt="2022-10-25T20:26:14.017" v="2594" actId="1076"/>
          <ac:spMkLst>
            <pc:docMk/>
            <pc:sldMk cId="0" sldId="290"/>
            <ac:spMk id="5" creationId="{00000000-0000-0000-0000-000000000000}"/>
          </ac:spMkLst>
        </pc:spChg>
      </pc:sldChg>
      <pc:sldChg chg="del">
        <pc:chgData name="Cláudia Naumann" userId="S::naumann_nce.ufrj.br#ext#@cisco.onmicrosoft.com::2c14c15b-0266-4182-83e5-84c7c06e2959" providerId="AD" clId="Web-{8D97C98F-BBA3-DFF5-86D9-CFC5FCF62F86}" dt="2022-10-25T20:26:25.173" v="2595"/>
        <pc:sldMkLst>
          <pc:docMk/>
          <pc:sldMk cId="0" sldId="291"/>
        </pc:sldMkLst>
      </pc:sldChg>
      <pc:sldChg chg="modNotes">
        <pc:chgData name="Cláudia Naumann" userId="S::naumann_nce.ufrj.br#ext#@cisco.onmicrosoft.com::2c14c15b-0266-4182-83e5-84c7c06e2959" providerId="AD" clId="Web-{8D97C98F-BBA3-DFF5-86D9-CFC5FCF62F86}" dt="2022-10-25T20:28:41.869" v="2610"/>
        <pc:sldMkLst>
          <pc:docMk/>
          <pc:sldMk cId="0" sldId="292"/>
        </pc:sldMkLst>
      </pc:sldChg>
      <pc:sldChg chg="del">
        <pc:chgData name="Cláudia Naumann" userId="S::naumann_nce.ufrj.br#ext#@cisco.onmicrosoft.com::2c14c15b-0266-4182-83e5-84c7c06e2959" providerId="AD" clId="Web-{8D97C98F-BBA3-DFF5-86D9-CFC5FCF62F86}" dt="2022-10-25T20:28:43.213" v="2611"/>
        <pc:sldMkLst>
          <pc:docMk/>
          <pc:sldMk cId="0" sldId="293"/>
        </pc:sldMkLst>
      </pc:sldChg>
      <pc:sldChg chg="addSp delSp modSp">
        <pc:chgData name="Cláudia Naumann" userId="S::naumann_nce.ufrj.br#ext#@cisco.onmicrosoft.com::2c14c15b-0266-4182-83e5-84c7c06e2959" providerId="AD" clId="Web-{8D97C98F-BBA3-DFF5-86D9-CFC5FCF62F86}" dt="2022-10-25T20:43:07.140" v="3124" actId="1076"/>
        <pc:sldMkLst>
          <pc:docMk/>
          <pc:sldMk cId="0" sldId="294"/>
        </pc:sldMkLst>
        <pc:spChg chg="mod">
          <ac:chgData name="Cláudia Naumann" userId="S::naumann_nce.ufrj.br#ext#@cisco.onmicrosoft.com::2c14c15b-0266-4182-83e5-84c7c06e2959" providerId="AD" clId="Web-{8D97C98F-BBA3-DFF5-86D9-CFC5FCF62F86}" dt="2022-10-25T20:43:02.030" v="3123" actId="14100"/>
          <ac:spMkLst>
            <pc:docMk/>
            <pc:sldMk cId="0" sldId="294"/>
            <ac:spMk id="5" creationId="{00000000-0000-0000-0000-000000000000}"/>
          </ac:spMkLst>
        </pc:spChg>
        <pc:graphicFrameChg chg="add del mod modGraphic">
          <ac:chgData name="Cláudia Naumann" userId="S::naumann_nce.ufrj.br#ext#@cisco.onmicrosoft.com::2c14c15b-0266-4182-83e5-84c7c06e2959" providerId="AD" clId="Web-{8D97C98F-BBA3-DFF5-86D9-CFC5FCF62F86}" dt="2022-10-25T20:31:28.567" v="2627"/>
          <ac:graphicFrameMkLst>
            <pc:docMk/>
            <pc:sldMk cId="0" sldId="294"/>
            <ac:graphicFrameMk id="4" creationId="{827BD852-D4A5-3555-4C20-D52434CDA591}"/>
          </ac:graphicFrameMkLst>
        </pc:graphicFrameChg>
        <pc:graphicFrameChg chg="add mod modGraphic">
          <ac:chgData name="Cláudia Naumann" userId="S::naumann_nce.ufrj.br#ext#@cisco.onmicrosoft.com::2c14c15b-0266-4182-83e5-84c7c06e2959" providerId="AD" clId="Web-{8D97C98F-BBA3-DFF5-86D9-CFC5FCF62F86}" dt="2022-10-25T20:43:07.140" v="3124" actId="1076"/>
          <ac:graphicFrameMkLst>
            <pc:docMk/>
            <pc:sldMk cId="0" sldId="294"/>
            <ac:graphicFrameMk id="6" creationId="{1058249E-31DD-FFC4-7B5F-97D73251296D}"/>
          </ac:graphicFrameMkLst>
        </pc:graphicFrameChg>
      </pc:sldChg>
      <pc:sldChg chg="modSp">
        <pc:chgData name="Cláudia Naumann" userId="S::naumann_nce.ufrj.br#ext#@cisco.onmicrosoft.com::2c14c15b-0266-4182-83e5-84c7c06e2959" providerId="AD" clId="Web-{8D97C98F-BBA3-DFF5-86D9-CFC5FCF62F86}" dt="2022-10-25T20:53:13.083" v="3455" actId="20577"/>
        <pc:sldMkLst>
          <pc:docMk/>
          <pc:sldMk cId="0" sldId="295"/>
        </pc:sldMkLst>
        <pc:spChg chg="mod">
          <ac:chgData name="Cláudia Naumann" userId="S::naumann_nce.ufrj.br#ext#@cisco.onmicrosoft.com::2c14c15b-0266-4182-83e5-84c7c06e2959" providerId="AD" clId="Web-{8D97C98F-BBA3-DFF5-86D9-CFC5FCF62F86}" dt="2022-10-25T20:53:13.083" v="3455" actId="20577"/>
          <ac:spMkLst>
            <pc:docMk/>
            <pc:sldMk cId="0" sldId="295"/>
            <ac:spMk id="5" creationId="{00000000-0000-0000-0000-000000000000}"/>
          </ac:spMkLst>
        </pc:spChg>
      </pc:sldChg>
      <pc:sldChg chg="del">
        <pc:chgData name="Cláudia Naumann" userId="S::naumann_nce.ufrj.br#ext#@cisco.onmicrosoft.com::2c14c15b-0266-4182-83e5-84c7c06e2959" providerId="AD" clId="Web-{8D97C98F-BBA3-DFF5-86D9-CFC5FCF62F86}" dt="2022-10-25T20:57:14.613" v="3501"/>
        <pc:sldMkLst>
          <pc:docMk/>
          <pc:sldMk cId="0" sldId="296"/>
        </pc:sldMkLst>
      </pc:sldChg>
      <pc:sldChg chg="modSp">
        <pc:chgData name="Cláudia Naumann" userId="S::naumann_nce.ufrj.br#ext#@cisco.onmicrosoft.com::2c14c15b-0266-4182-83e5-84c7c06e2959" providerId="AD" clId="Web-{8D97C98F-BBA3-DFF5-86D9-CFC5FCF62F86}" dt="2022-10-25T20:59:29.308" v="3514" actId="14100"/>
        <pc:sldMkLst>
          <pc:docMk/>
          <pc:sldMk cId="0" sldId="297"/>
        </pc:sldMkLst>
        <pc:spChg chg="mod">
          <ac:chgData name="Cláudia Naumann" userId="S::naumann_nce.ufrj.br#ext#@cisco.onmicrosoft.com::2c14c15b-0266-4182-83e5-84c7c06e2959" providerId="AD" clId="Web-{8D97C98F-BBA3-DFF5-86D9-CFC5FCF62F86}" dt="2022-10-25T20:58:09.210" v="3503" actId="14100"/>
          <ac:spMkLst>
            <pc:docMk/>
            <pc:sldMk cId="0" sldId="297"/>
            <ac:spMk id="3" creationId="{00000000-0000-0000-0000-000000000000}"/>
          </ac:spMkLst>
        </pc:spChg>
        <pc:spChg chg="mod">
          <ac:chgData name="Cláudia Naumann" userId="S::naumann_nce.ufrj.br#ext#@cisco.onmicrosoft.com::2c14c15b-0266-4182-83e5-84c7c06e2959" providerId="AD" clId="Web-{8D97C98F-BBA3-DFF5-86D9-CFC5FCF62F86}" dt="2022-10-25T20:59:29.308" v="3514" actId="14100"/>
          <ac:spMkLst>
            <pc:docMk/>
            <pc:sldMk cId="0" sldId="297"/>
            <ac:spMk id="5" creationId="{00000000-0000-0000-0000-000000000000}"/>
          </ac:spMkLst>
        </pc:spChg>
      </pc:sldChg>
      <pc:sldChg chg="modSp">
        <pc:chgData name="Cláudia Naumann" userId="S::naumann_nce.ufrj.br#ext#@cisco.onmicrosoft.com::2c14c15b-0266-4182-83e5-84c7c06e2959" providerId="AD" clId="Web-{8D97C98F-BBA3-DFF5-86D9-CFC5FCF62F86}" dt="2022-10-25T21:11:07.085" v="3945" actId="14100"/>
        <pc:sldMkLst>
          <pc:docMk/>
          <pc:sldMk cId="0" sldId="298"/>
        </pc:sldMkLst>
        <pc:spChg chg="mod">
          <ac:chgData name="Cláudia Naumann" userId="S::naumann_nce.ufrj.br#ext#@cisco.onmicrosoft.com::2c14c15b-0266-4182-83e5-84c7c06e2959" providerId="AD" clId="Web-{8D97C98F-BBA3-DFF5-86D9-CFC5FCF62F86}" dt="2022-10-25T21:11:07.085" v="3945" actId="14100"/>
          <ac:spMkLst>
            <pc:docMk/>
            <pc:sldMk cId="0" sldId="298"/>
            <ac:spMk id="5" creationId="{00000000-0000-0000-0000-000000000000}"/>
          </ac:spMkLst>
        </pc:spChg>
      </pc:sldChg>
      <pc:sldChg chg="modSp">
        <pc:chgData name="Cláudia Naumann" userId="S::naumann_nce.ufrj.br#ext#@cisco.onmicrosoft.com::2c14c15b-0266-4182-83e5-84c7c06e2959" providerId="AD" clId="Web-{8D97C98F-BBA3-DFF5-86D9-CFC5FCF62F86}" dt="2022-10-25T21:12:58.607" v="3962" actId="20577"/>
        <pc:sldMkLst>
          <pc:docMk/>
          <pc:sldMk cId="0" sldId="300"/>
        </pc:sldMkLst>
        <pc:spChg chg="mod">
          <ac:chgData name="Cláudia Naumann" userId="S::naumann_nce.ufrj.br#ext#@cisco.onmicrosoft.com::2c14c15b-0266-4182-83e5-84c7c06e2959" providerId="AD" clId="Web-{8D97C98F-BBA3-DFF5-86D9-CFC5FCF62F86}" dt="2022-10-25T21:12:58.607" v="3962" actId="20577"/>
          <ac:spMkLst>
            <pc:docMk/>
            <pc:sldMk cId="0" sldId="300"/>
            <ac:spMk id="5" creationId="{00000000-0000-0000-0000-000000000000}"/>
          </ac:spMkLst>
        </pc:spChg>
      </pc:sldChg>
      <pc:sldChg chg="modSp">
        <pc:chgData name="Cláudia Naumann" userId="S::naumann_nce.ufrj.br#ext#@cisco.onmicrosoft.com::2c14c15b-0266-4182-83e5-84c7c06e2959" providerId="AD" clId="Web-{8D97C98F-BBA3-DFF5-86D9-CFC5FCF62F86}" dt="2022-10-25T21:13:28.781" v="3964" actId="14100"/>
        <pc:sldMkLst>
          <pc:docMk/>
          <pc:sldMk cId="0" sldId="301"/>
        </pc:sldMkLst>
        <pc:spChg chg="mod">
          <ac:chgData name="Cláudia Naumann" userId="S::naumann_nce.ufrj.br#ext#@cisco.onmicrosoft.com::2c14c15b-0266-4182-83e5-84c7c06e2959" providerId="AD" clId="Web-{8D97C98F-BBA3-DFF5-86D9-CFC5FCF62F86}" dt="2022-10-25T21:13:28.781" v="3964" actId="14100"/>
          <ac:spMkLst>
            <pc:docMk/>
            <pc:sldMk cId="0" sldId="301"/>
            <ac:spMk id="5" creationId="{00000000-0000-0000-0000-000000000000}"/>
          </ac:spMkLst>
        </pc:spChg>
      </pc:sldChg>
      <pc:sldChg chg="modSp">
        <pc:chgData name="Cláudia Naumann" userId="S::naumann_nce.ufrj.br#ext#@cisco.onmicrosoft.com::2c14c15b-0266-4182-83e5-84c7c06e2959" providerId="AD" clId="Web-{8D97C98F-BBA3-DFF5-86D9-CFC5FCF62F86}" dt="2022-10-25T22:13:20.332" v="4776" actId="20577"/>
        <pc:sldMkLst>
          <pc:docMk/>
          <pc:sldMk cId="0" sldId="303"/>
        </pc:sldMkLst>
        <pc:spChg chg="mod">
          <ac:chgData name="Cláudia Naumann" userId="S::naumann_nce.ufrj.br#ext#@cisco.onmicrosoft.com::2c14c15b-0266-4182-83e5-84c7c06e2959" providerId="AD" clId="Web-{8D97C98F-BBA3-DFF5-86D9-CFC5FCF62F86}" dt="2022-10-25T22:13:20.332" v="4776" actId="20577"/>
          <ac:spMkLst>
            <pc:docMk/>
            <pc:sldMk cId="0" sldId="303"/>
            <ac:spMk id="5" creationId="{00000000-0000-0000-0000-000000000000}"/>
          </ac:spMkLst>
        </pc:spChg>
      </pc:sldChg>
      <pc:sldChg chg="del">
        <pc:chgData name="Cláudia Naumann" userId="S::naumann_nce.ufrj.br#ext#@cisco.onmicrosoft.com::2c14c15b-0266-4182-83e5-84c7c06e2959" providerId="AD" clId="Web-{8D97C98F-BBA3-DFF5-86D9-CFC5FCF62F86}" dt="2022-10-25T21:16:37.151" v="3971"/>
        <pc:sldMkLst>
          <pc:docMk/>
          <pc:sldMk cId="0" sldId="304"/>
        </pc:sldMkLst>
      </pc:sldChg>
      <pc:sldChg chg="modSp">
        <pc:chgData name="Cláudia Naumann" userId="S::naumann_nce.ufrj.br#ext#@cisco.onmicrosoft.com::2c14c15b-0266-4182-83e5-84c7c06e2959" providerId="AD" clId="Web-{8D97C98F-BBA3-DFF5-86D9-CFC5FCF62F86}" dt="2022-10-25T15:43:10.163" v="236" actId="20577"/>
        <pc:sldMkLst>
          <pc:docMk/>
          <pc:sldMk cId="0" sldId="305"/>
        </pc:sldMkLst>
        <pc:spChg chg="mod">
          <ac:chgData name="Cláudia Naumann" userId="S::naumann_nce.ufrj.br#ext#@cisco.onmicrosoft.com::2c14c15b-0266-4182-83e5-84c7c06e2959" providerId="AD" clId="Web-{8D97C98F-BBA3-DFF5-86D9-CFC5FCF62F86}" dt="2022-10-25T15:43:10.163" v="236" actId="20577"/>
          <ac:spMkLst>
            <pc:docMk/>
            <pc:sldMk cId="0" sldId="305"/>
            <ac:spMk id="3" creationId="{00000000-0000-0000-0000-000000000000}"/>
          </ac:spMkLst>
        </pc:spChg>
      </pc:sldChg>
      <pc:sldChg chg="modSp">
        <pc:chgData name="Cláudia Naumann" userId="S::naumann_nce.ufrj.br#ext#@cisco.onmicrosoft.com::2c14c15b-0266-4182-83e5-84c7c06e2959" providerId="AD" clId="Web-{8D97C98F-BBA3-DFF5-86D9-CFC5FCF62F86}" dt="2022-10-25T15:42:57.569" v="233"/>
        <pc:sldMkLst>
          <pc:docMk/>
          <pc:sldMk cId="0" sldId="1074"/>
        </pc:sldMkLst>
        <pc:graphicFrameChg chg="mod modGraphic">
          <ac:chgData name="Cláudia Naumann" userId="S::naumann_nce.ufrj.br#ext#@cisco.onmicrosoft.com::2c14c15b-0266-4182-83e5-84c7c06e2959" providerId="AD" clId="Web-{8D97C98F-BBA3-DFF5-86D9-CFC5FCF62F86}" dt="2022-10-25T15:42:57.569" v="233"/>
          <ac:graphicFrameMkLst>
            <pc:docMk/>
            <pc:sldMk cId="0" sldId="1074"/>
            <ac:graphicFrameMk id="4" creationId="{40064EF4-EE2B-342C-EA9E-699582F380FF}"/>
          </ac:graphicFrameMkLst>
        </pc:graphicFrameChg>
      </pc:sldChg>
      <pc:sldChg chg="del">
        <pc:chgData name="Cláudia Naumann" userId="S::naumann_nce.ufrj.br#ext#@cisco.onmicrosoft.com::2c14c15b-0266-4182-83e5-84c7c06e2959" providerId="AD" clId="Web-{8D97C98F-BBA3-DFF5-86D9-CFC5FCF62F86}" dt="2022-10-25T15:43:03.069" v="234"/>
        <pc:sldMkLst>
          <pc:docMk/>
          <pc:sldMk cId="3094066351" sldId="1075"/>
        </pc:sldMkLst>
      </pc:sldChg>
      <pc:sldChg chg="modSp">
        <pc:chgData name="Cláudia Naumann" userId="S::naumann_nce.ufrj.br#ext#@cisco.onmicrosoft.com::2c14c15b-0266-4182-83e5-84c7c06e2959" providerId="AD" clId="Web-{8D97C98F-BBA3-DFF5-86D9-CFC5FCF62F86}" dt="2022-10-25T15:46:30.638" v="318" actId="20577"/>
        <pc:sldMkLst>
          <pc:docMk/>
          <pc:sldMk cId="0" sldId="1076"/>
        </pc:sldMkLst>
        <pc:spChg chg="mod">
          <ac:chgData name="Cláudia Naumann" userId="S::naumann_nce.ufrj.br#ext#@cisco.onmicrosoft.com::2c14c15b-0266-4182-83e5-84c7c06e2959" providerId="AD" clId="Web-{8D97C98F-BBA3-DFF5-86D9-CFC5FCF62F86}" dt="2022-10-25T15:46:30.638" v="318" actId="20577"/>
          <ac:spMkLst>
            <pc:docMk/>
            <pc:sldMk cId="0" sldId="1076"/>
            <ac:spMk id="3" creationId="{00000000-0000-0000-0000-000000000000}"/>
          </ac:spMkLst>
        </pc:spChg>
      </pc:sldChg>
      <pc:sldChg chg="del">
        <pc:chgData name="Cláudia Naumann" userId="S::naumann_nce.ufrj.br#ext#@cisco.onmicrosoft.com::2c14c15b-0266-4182-83e5-84c7c06e2959" providerId="AD" clId="Web-{8D97C98F-BBA3-DFF5-86D9-CFC5FCF62F86}" dt="2022-10-25T19:07:52.468" v="667"/>
        <pc:sldMkLst>
          <pc:docMk/>
          <pc:sldMk cId="915249617" sldId="1078"/>
        </pc:sldMkLst>
      </pc:sldChg>
      <pc:sldChg chg="del">
        <pc:chgData name="Cláudia Naumann" userId="S::naumann_nce.ufrj.br#ext#@cisco.onmicrosoft.com::2c14c15b-0266-4182-83e5-84c7c06e2959" providerId="AD" clId="Web-{8D97C98F-BBA3-DFF5-86D9-CFC5FCF62F86}" dt="2022-10-25T19:07:55.671" v="668"/>
        <pc:sldMkLst>
          <pc:docMk/>
          <pc:sldMk cId="3726955432" sldId="1079"/>
        </pc:sldMkLst>
      </pc:sldChg>
      <pc:sldChg chg="del">
        <pc:chgData name="Cláudia Naumann" userId="S::naumann_nce.ufrj.br#ext#@cisco.onmicrosoft.com::2c14c15b-0266-4182-83e5-84c7c06e2959" providerId="AD" clId="Web-{8D97C98F-BBA3-DFF5-86D9-CFC5FCF62F86}" dt="2022-10-25T19:08:09.969" v="669"/>
        <pc:sldMkLst>
          <pc:docMk/>
          <pc:sldMk cId="2500836948" sldId="1080"/>
        </pc:sldMkLst>
      </pc:sldChg>
      <pc:sldChg chg="modSp modNotes">
        <pc:chgData name="Cláudia Naumann" userId="S::naumann_nce.ufrj.br#ext#@cisco.onmicrosoft.com::2c14c15b-0266-4182-83e5-84c7c06e2959" providerId="AD" clId="Web-{8D97C98F-BBA3-DFF5-86D9-CFC5FCF62F86}" dt="2022-10-25T19:17:20.221" v="837"/>
        <pc:sldMkLst>
          <pc:docMk/>
          <pc:sldMk cId="3252905662" sldId="1081"/>
        </pc:sldMkLst>
        <pc:spChg chg="mod">
          <ac:chgData name="Cláudia Naumann" userId="S::naumann_nce.ufrj.br#ext#@cisco.onmicrosoft.com::2c14c15b-0266-4182-83e5-84c7c06e2959" providerId="AD" clId="Web-{8D97C98F-BBA3-DFF5-86D9-CFC5FCF62F86}" dt="2022-10-25T19:17:14.189" v="834" actId="20577"/>
          <ac:spMkLst>
            <pc:docMk/>
            <pc:sldMk cId="3252905662" sldId="1081"/>
            <ac:spMk id="3" creationId="{00000000-0000-0000-0000-000000000000}"/>
          </ac:spMkLst>
        </pc:spChg>
      </pc:sldChg>
      <pc:sldChg chg="del">
        <pc:chgData name="Cláudia Naumann" userId="S::naumann_nce.ufrj.br#ext#@cisco.onmicrosoft.com::2c14c15b-0266-4182-83e5-84c7c06e2959" providerId="AD" clId="Web-{8D97C98F-BBA3-DFF5-86D9-CFC5FCF62F86}" dt="2022-10-25T19:50:30.059" v="1732"/>
        <pc:sldMkLst>
          <pc:docMk/>
          <pc:sldMk cId="1997801197" sldId="1082"/>
        </pc:sldMkLst>
      </pc:sldChg>
      <pc:sldChg chg="del">
        <pc:chgData name="Cláudia Naumann" userId="S::naumann_nce.ufrj.br#ext#@cisco.onmicrosoft.com::2c14c15b-0266-4182-83e5-84c7c06e2959" providerId="AD" clId="Web-{8D97C98F-BBA3-DFF5-86D9-CFC5FCF62F86}" dt="2022-10-25T19:50:32.559" v="1733"/>
        <pc:sldMkLst>
          <pc:docMk/>
          <pc:sldMk cId="2636541604" sldId="1083"/>
        </pc:sldMkLst>
      </pc:sldChg>
      <pc:sldChg chg="del">
        <pc:chgData name="Cláudia Naumann" userId="S::naumann_nce.ufrj.br#ext#@cisco.onmicrosoft.com::2c14c15b-0266-4182-83e5-84c7c06e2959" providerId="AD" clId="Web-{8D97C98F-BBA3-DFF5-86D9-CFC5FCF62F86}" dt="2022-10-25T20:00:54.191" v="1925"/>
        <pc:sldMkLst>
          <pc:docMk/>
          <pc:sldMk cId="992605806" sldId="1084"/>
        </pc:sldMkLst>
      </pc:sldChg>
      <pc:sldChg chg="modSp modNotes">
        <pc:chgData name="Cláudia Naumann" userId="S::naumann_nce.ufrj.br#ext#@cisco.onmicrosoft.com::2c14c15b-0266-4182-83e5-84c7c06e2959" providerId="AD" clId="Web-{8D97C98F-BBA3-DFF5-86D9-CFC5FCF62F86}" dt="2022-10-25T20:05:34.895" v="2061" actId="14100"/>
        <pc:sldMkLst>
          <pc:docMk/>
          <pc:sldMk cId="4097363331" sldId="1085"/>
        </pc:sldMkLst>
        <pc:spChg chg="mod">
          <ac:chgData name="Cláudia Naumann" userId="S::naumann_nce.ufrj.br#ext#@cisco.onmicrosoft.com::2c14c15b-0266-4182-83e5-84c7c06e2959" providerId="AD" clId="Web-{8D97C98F-BBA3-DFF5-86D9-CFC5FCF62F86}" dt="2022-10-25T20:01:12.473" v="1937" actId="14100"/>
          <ac:spMkLst>
            <pc:docMk/>
            <pc:sldMk cId="4097363331" sldId="1085"/>
            <ac:spMk id="3" creationId="{00000000-0000-0000-0000-000000000000}"/>
          </ac:spMkLst>
        </pc:spChg>
        <pc:spChg chg="mod">
          <ac:chgData name="Cláudia Naumann" userId="S::naumann_nce.ufrj.br#ext#@cisco.onmicrosoft.com::2c14c15b-0266-4182-83e5-84c7c06e2959" providerId="AD" clId="Web-{8D97C98F-BBA3-DFF5-86D9-CFC5FCF62F86}" dt="2022-10-25T20:05:34.895" v="2061" actId="14100"/>
          <ac:spMkLst>
            <pc:docMk/>
            <pc:sldMk cId="4097363331" sldId="1085"/>
            <ac:spMk id="5" creationId="{00000000-0000-0000-0000-000000000000}"/>
          </ac:spMkLst>
        </pc:spChg>
      </pc:sldChg>
      <pc:sldChg chg="del">
        <pc:chgData name="Cláudia Naumann" userId="S::naumann_nce.ufrj.br#ext#@cisco.onmicrosoft.com::2c14c15b-0266-4182-83e5-84c7c06e2959" providerId="AD" clId="Web-{8D97C98F-BBA3-DFF5-86D9-CFC5FCF62F86}" dt="2022-10-25T20:15:05.633" v="2381"/>
        <pc:sldMkLst>
          <pc:docMk/>
          <pc:sldMk cId="3281170436" sldId="1086"/>
        </pc:sldMkLst>
      </pc:sldChg>
      <pc:sldChg chg="del">
        <pc:chgData name="Cláudia Naumann" userId="S::naumann_nce.ufrj.br#ext#@cisco.onmicrosoft.com::2c14c15b-0266-4182-83e5-84c7c06e2959" providerId="AD" clId="Web-{8D97C98F-BBA3-DFF5-86D9-CFC5FCF62F86}" dt="2022-10-25T20:24:40.370" v="2574"/>
        <pc:sldMkLst>
          <pc:docMk/>
          <pc:sldMk cId="2508110267" sldId="1087"/>
        </pc:sldMkLst>
      </pc:sldChg>
      <pc:sldChg chg="modSp del">
        <pc:chgData name="Cláudia Naumann" userId="S::naumann_nce.ufrj.br#ext#@cisco.onmicrosoft.com::2c14c15b-0266-4182-83e5-84c7c06e2959" providerId="AD" clId="Web-{8D97C98F-BBA3-DFF5-86D9-CFC5FCF62F86}" dt="2022-10-25T20:43:15.062" v="3125"/>
        <pc:sldMkLst>
          <pc:docMk/>
          <pc:sldMk cId="2436699986" sldId="1088"/>
        </pc:sldMkLst>
        <pc:spChg chg="mod">
          <ac:chgData name="Cláudia Naumann" userId="S::naumann_nce.ufrj.br#ext#@cisco.onmicrosoft.com::2c14c15b-0266-4182-83e5-84c7c06e2959" providerId="AD" clId="Web-{8D97C98F-BBA3-DFF5-86D9-CFC5FCF62F86}" dt="2022-10-25T20:31:16.769" v="2624" actId="20577"/>
          <ac:spMkLst>
            <pc:docMk/>
            <pc:sldMk cId="2436699986" sldId="1088"/>
            <ac:spMk id="5" creationId="{00000000-0000-0000-0000-000000000000}"/>
          </ac:spMkLst>
        </pc:spChg>
      </pc:sldChg>
      <pc:sldChg chg="addSp modSp modNotes">
        <pc:chgData name="Cláudia Naumann" userId="S::naumann_nce.ufrj.br#ext#@cisco.onmicrosoft.com::2c14c15b-0266-4182-83e5-84c7c06e2959" providerId="AD" clId="Web-{8D97C98F-BBA3-DFF5-86D9-CFC5FCF62F86}" dt="2022-10-25T20:49:56.540" v="3438"/>
        <pc:sldMkLst>
          <pc:docMk/>
          <pc:sldMk cId="826392832" sldId="1089"/>
        </pc:sldMkLst>
        <pc:spChg chg="mod">
          <ac:chgData name="Cláudia Naumann" userId="S::naumann_nce.ufrj.br#ext#@cisco.onmicrosoft.com::2c14c15b-0266-4182-83e5-84c7c06e2959" providerId="AD" clId="Web-{8D97C98F-BBA3-DFF5-86D9-CFC5FCF62F86}" dt="2022-10-25T20:43:27.907" v="3137" actId="14100"/>
          <ac:spMkLst>
            <pc:docMk/>
            <pc:sldMk cId="826392832" sldId="1089"/>
            <ac:spMk id="3" creationId="{00000000-0000-0000-0000-000000000000}"/>
          </ac:spMkLst>
        </pc:spChg>
        <pc:spChg chg="mod">
          <ac:chgData name="Cláudia Naumann" userId="S::naumann_nce.ufrj.br#ext#@cisco.onmicrosoft.com::2c14c15b-0266-4182-83e5-84c7c06e2959" providerId="AD" clId="Web-{8D97C98F-BBA3-DFF5-86D9-CFC5FCF62F86}" dt="2022-10-25T20:48:28.128" v="3330" actId="14100"/>
          <ac:spMkLst>
            <pc:docMk/>
            <pc:sldMk cId="826392832" sldId="1089"/>
            <ac:spMk id="5" creationId="{00000000-0000-0000-0000-000000000000}"/>
          </ac:spMkLst>
        </pc:spChg>
        <pc:graphicFrameChg chg="add mod modGraphic">
          <ac:chgData name="Cláudia Naumann" userId="S::naumann_nce.ufrj.br#ext#@cisco.onmicrosoft.com::2c14c15b-0266-4182-83e5-84c7c06e2959" providerId="AD" clId="Web-{8D97C98F-BBA3-DFF5-86D9-CFC5FCF62F86}" dt="2022-10-25T20:49:56.540" v="3438"/>
          <ac:graphicFrameMkLst>
            <pc:docMk/>
            <pc:sldMk cId="826392832" sldId="1089"/>
            <ac:graphicFrameMk id="4" creationId="{94BC45E4-E3FD-B157-EB90-FFC60455258F}"/>
          </ac:graphicFrameMkLst>
        </pc:graphicFrameChg>
      </pc:sldChg>
      <pc:sldChg chg="del">
        <pc:chgData name="Cláudia Naumann" userId="S::naumann_nce.ufrj.br#ext#@cisco.onmicrosoft.com::2c14c15b-0266-4182-83e5-84c7c06e2959" providerId="AD" clId="Web-{8D97C98F-BBA3-DFF5-86D9-CFC5FCF62F86}" dt="2022-10-25T20:50:05.962" v="3439"/>
        <pc:sldMkLst>
          <pc:docMk/>
          <pc:sldMk cId="4133474921" sldId="1090"/>
        </pc:sldMkLst>
      </pc:sldChg>
      <pc:sldChg chg="modSp modNotes">
        <pc:chgData name="Cláudia Naumann" userId="S::naumann_nce.ufrj.br#ext#@cisco.onmicrosoft.com::2c14c15b-0266-4182-83e5-84c7c06e2959" providerId="AD" clId="Web-{8D97C98F-BBA3-DFF5-86D9-CFC5FCF62F86}" dt="2022-10-25T20:57:11.847" v="3500"/>
        <pc:sldMkLst>
          <pc:docMk/>
          <pc:sldMk cId="92120793" sldId="1091"/>
        </pc:sldMkLst>
        <pc:spChg chg="mod">
          <ac:chgData name="Cláudia Naumann" userId="S::naumann_nce.ufrj.br#ext#@cisco.onmicrosoft.com::2c14c15b-0266-4182-83e5-84c7c06e2959" providerId="AD" clId="Web-{8D97C98F-BBA3-DFF5-86D9-CFC5FCF62F86}" dt="2022-10-25T20:53:19.630" v="3461" actId="14100"/>
          <ac:spMkLst>
            <pc:docMk/>
            <pc:sldMk cId="92120793" sldId="1091"/>
            <ac:spMk id="3" creationId="{00000000-0000-0000-0000-000000000000}"/>
          </ac:spMkLst>
        </pc:spChg>
        <pc:spChg chg="mod">
          <ac:chgData name="Cláudia Naumann" userId="S::naumann_nce.ufrj.br#ext#@cisco.onmicrosoft.com::2c14c15b-0266-4182-83e5-84c7c06e2959" providerId="AD" clId="Web-{8D97C98F-BBA3-DFF5-86D9-CFC5FCF62F86}" dt="2022-10-25T20:56:51.736" v="3487" actId="14100"/>
          <ac:spMkLst>
            <pc:docMk/>
            <pc:sldMk cId="92120793" sldId="1091"/>
            <ac:spMk id="5" creationId="{00000000-0000-0000-0000-000000000000}"/>
          </ac:spMkLst>
        </pc:spChg>
      </pc:sldChg>
      <pc:sldChg chg="addSp modSp modNotes">
        <pc:chgData name="Cláudia Naumann" userId="S::naumann_nce.ufrj.br#ext#@cisco.onmicrosoft.com::2c14c15b-0266-4182-83e5-84c7c06e2959" providerId="AD" clId="Web-{8D97C98F-BBA3-DFF5-86D9-CFC5FCF62F86}" dt="2022-10-25T21:09:15.281" v="3932"/>
        <pc:sldMkLst>
          <pc:docMk/>
          <pc:sldMk cId="1567832863" sldId="1092"/>
        </pc:sldMkLst>
        <pc:spChg chg="mod">
          <ac:chgData name="Cláudia Naumann" userId="S::naumann_nce.ufrj.br#ext#@cisco.onmicrosoft.com::2c14c15b-0266-4182-83e5-84c7c06e2959" providerId="AD" clId="Web-{8D97C98F-BBA3-DFF5-86D9-CFC5FCF62F86}" dt="2022-10-25T21:06:19.505" v="3898" actId="20577"/>
          <ac:spMkLst>
            <pc:docMk/>
            <pc:sldMk cId="1567832863" sldId="1092"/>
            <ac:spMk id="3" creationId="{00000000-0000-0000-0000-000000000000}"/>
          </ac:spMkLst>
        </pc:spChg>
        <pc:spChg chg="mod">
          <ac:chgData name="Cláudia Naumann" userId="S::naumann_nce.ufrj.br#ext#@cisco.onmicrosoft.com::2c14c15b-0266-4182-83e5-84c7c06e2959" providerId="AD" clId="Web-{8D97C98F-BBA3-DFF5-86D9-CFC5FCF62F86}" dt="2022-10-25T21:07:10.649" v="3909" actId="1076"/>
          <ac:spMkLst>
            <pc:docMk/>
            <pc:sldMk cId="1567832863" sldId="1092"/>
            <ac:spMk id="5" creationId="{00000000-0000-0000-0000-000000000000}"/>
          </ac:spMkLst>
        </pc:spChg>
        <pc:spChg chg="add mod">
          <ac:chgData name="Cláudia Naumann" userId="S::naumann_nce.ufrj.br#ext#@cisco.onmicrosoft.com::2c14c15b-0266-4182-83e5-84c7c06e2959" providerId="AD" clId="Web-{8D97C98F-BBA3-DFF5-86D9-CFC5FCF62F86}" dt="2022-10-25T21:09:10.249" v="3930" actId="1076"/>
          <ac:spMkLst>
            <pc:docMk/>
            <pc:sldMk cId="1567832863" sldId="1092"/>
            <ac:spMk id="6" creationId="{7255204F-FE7F-F93D-C650-0B945F9F6A7E}"/>
          </ac:spMkLst>
        </pc:spChg>
        <pc:graphicFrameChg chg="add mod modGraphic">
          <ac:chgData name="Cláudia Naumann" userId="S::naumann_nce.ufrj.br#ext#@cisco.onmicrosoft.com::2c14c15b-0266-4182-83e5-84c7c06e2959" providerId="AD" clId="Web-{8D97C98F-BBA3-DFF5-86D9-CFC5FCF62F86}" dt="2022-10-25T21:09:15.281" v="3932"/>
          <ac:graphicFrameMkLst>
            <pc:docMk/>
            <pc:sldMk cId="1567832863" sldId="1092"/>
            <ac:graphicFrameMk id="4" creationId="{B5000189-6EB0-091C-E448-F7440C098F05}"/>
          </ac:graphicFrameMkLst>
        </pc:graphicFrameChg>
      </pc:sldChg>
      <pc:sldChg chg="del">
        <pc:chgData name="Cláudia Naumann" userId="S::naumann_nce.ufrj.br#ext#@cisco.onmicrosoft.com::2c14c15b-0266-4182-83e5-84c7c06e2959" providerId="AD" clId="Web-{8D97C98F-BBA3-DFF5-86D9-CFC5FCF62F86}" dt="2022-10-25T21:09:24.813" v="3933"/>
        <pc:sldMkLst>
          <pc:docMk/>
          <pc:sldMk cId="2903116732" sldId="1093"/>
        </pc:sldMkLst>
      </pc:sldChg>
      <pc:sldChg chg="modSp del">
        <pc:chgData name="Cláudia Naumann" userId="S::naumann_nce.ufrj.br#ext#@cisco.onmicrosoft.com::2c14c15b-0266-4182-83e5-84c7c06e2959" providerId="AD" clId="Web-{8D97C98F-BBA3-DFF5-86D9-CFC5FCF62F86}" dt="2022-10-25T21:53:25.264" v="3978"/>
        <pc:sldMkLst>
          <pc:docMk/>
          <pc:sldMk cId="163637073" sldId="1094"/>
        </pc:sldMkLst>
        <pc:spChg chg="mod">
          <ac:chgData name="Cláudia Naumann" userId="S::naumann_nce.ufrj.br#ext#@cisco.onmicrosoft.com::2c14c15b-0266-4182-83e5-84c7c06e2959" providerId="AD" clId="Web-{8D97C98F-BBA3-DFF5-86D9-CFC5FCF62F86}" dt="2022-10-25T21:53:14.170" v="3972" actId="20577"/>
          <ac:spMkLst>
            <pc:docMk/>
            <pc:sldMk cId="163637073" sldId="1094"/>
            <ac:spMk id="5" creationId="{00000000-0000-0000-0000-000000000000}"/>
          </ac:spMkLst>
        </pc:spChg>
      </pc:sldChg>
      <pc:sldChg chg="modSp modNotes">
        <pc:chgData name="Cláudia Naumann" userId="S::naumann_nce.ufrj.br#ext#@cisco.onmicrosoft.com::2c14c15b-0266-4182-83e5-84c7c06e2959" providerId="AD" clId="Web-{8D97C98F-BBA3-DFF5-86D9-CFC5FCF62F86}" dt="2022-10-25T22:19:08.156" v="5187"/>
        <pc:sldMkLst>
          <pc:docMk/>
          <pc:sldMk cId="4266815401" sldId="1095"/>
        </pc:sldMkLst>
        <pc:spChg chg="mod">
          <ac:chgData name="Cláudia Naumann" userId="S::naumann_nce.ufrj.br#ext#@cisco.onmicrosoft.com::2c14c15b-0266-4182-83e5-84c7c06e2959" providerId="AD" clId="Web-{8D97C98F-BBA3-DFF5-86D9-CFC5FCF62F86}" dt="2022-10-25T22:18:59.327" v="5178" actId="20577"/>
          <ac:spMkLst>
            <pc:docMk/>
            <pc:sldMk cId="4266815401" sldId="1095"/>
            <ac:spMk id="3" creationId="{00000000-0000-0000-0000-000000000000}"/>
          </ac:spMkLst>
        </pc:spChg>
        <pc:spChg chg="mod">
          <ac:chgData name="Cláudia Naumann" userId="S::naumann_nce.ufrj.br#ext#@cisco.onmicrosoft.com::2c14c15b-0266-4182-83e5-84c7c06e2959" providerId="AD" clId="Web-{8D97C98F-BBA3-DFF5-86D9-CFC5FCF62F86}" dt="2022-10-25T22:18:14.654" v="5172" actId="14100"/>
          <ac:spMkLst>
            <pc:docMk/>
            <pc:sldMk cId="4266815401" sldId="1095"/>
            <ac:spMk id="5" creationId="{00000000-0000-0000-0000-000000000000}"/>
          </ac:spMkLst>
        </pc:spChg>
      </pc:sldChg>
      <pc:sldChg chg="modSp del">
        <pc:chgData name="Cláudia Naumann" userId="S::naumann_nce.ufrj.br#ext#@cisco.onmicrosoft.com::2c14c15b-0266-4182-83e5-84c7c06e2959" providerId="AD" clId="Web-{8D97C98F-BBA3-DFF5-86D9-CFC5FCF62F86}" dt="2022-10-25T22:18:51.796" v="5173"/>
        <pc:sldMkLst>
          <pc:docMk/>
          <pc:sldMk cId="2778763676" sldId="1096"/>
        </pc:sldMkLst>
        <pc:spChg chg="mod">
          <ac:chgData name="Cláudia Naumann" userId="S::naumann_nce.ufrj.br#ext#@cisco.onmicrosoft.com::2c14c15b-0266-4182-83e5-84c7c06e2959" providerId="AD" clId="Web-{8D97C98F-BBA3-DFF5-86D9-CFC5FCF62F86}" dt="2022-10-25T22:18:07.326" v="5168" actId="20577"/>
          <ac:spMkLst>
            <pc:docMk/>
            <pc:sldMk cId="2778763676" sldId="1096"/>
            <ac:spMk id="5" creationId="{00000000-0000-0000-0000-000000000000}"/>
          </ac:spMkLst>
        </pc:spChg>
      </pc:sldChg>
      <pc:sldChg chg="modSp del">
        <pc:chgData name="Cláudia Naumann" userId="S::naumann_nce.ufrj.br#ext#@cisco.onmicrosoft.com::2c14c15b-0266-4182-83e5-84c7c06e2959" providerId="AD" clId="Web-{8D97C98F-BBA3-DFF5-86D9-CFC5FCF62F86}" dt="2022-10-25T21:59:33.744" v="4194"/>
        <pc:sldMkLst>
          <pc:docMk/>
          <pc:sldMk cId="2174848583" sldId="1097"/>
        </pc:sldMkLst>
        <pc:spChg chg="mod">
          <ac:chgData name="Cláudia Naumann" userId="S::naumann_nce.ufrj.br#ext#@cisco.onmicrosoft.com::2c14c15b-0266-4182-83e5-84c7c06e2959" providerId="AD" clId="Web-{8D97C98F-BBA3-DFF5-86D9-CFC5FCF62F86}" dt="2022-10-25T21:59:26.619" v="4190" actId="20577"/>
          <ac:spMkLst>
            <pc:docMk/>
            <pc:sldMk cId="2174848583" sldId="1097"/>
            <ac:spMk id="5" creationId="{00000000-0000-0000-0000-000000000000}"/>
          </ac:spMkLst>
        </pc:spChg>
      </pc:sldChg>
      <pc:sldChg chg="modSp del">
        <pc:chgData name="Cláudia Naumann" userId="S::naumann_nce.ufrj.br#ext#@cisco.onmicrosoft.com::2c14c15b-0266-4182-83e5-84c7c06e2959" providerId="AD" clId="Web-{8D97C98F-BBA3-DFF5-86D9-CFC5FCF62F86}" dt="2022-10-25T22:07:03.305" v="4544"/>
        <pc:sldMkLst>
          <pc:docMk/>
          <pc:sldMk cId="874329266" sldId="1098"/>
        </pc:sldMkLst>
        <pc:spChg chg="mod">
          <ac:chgData name="Cláudia Naumann" userId="S::naumann_nce.ufrj.br#ext#@cisco.onmicrosoft.com::2c14c15b-0266-4182-83e5-84c7c06e2959" providerId="AD" clId="Web-{8D97C98F-BBA3-DFF5-86D9-CFC5FCF62F86}" dt="2022-10-25T22:06:50.367" v="4539" actId="20577"/>
          <ac:spMkLst>
            <pc:docMk/>
            <pc:sldMk cId="874329266" sldId="1098"/>
            <ac:spMk id="5" creationId="{00000000-0000-0000-0000-000000000000}"/>
          </ac:spMkLst>
        </pc:spChg>
      </pc:sldChg>
      <pc:sldChg chg="modSp modNotes">
        <pc:chgData name="Cláudia Naumann" userId="S::naumann_nce.ufrj.br#ext#@cisco.onmicrosoft.com::2c14c15b-0266-4182-83e5-84c7c06e2959" providerId="AD" clId="Web-{8D97C98F-BBA3-DFF5-86D9-CFC5FCF62F86}" dt="2022-10-25T22:23:21.179" v="5887"/>
        <pc:sldMkLst>
          <pc:docMk/>
          <pc:sldMk cId="3482539533" sldId="1099"/>
        </pc:sldMkLst>
        <pc:graphicFrameChg chg="mod modGraphic">
          <ac:chgData name="Cláudia Naumann" userId="S::naumann_nce.ufrj.br#ext#@cisco.onmicrosoft.com::2c14c15b-0266-4182-83e5-84c7c06e2959" providerId="AD" clId="Web-{8D97C98F-BBA3-DFF5-86D9-CFC5FCF62F86}" dt="2022-10-25T22:23:21.179" v="5887"/>
          <ac:graphicFrameMkLst>
            <pc:docMk/>
            <pc:sldMk cId="3482539533" sldId="1099"/>
            <ac:graphicFrameMk id="3" creationId="{00000000-0000-0000-0000-000000000000}"/>
          </ac:graphicFrameMkLst>
        </pc:graphicFrameChg>
      </pc:sldChg>
      <pc:sldChg chg="add del replId">
        <pc:chgData name="Cláudia Naumann" userId="S::naumann_nce.ufrj.br#ext#@cisco.onmicrosoft.com::2c14c15b-0266-4182-83e5-84c7c06e2959" providerId="AD" clId="Web-{8D97C98F-BBA3-DFF5-86D9-CFC5FCF62F86}" dt="2022-10-25T18:46:29.578" v="352"/>
        <pc:sldMkLst>
          <pc:docMk/>
          <pc:sldMk cId="173218440" sldId="1100"/>
        </pc:sldMkLst>
      </pc:sldChg>
      <pc:sldChg chg="addSp modSp add">
        <pc:chgData name="Cláudia Naumann" userId="S::naumann_nce.ufrj.br#ext#@cisco.onmicrosoft.com::2c14c15b-0266-4182-83e5-84c7c06e2959" providerId="AD" clId="Web-{8D97C98F-BBA3-DFF5-86D9-CFC5FCF62F86}" dt="2022-10-25T19:49:55.182" v="1730" actId="1076"/>
        <pc:sldMkLst>
          <pc:docMk/>
          <pc:sldMk cId="2426840431" sldId="1100"/>
        </pc:sldMkLst>
        <pc:spChg chg="mod">
          <ac:chgData name="Cláudia Naumann" userId="S::naumann_nce.ufrj.br#ext#@cisco.onmicrosoft.com::2c14c15b-0266-4182-83e5-84c7c06e2959" providerId="AD" clId="Web-{8D97C98F-BBA3-DFF5-86D9-CFC5FCF62F86}" dt="2022-10-25T19:49:48.322" v="1728" actId="14100"/>
          <ac:spMkLst>
            <pc:docMk/>
            <pc:sldMk cId="2426840431" sldId="1100"/>
            <ac:spMk id="5" creationId="{00000000-0000-0000-0000-000000000000}"/>
          </ac:spMkLst>
        </pc:spChg>
        <pc:graphicFrameChg chg="add mod modGraphic">
          <ac:chgData name="Cláudia Naumann" userId="S::naumann_nce.ufrj.br#ext#@cisco.onmicrosoft.com::2c14c15b-0266-4182-83e5-84c7c06e2959" providerId="AD" clId="Web-{8D97C98F-BBA3-DFF5-86D9-CFC5FCF62F86}" dt="2022-10-25T19:49:55.182" v="1730" actId="1076"/>
          <ac:graphicFrameMkLst>
            <pc:docMk/>
            <pc:sldMk cId="2426840431" sldId="1100"/>
            <ac:graphicFrameMk id="4" creationId="{1AD3C29F-41C0-9869-D3D6-5C93E373967B}"/>
          </ac:graphicFrameMkLst>
        </pc:graphicFrameChg>
      </pc:sldChg>
      <pc:sldChg chg="add del">
        <pc:chgData name="Cláudia Naumann" userId="S::naumann_nce.ufrj.br#ext#@cisco.onmicrosoft.com::2c14c15b-0266-4182-83e5-84c7c06e2959" providerId="AD" clId="Web-{8D97C98F-BBA3-DFF5-86D9-CFC5FCF62F86}" dt="2022-10-25T20:15:07.164" v="2382"/>
        <pc:sldMkLst>
          <pc:docMk/>
          <pc:sldMk cId="4213169403" sldId="1101"/>
        </pc:sldMkLst>
      </pc:sldChg>
    </pc:docChg>
  </pc:docChgLst>
  <pc:docChgLst>
    <pc:chgData name="Anna Bolen -X (abolen - UNICON INC at Cisco)" userId="8fcf5b57-97b6-40ce-9683-275924855fa8" providerId="ADAL" clId="{444D0818-F84C-4D73-A98C-EA3C9131FF71}"/>
    <pc:docChg chg="undo custSel delSld modSld">
      <pc:chgData name="Anna Bolen -X (abolen - UNICON INC at Cisco)" userId="8fcf5b57-97b6-40ce-9683-275924855fa8" providerId="ADAL" clId="{444D0818-F84C-4D73-A98C-EA3C9131FF71}" dt="2022-11-10T17:38:30.767" v="200" actId="729"/>
      <pc:docMkLst>
        <pc:docMk/>
      </pc:docMkLst>
      <pc:sldChg chg="modSp mod">
        <pc:chgData name="Anna Bolen -X (abolen - UNICON INC at Cisco)" userId="8fcf5b57-97b6-40ce-9683-275924855fa8" providerId="ADAL" clId="{444D0818-F84C-4D73-A98C-EA3C9131FF71}" dt="2022-11-10T15:29:21.161" v="0" actId="14100"/>
        <pc:sldMkLst>
          <pc:docMk/>
          <pc:sldMk cId="0" sldId="256"/>
        </pc:sldMkLst>
        <pc:spChg chg="mod">
          <ac:chgData name="Anna Bolen -X (abolen - UNICON INC at Cisco)" userId="8fcf5b57-97b6-40ce-9683-275924855fa8" providerId="ADAL" clId="{444D0818-F84C-4D73-A98C-EA3C9131FF71}" dt="2022-11-10T15:29:21.161" v="0" actId="14100"/>
          <ac:spMkLst>
            <pc:docMk/>
            <pc:sldMk cId="0" sldId="256"/>
            <ac:spMk id="3" creationId="{00000000-0000-0000-0000-000000000000}"/>
          </ac:spMkLst>
        </pc:spChg>
      </pc:sldChg>
      <pc:sldChg chg="modNotesTx">
        <pc:chgData name="Anna Bolen -X (abolen - UNICON INC at Cisco)" userId="8fcf5b57-97b6-40ce-9683-275924855fa8" providerId="ADAL" clId="{444D0818-F84C-4D73-A98C-EA3C9131FF71}" dt="2022-11-10T15:51:04.149" v="51" actId="20577"/>
        <pc:sldMkLst>
          <pc:docMk/>
          <pc:sldMk cId="0" sldId="263"/>
        </pc:sldMkLst>
      </pc:sldChg>
      <pc:sldChg chg="delSp modSp mod modNotesTx">
        <pc:chgData name="Anna Bolen -X (abolen - UNICON INC at Cisco)" userId="8fcf5b57-97b6-40ce-9683-275924855fa8" providerId="ADAL" clId="{444D0818-F84C-4D73-A98C-EA3C9131FF71}" dt="2022-11-10T15:55:27.855" v="76" actId="20577"/>
        <pc:sldMkLst>
          <pc:docMk/>
          <pc:sldMk cId="0" sldId="265"/>
        </pc:sldMkLst>
        <pc:spChg chg="ord">
          <ac:chgData name="Anna Bolen -X (abolen - UNICON INC at Cisco)" userId="8fcf5b57-97b6-40ce-9683-275924855fa8" providerId="ADAL" clId="{444D0818-F84C-4D73-A98C-EA3C9131FF71}" dt="2022-11-10T15:52:45.106" v="66" actId="13244"/>
          <ac:spMkLst>
            <pc:docMk/>
            <pc:sldMk cId="0" sldId="265"/>
            <ac:spMk id="4" creationId="{497A7A50-4C43-EBA2-7260-16C582964CBB}"/>
          </ac:spMkLst>
        </pc:spChg>
        <pc:spChg chg="del mod">
          <ac:chgData name="Anna Bolen -X (abolen - UNICON INC at Cisco)" userId="8fcf5b57-97b6-40ce-9683-275924855fa8" providerId="ADAL" clId="{444D0818-F84C-4D73-A98C-EA3C9131FF71}" dt="2022-11-10T15:52:35.080" v="65" actId="478"/>
          <ac:spMkLst>
            <pc:docMk/>
            <pc:sldMk cId="0" sldId="265"/>
            <ac:spMk id="5" creationId="{00000000-0000-0000-0000-000000000000}"/>
          </ac:spMkLst>
        </pc:spChg>
        <pc:spChg chg="ord">
          <ac:chgData name="Anna Bolen -X (abolen - UNICON INC at Cisco)" userId="8fcf5b57-97b6-40ce-9683-275924855fa8" providerId="ADAL" clId="{444D0818-F84C-4D73-A98C-EA3C9131FF71}" dt="2022-11-10T15:52:20.042" v="64" actId="13244"/>
          <ac:spMkLst>
            <pc:docMk/>
            <pc:sldMk cId="0" sldId="265"/>
            <ac:spMk id="6" creationId="{6D89B345-A757-DF46-F572-6BE889C2E262}"/>
          </ac:spMkLst>
        </pc:spChg>
        <pc:spChg chg="ord">
          <ac:chgData name="Anna Bolen -X (abolen - UNICON INC at Cisco)" userId="8fcf5b57-97b6-40ce-9683-275924855fa8" providerId="ADAL" clId="{444D0818-F84C-4D73-A98C-EA3C9131FF71}" dt="2022-11-10T15:52:55.940" v="67" actId="13244"/>
          <ac:spMkLst>
            <pc:docMk/>
            <pc:sldMk cId="0" sldId="265"/>
            <ac:spMk id="10" creationId="{23476DEE-323A-BCC9-417E-7E2398592EEA}"/>
          </ac:spMkLst>
        </pc:spChg>
        <pc:spChg chg="ord">
          <ac:chgData name="Anna Bolen -X (abolen - UNICON INC at Cisco)" userId="8fcf5b57-97b6-40ce-9683-275924855fa8" providerId="ADAL" clId="{444D0818-F84C-4D73-A98C-EA3C9131FF71}" dt="2022-11-10T15:51:54.021" v="61" actId="13244"/>
          <ac:spMkLst>
            <pc:docMk/>
            <pc:sldMk cId="0" sldId="265"/>
            <ac:spMk id="11" creationId="{266BA6ED-C283-8897-EB93-B4A4BACB1627}"/>
          </ac:spMkLst>
        </pc:spChg>
        <pc:spChg chg="ord">
          <ac:chgData name="Anna Bolen -X (abolen - UNICON INC at Cisco)" userId="8fcf5b57-97b6-40ce-9683-275924855fa8" providerId="ADAL" clId="{444D0818-F84C-4D73-A98C-EA3C9131FF71}" dt="2022-11-10T15:51:28.276" v="60" actId="13244"/>
          <ac:spMkLst>
            <pc:docMk/>
            <pc:sldMk cId="0" sldId="265"/>
            <ac:spMk id="25" creationId="{00000000-0000-0000-0000-000000000000}"/>
          </ac:spMkLst>
        </pc:spChg>
        <pc:picChg chg="ord">
          <ac:chgData name="Anna Bolen -X (abolen - UNICON INC at Cisco)" userId="8fcf5b57-97b6-40ce-9683-275924855fa8" providerId="ADAL" clId="{444D0818-F84C-4D73-A98C-EA3C9131FF71}" dt="2022-11-10T15:52:05.577" v="62" actId="13244"/>
          <ac:picMkLst>
            <pc:docMk/>
            <pc:sldMk cId="0" sldId="265"/>
            <ac:picMk id="8" creationId="{C8BCD13E-FE88-47E9-AA21-E33081D2D358}"/>
          </ac:picMkLst>
        </pc:picChg>
        <pc:picChg chg="ord">
          <ac:chgData name="Anna Bolen -X (abolen - UNICON INC at Cisco)" userId="8fcf5b57-97b6-40ce-9683-275924855fa8" providerId="ADAL" clId="{444D0818-F84C-4D73-A98C-EA3C9131FF71}" dt="2022-11-10T15:52:10.551" v="63" actId="13244"/>
          <ac:picMkLst>
            <pc:docMk/>
            <pc:sldMk cId="0" sldId="265"/>
            <ac:picMk id="9" creationId="{97A371F7-1288-63EC-3C37-1572F27C3720}"/>
          </ac:picMkLst>
        </pc:picChg>
      </pc:sldChg>
      <pc:sldChg chg="modSp mod">
        <pc:chgData name="Anna Bolen -X (abolen - UNICON INC at Cisco)" userId="8fcf5b57-97b6-40ce-9683-275924855fa8" providerId="ADAL" clId="{444D0818-F84C-4D73-A98C-EA3C9131FF71}" dt="2022-11-10T15:53:36.228" v="68" actId="14100"/>
        <pc:sldMkLst>
          <pc:docMk/>
          <pc:sldMk cId="0" sldId="266"/>
        </pc:sldMkLst>
        <pc:spChg chg="mod">
          <ac:chgData name="Anna Bolen -X (abolen - UNICON INC at Cisco)" userId="8fcf5b57-97b6-40ce-9683-275924855fa8" providerId="ADAL" clId="{444D0818-F84C-4D73-A98C-EA3C9131FF71}" dt="2022-11-10T15:53:36.228" v="68" actId="14100"/>
          <ac:spMkLst>
            <pc:docMk/>
            <pc:sldMk cId="0" sldId="266"/>
            <ac:spMk id="5" creationId="{00000000-0000-0000-0000-000000000000}"/>
          </ac:spMkLst>
        </pc:spChg>
      </pc:sldChg>
      <pc:sldChg chg="modSp mod">
        <pc:chgData name="Anna Bolen -X (abolen - UNICON INC at Cisco)" userId="8fcf5b57-97b6-40ce-9683-275924855fa8" providerId="ADAL" clId="{444D0818-F84C-4D73-A98C-EA3C9131FF71}" dt="2022-11-10T15:55:53.906" v="77" actId="14100"/>
        <pc:sldMkLst>
          <pc:docMk/>
          <pc:sldMk cId="0" sldId="267"/>
        </pc:sldMkLst>
        <pc:spChg chg="mod">
          <ac:chgData name="Anna Bolen -X (abolen - UNICON INC at Cisco)" userId="8fcf5b57-97b6-40ce-9683-275924855fa8" providerId="ADAL" clId="{444D0818-F84C-4D73-A98C-EA3C9131FF71}" dt="2022-11-10T15:55:53.906" v="77" actId="14100"/>
          <ac:spMkLst>
            <pc:docMk/>
            <pc:sldMk cId="0" sldId="267"/>
            <ac:spMk id="3" creationId="{00000000-0000-0000-0000-000000000000}"/>
          </ac:spMkLst>
        </pc:spChg>
      </pc:sldChg>
      <pc:sldChg chg="modSp mod">
        <pc:chgData name="Anna Bolen -X (abolen - UNICON INC at Cisco)" userId="8fcf5b57-97b6-40ce-9683-275924855fa8" providerId="ADAL" clId="{444D0818-F84C-4D73-A98C-EA3C9131FF71}" dt="2022-11-10T15:56:47.270" v="90" actId="14100"/>
        <pc:sldMkLst>
          <pc:docMk/>
          <pc:sldMk cId="0" sldId="269"/>
        </pc:sldMkLst>
        <pc:spChg chg="mod">
          <ac:chgData name="Anna Bolen -X (abolen - UNICON INC at Cisco)" userId="8fcf5b57-97b6-40ce-9683-275924855fa8" providerId="ADAL" clId="{444D0818-F84C-4D73-A98C-EA3C9131FF71}" dt="2022-11-10T15:56:07.136" v="78" actId="14100"/>
          <ac:spMkLst>
            <pc:docMk/>
            <pc:sldMk cId="0" sldId="269"/>
            <ac:spMk id="3" creationId="{00000000-0000-0000-0000-000000000000}"/>
          </ac:spMkLst>
        </pc:spChg>
        <pc:spChg chg="mod">
          <ac:chgData name="Anna Bolen -X (abolen - UNICON INC at Cisco)" userId="8fcf5b57-97b6-40ce-9683-275924855fa8" providerId="ADAL" clId="{444D0818-F84C-4D73-A98C-EA3C9131FF71}" dt="2022-11-10T15:56:47.270" v="90" actId="14100"/>
          <ac:spMkLst>
            <pc:docMk/>
            <pc:sldMk cId="0" sldId="269"/>
            <ac:spMk id="5" creationId="{00000000-0000-0000-0000-000000000000}"/>
          </ac:spMkLst>
        </pc:spChg>
      </pc:sldChg>
      <pc:sldChg chg="modSp mod">
        <pc:chgData name="Anna Bolen -X (abolen - UNICON INC at Cisco)" userId="8fcf5b57-97b6-40ce-9683-275924855fa8" providerId="ADAL" clId="{444D0818-F84C-4D73-A98C-EA3C9131FF71}" dt="2022-11-10T15:57:11.928" v="93" actId="14100"/>
        <pc:sldMkLst>
          <pc:docMk/>
          <pc:sldMk cId="0" sldId="270"/>
        </pc:sldMkLst>
        <pc:spChg chg="mod">
          <ac:chgData name="Anna Bolen -X (abolen - UNICON INC at Cisco)" userId="8fcf5b57-97b6-40ce-9683-275924855fa8" providerId="ADAL" clId="{444D0818-F84C-4D73-A98C-EA3C9131FF71}" dt="2022-11-10T15:57:11.928" v="93" actId="14100"/>
          <ac:spMkLst>
            <pc:docMk/>
            <pc:sldMk cId="0" sldId="270"/>
            <ac:spMk id="5" creationId="{00000000-0000-0000-0000-000000000000}"/>
          </ac:spMkLst>
        </pc:spChg>
      </pc:sldChg>
      <pc:sldChg chg="modSp mod">
        <pc:chgData name="Anna Bolen -X (abolen - UNICON INC at Cisco)" userId="8fcf5b57-97b6-40ce-9683-275924855fa8" providerId="ADAL" clId="{444D0818-F84C-4D73-A98C-EA3C9131FF71}" dt="2022-11-10T15:57:24.844" v="96" actId="14100"/>
        <pc:sldMkLst>
          <pc:docMk/>
          <pc:sldMk cId="0" sldId="272"/>
        </pc:sldMkLst>
        <pc:spChg chg="mod">
          <ac:chgData name="Anna Bolen -X (abolen - UNICON INC at Cisco)" userId="8fcf5b57-97b6-40ce-9683-275924855fa8" providerId="ADAL" clId="{444D0818-F84C-4D73-A98C-EA3C9131FF71}" dt="2022-11-10T15:57:24.844" v="96" actId="14100"/>
          <ac:spMkLst>
            <pc:docMk/>
            <pc:sldMk cId="0" sldId="272"/>
            <ac:spMk id="3" creationId="{00000000-0000-0000-0000-000000000000}"/>
          </ac:spMkLst>
        </pc:spChg>
        <pc:spChg chg="mod">
          <ac:chgData name="Anna Bolen -X (abolen - UNICON INC at Cisco)" userId="8fcf5b57-97b6-40ce-9683-275924855fa8" providerId="ADAL" clId="{444D0818-F84C-4D73-A98C-EA3C9131FF71}" dt="2022-11-10T15:57:18.135" v="95" actId="20577"/>
          <ac:spMkLst>
            <pc:docMk/>
            <pc:sldMk cId="0" sldId="272"/>
            <ac:spMk id="5" creationId="{00000000-0000-0000-0000-000000000000}"/>
          </ac:spMkLst>
        </pc:spChg>
      </pc:sldChg>
      <pc:sldChg chg="modSp mod">
        <pc:chgData name="Anna Bolen -X (abolen - UNICON INC at Cisco)" userId="8fcf5b57-97b6-40ce-9683-275924855fa8" providerId="ADAL" clId="{444D0818-F84C-4D73-A98C-EA3C9131FF71}" dt="2022-11-10T15:57:54.402" v="99" actId="12"/>
        <pc:sldMkLst>
          <pc:docMk/>
          <pc:sldMk cId="0" sldId="274"/>
        </pc:sldMkLst>
        <pc:spChg chg="mod">
          <ac:chgData name="Anna Bolen -X (abolen - UNICON INC at Cisco)" userId="8fcf5b57-97b6-40ce-9683-275924855fa8" providerId="ADAL" clId="{444D0818-F84C-4D73-A98C-EA3C9131FF71}" dt="2022-11-10T15:57:54.402" v="99" actId="12"/>
          <ac:spMkLst>
            <pc:docMk/>
            <pc:sldMk cId="0" sldId="274"/>
            <ac:spMk id="5" creationId="{00000000-0000-0000-0000-000000000000}"/>
          </ac:spMkLst>
        </pc:spChg>
      </pc:sldChg>
      <pc:sldChg chg="modSp mod">
        <pc:chgData name="Anna Bolen -X (abolen - UNICON INC at Cisco)" userId="8fcf5b57-97b6-40ce-9683-275924855fa8" providerId="ADAL" clId="{444D0818-F84C-4D73-A98C-EA3C9131FF71}" dt="2022-11-10T15:58:21.695" v="100" actId="14100"/>
        <pc:sldMkLst>
          <pc:docMk/>
          <pc:sldMk cId="0" sldId="278"/>
        </pc:sldMkLst>
        <pc:spChg chg="mod">
          <ac:chgData name="Anna Bolen -X (abolen - UNICON INC at Cisco)" userId="8fcf5b57-97b6-40ce-9683-275924855fa8" providerId="ADAL" clId="{444D0818-F84C-4D73-A98C-EA3C9131FF71}" dt="2022-11-10T15:58:21.695" v="100" actId="14100"/>
          <ac:spMkLst>
            <pc:docMk/>
            <pc:sldMk cId="0" sldId="278"/>
            <ac:spMk id="3" creationId="{00000000-0000-0000-0000-000000000000}"/>
          </ac:spMkLst>
        </pc:spChg>
      </pc:sldChg>
      <pc:sldChg chg="modSp mod">
        <pc:chgData name="Anna Bolen -X (abolen - UNICON INC at Cisco)" userId="8fcf5b57-97b6-40ce-9683-275924855fa8" providerId="ADAL" clId="{444D0818-F84C-4D73-A98C-EA3C9131FF71}" dt="2022-11-10T16:12:26.228" v="127" actId="13244"/>
        <pc:sldMkLst>
          <pc:docMk/>
          <pc:sldMk cId="0" sldId="286"/>
        </pc:sldMkLst>
        <pc:spChg chg="mod">
          <ac:chgData name="Anna Bolen -X (abolen - UNICON INC at Cisco)" userId="8fcf5b57-97b6-40ce-9683-275924855fa8" providerId="ADAL" clId="{444D0818-F84C-4D73-A98C-EA3C9131FF71}" dt="2022-11-10T15:59:47.653" v="106" actId="14100"/>
          <ac:spMkLst>
            <pc:docMk/>
            <pc:sldMk cId="0" sldId="286"/>
            <ac:spMk id="3" creationId="{00000000-0000-0000-0000-000000000000}"/>
          </ac:spMkLst>
        </pc:spChg>
        <pc:spChg chg="mod">
          <ac:chgData name="Anna Bolen -X (abolen - UNICON INC at Cisco)" userId="8fcf5b57-97b6-40ce-9683-275924855fa8" providerId="ADAL" clId="{444D0818-F84C-4D73-A98C-EA3C9131FF71}" dt="2022-11-10T15:59:51.416" v="107" actId="14100"/>
          <ac:spMkLst>
            <pc:docMk/>
            <pc:sldMk cId="0" sldId="286"/>
            <ac:spMk id="5" creationId="{00000000-0000-0000-0000-000000000000}"/>
          </ac:spMkLst>
        </pc:spChg>
        <pc:spChg chg="ord">
          <ac:chgData name="Anna Bolen -X (abolen - UNICON INC at Cisco)" userId="8fcf5b57-97b6-40ce-9683-275924855fa8" providerId="ADAL" clId="{444D0818-F84C-4D73-A98C-EA3C9131FF71}" dt="2022-11-10T15:59:54.128" v="108" actId="13244"/>
          <ac:spMkLst>
            <pc:docMk/>
            <pc:sldMk cId="0" sldId="286"/>
            <ac:spMk id="25" creationId="{00000000-0000-0000-0000-000000000000}"/>
          </ac:spMkLst>
        </pc:spChg>
        <pc:graphicFrameChg chg="mod ord modGraphic">
          <ac:chgData name="Anna Bolen -X (abolen - UNICON INC at Cisco)" userId="8fcf5b57-97b6-40ce-9683-275924855fa8" providerId="ADAL" clId="{444D0818-F84C-4D73-A98C-EA3C9131FF71}" dt="2022-11-10T16:12:26.228" v="127" actId="13244"/>
          <ac:graphicFrameMkLst>
            <pc:docMk/>
            <pc:sldMk cId="0" sldId="286"/>
            <ac:graphicFrameMk id="4" creationId="{43132271-2C66-5578-C661-99E9B7095DF5}"/>
          </ac:graphicFrameMkLst>
        </pc:graphicFrameChg>
      </pc:sldChg>
      <pc:sldChg chg="modSp mod modNotesTx">
        <pc:chgData name="Anna Bolen -X (abolen - UNICON INC at Cisco)" userId="8fcf5b57-97b6-40ce-9683-275924855fa8" providerId="ADAL" clId="{444D0818-F84C-4D73-A98C-EA3C9131FF71}" dt="2022-11-10T17:34:58.259" v="168" actId="20577"/>
        <pc:sldMkLst>
          <pc:docMk/>
          <pc:sldMk cId="0" sldId="287"/>
        </pc:sldMkLst>
        <pc:spChg chg="mod">
          <ac:chgData name="Anna Bolen -X (abolen - UNICON INC at Cisco)" userId="8fcf5b57-97b6-40ce-9683-275924855fa8" providerId="ADAL" clId="{444D0818-F84C-4D73-A98C-EA3C9131FF71}" dt="2022-11-10T16:04:04.067" v="116" actId="14100"/>
          <ac:spMkLst>
            <pc:docMk/>
            <pc:sldMk cId="0" sldId="287"/>
            <ac:spMk id="3" creationId="{00000000-0000-0000-0000-000000000000}"/>
          </ac:spMkLst>
        </pc:spChg>
        <pc:graphicFrameChg chg="ord modGraphic">
          <ac:chgData name="Anna Bolen -X (abolen - UNICON INC at Cisco)" userId="8fcf5b57-97b6-40ce-9683-275924855fa8" providerId="ADAL" clId="{444D0818-F84C-4D73-A98C-EA3C9131FF71}" dt="2022-11-10T17:30:39.797" v="140" actId="13244"/>
          <ac:graphicFrameMkLst>
            <pc:docMk/>
            <pc:sldMk cId="0" sldId="287"/>
            <ac:graphicFrameMk id="4" creationId="{DDFD4C45-F28A-1BBF-9F8F-07FB7244494E}"/>
          </ac:graphicFrameMkLst>
        </pc:graphicFrameChg>
      </pc:sldChg>
      <pc:sldChg chg="modNotesTx">
        <pc:chgData name="Anna Bolen -X (abolen - UNICON INC at Cisco)" userId="8fcf5b57-97b6-40ce-9683-275924855fa8" providerId="ADAL" clId="{444D0818-F84C-4D73-A98C-EA3C9131FF71}" dt="2022-11-10T17:35:10.792" v="177" actId="20577"/>
        <pc:sldMkLst>
          <pc:docMk/>
          <pc:sldMk cId="0" sldId="289"/>
        </pc:sldMkLst>
      </pc:sldChg>
      <pc:sldChg chg="modSp mod">
        <pc:chgData name="Anna Bolen -X (abolen - UNICON INC at Cisco)" userId="8fcf5b57-97b6-40ce-9683-275924855fa8" providerId="ADAL" clId="{444D0818-F84C-4D73-A98C-EA3C9131FF71}" dt="2022-11-10T16:04:24.669" v="118" actId="14100"/>
        <pc:sldMkLst>
          <pc:docMk/>
          <pc:sldMk cId="0" sldId="290"/>
        </pc:sldMkLst>
        <pc:spChg chg="mod">
          <ac:chgData name="Anna Bolen -X (abolen - UNICON INC at Cisco)" userId="8fcf5b57-97b6-40ce-9683-275924855fa8" providerId="ADAL" clId="{444D0818-F84C-4D73-A98C-EA3C9131FF71}" dt="2022-11-10T16:04:24.669" v="118" actId="14100"/>
          <ac:spMkLst>
            <pc:docMk/>
            <pc:sldMk cId="0" sldId="290"/>
            <ac:spMk id="3" creationId="{00000000-0000-0000-0000-000000000000}"/>
          </ac:spMkLst>
        </pc:spChg>
      </pc:sldChg>
      <pc:sldChg chg="modSp mod">
        <pc:chgData name="Anna Bolen -X (abolen - UNICON INC at Cisco)" userId="8fcf5b57-97b6-40ce-9683-275924855fa8" providerId="ADAL" clId="{444D0818-F84C-4D73-A98C-EA3C9131FF71}" dt="2022-11-10T16:04:41.184" v="119" actId="14100"/>
        <pc:sldMkLst>
          <pc:docMk/>
          <pc:sldMk cId="0" sldId="292"/>
        </pc:sldMkLst>
        <pc:spChg chg="mod">
          <ac:chgData name="Anna Bolen -X (abolen - UNICON INC at Cisco)" userId="8fcf5b57-97b6-40ce-9683-275924855fa8" providerId="ADAL" clId="{444D0818-F84C-4D73-A98C-EA3C9131FF71}" dt="2022-11-10T16:04:41.184" v="119" actId="14100"/>
          <ac:spMkLst>
            <pc:docMk/>
            <pc:sldMk cId="0" sldId="292"/>
            <ac:spMk id="2" creationId="{00000000-0000-0000-0000-000000000000}"/>
          </ac:spMkLst>
        </pc:spChg>
      </pc:sldChg>
      <pc:sldChg chg="modSp mod modNotesTx">
        <pc:chgData name="Anna Bolen -X (abolen - UNICON INC at Cisco)" userId="8fcf5b57-97b6-40ce-9683-275924855fa8" providerId="ADAL" clId="{444D0818-F84C-4D73-A98C-EA3C9131FF71}" dt="2022-11-10T17:31:03.570" v="141" actId="14100"/>
        <pc:sldMkLst>
          <pc:docMk/>
          <pc:sldMk cId="0" sldId="294"/>
        </pc:sldMkLst>
        <pc:spChg chg="mod">
          <ac:chgData name="Anna Bolen -X (abolen - UNICON INC at Cisco)" userId="8fcf5b57-97b6-40ce-9683-275924855fa8" providerId="ADAL" clId="{444D0818-F84C-4D73-A98C-EA3C9131FF71}" dt="2022-11-10T17:31:03.570" v="141" actId="14100"/>
          <ac:spMkLst>
            <pc:docMk/>
            <pc:sldMk cId="0" sldId="294"/>
            <ac:spMk id="3" creationId="{00000000-0000-0000-0000-000000000000}"/>
          </ac:spMkLst>
        </pc:spChg>
        <pc:graphicFrameChg chg="ord modGraphic">
          <ac:chgData name="Anna Bolen -X (abolen - UNICON INC at Cisco)" userId="8fcf5b57-97b6-40ce-9683-275924855fa8" providerId="ADAL" clId="{444D0818-F84C-4D73-A98C-EA3C9131FF71}" dt="2022-11-10T16:11:29.583" v="122" actId="13244"/>
          <ac:graphicFrameMkLst>
            <pc:docMk/>
            <pc:sldMk cId="0" sldId="294"/>
            <ac:graphicFrameMk id="6" creationId="{1058249E-31DD-FFC4-7B5F-97D73251296D}"/>
          </ac:graphicFrameMkLst>
        </pc:graphicFrameChg>
      </pc:sldChg>
      <pc:sldChg chg="modSp mod">
        <pc:chgData name="Anna Bolen -X (abolen - UNICON INC at Cisco)" userId="8fcf5b57-97b6-40ce-9683-275924855fa8" providerId="ADAL" clId="{444D0818-F84C-4D73-A98C-EA3C9131FF71}" dt="2022-11-10T17:31:25.493" v="144" actId="14100"/>
        <pc:sldMkLst>
          <pc:docMk/>
          <pc:sldMk cId="0" sldId="295"/>
        </pc:sldMkLst>
        <pc:spChg chg="mod">
          <ac:chgData name="Anna Bolen -X (abolen - UNICON INC at Cisco)" userId="8fcf5b57-97b6-40ce-9683-275924855fa8" providerId="ADAL" clId="{444D0818-F84C-4D73-A98C-EA3C9131FF71}" dt="2022-11-10T17:31:25.493" v="144" actId="14100"/>
          <ac:spMkLst>
            <pc:docMk/>
            <pc:sldMk cId="0" sldId="295"/>
            <ac:spMk id="3" creationId="{00000000-0000-0000-0000-000000000000}"/>
          </ac:spMkLst>
        </pc:spChg>
      </pc:sldChg>
      <pc:sldChg chg="modSp mod modNotesTx">
        <pc:chgData name="Anna Bolen -X (abolen - UNICON INC at Cisco)" userId="8fcf5b57-97b6-40ce-9683-275924855fa8" providerId="ADAL" clId="{444D0818-F84C-4D73-A98C-EA3C9131FF71}" dt="2022-11-10T17:36:56.545" v="189" actId="20577"/>
        <pc:sldMkLst>
          <pc:docMk/>
          <pc:sldMk cId="0" sldId="298"/>
        </pc:sldMkLst>
        <pc:spChg chg="mod">
          <ac:chgData name="Anna Bolen -X (abolen - UNICON INC at Cisco)" userId="8fcf5b57-97b6-40ce-9683-275924855fa8" providerId="ADAL" clId="{444D0818-F84C-4D73-A98C-EA3C9131FF71}" dt="2022-11-10T17:32:26.824" v="148" actId="14100"/>
          <ac:spMkLst>
            <pc:docMk/>
            <pc:sldMk cId="0" sldId="298"/>
            <ac:spMk id="3" creationId="{00000000-0000-0000-0000-000000000000}"/>
          </ac:spMkLst>
        </pc:spChg>
      </pc:sldChg>
      <pc:sldChg chg="modSp del mod">
        <pc:chgData name="Anna Bolen -X (abolen - UNICON INC at Cisco)" userId="8fcf5b57-97b6-40ce-9683-275924855fa8" providerId="ADAL" clId="{444D0818-F84C-4D73-A98C-EA3C9131FF71}" dt="2022-11-10T17:36:45.419" v="178" actId="2696"/>
        <pc:sldMkLst>
          <pc:docMk/>
          <pc:sldMk cId="0" sldId="299"/>
        </pc:sldMkLst>
        <pc:spChg chg="mod">
          <ac:chgData name="Anna Bolen -X (abolen - UNICON INC at Cisco)" userId="8fcf5b57-97b6-40ce-9683-275924855fa8" providerId="ADAL" clId="{444D0818-F84C-4D73-A98C-EA3C9131FF71}" dt="2022-11-10T17:32:46.623" v="149" actId="12"/>
          <ac:spMkLst>
            <pc:docMk/>
            <pc:sldMk cId="0" sldId="299"/>
            <ac:spMk id="5" creationId="{00000000-0000-0000-0000-000000000000}"/>
          </ac:spMkLst>
        </pc:spChg>
      </pc:sldChg>
      <pc:sldChg chg="modSp mod">
        <pc:chgData name="Anna Bolen -X (abolen - UNICON INC at Cisco)" userId="8fcf5b57-97b6-40ce-9683-275924855fa8" providerId="ADAL" clId="{444D0818-F84C-4D73-A98C-EA3C9131FF71}" dt="2022-11-10T17:37:18.583" v="190" actId="14100"/>
        <pc:sldMkLst>
          <pc:docMk/>
          <pc:sldMk cId="0" sldId="300"/>
        </pc:sldMkLst>
        <pc:spChg chg="mod">
          <ac:chgData name="Anna Bolen -X (abolen - UNICON INC at Cisco)" userId="8fcf5b57-97b6-40ce-9683-275924855fa8" providerId="ADAL" clId="{444D0818-F84C-4D73-A98C-EA3C9131FF71}" dt="2022-11-10T17:37:18.583" v="190" actId="14100"/>
          <ac:spMkLst>
            <pc:docMk/>
            <pc:sldMk cId="0" sldId="300"/>
            <ac:spMk id="3" creationId="{00000000-0000-0000-0000-000000000000}"/>
          </ac:spMkLst>
        </pc:spChg>
      </pc:sldChg>
      <pc:sldChg chg="modSp mod">
        <pc:chgData name="Anna Bolen -X (abolen - UNICON INC at Cisco)" userId="8fcf5b57-97b6-40ce-9683-275924855fa8" providerId="ADAL" clId="{444D0818-F84C-4D73-A98C-EA3C9131FF71}" dt="2022-11-10T17:37:27.951" v="191" actId="14100"/>
        <pc:sldMkLst>
          <pc:docMk/>
          <pc:sldMk cId="0" sldId="301"/>
        </pc:sldMkLst>
        <pc:spChg chg="mod">
          <ac:chgData name="Anna Bolen -X (abolen - UNICON INC at Cisco)" userId="8fcf5b57-97b6-40ce-9683-275924855fa8" providerId="ADAL" clId="{444D0818-F84C-4D73-A98C-EA3C9131FF71}" dt="2022-11-10T17:37:27.951" v="191" actId="14100"/>
          <ac:spMkLst>
            <pc:docMk/>
            <pc:sldMk cId="0" sldId="301"/>
            <ac:spMk id="3" creationId="{00000000-0000-0000-0000-000000000000}"/>
          </ac:spMkLst>
        </pc:spChg>
      </pc:sldChg>
      <pc:sldChg chg="modSp mod">
        <pc:chgData name="Anna Bolen -X (abolen - UNICON INC at Cisco)" userId="8fcf5b57-97b6-40ce-9683-275924855fa8" providerId="ADAL" clId="{444D0818-F84C-4D73-A98C-EA3C9131FF71}" dt="2022-11-10T17:37:35.593" v="192" actId="14100"/>
        <pc:sldMkLst>
          <pc:docMk/>
          <pc:sldMk cId="0" sldId="302"/>
        </pc:sldMkLst>
        <pc:spChg chg="mod">
          <ac:chgData name="Anna Bolen -X (abolen - UNICON INC at Cisco)" userId="8fcf5b57-97b6-40ce-9683-275924855fa8" providerId="ADAL" clId="{444D0818-F84C-4D73-A98C-EA3C9131FF71}" dt="2022-11-10T17:37:35.593" v="192" actId="14100"/>
          <ac:spMkLst>
            <pc:docMk/>
            <pc:sldMk cId="0" sldId="302"/>
            <ac:spMk id="2" creationId="{00000000-0000-0000-0000-000000000000}"/>
          </ac:spMkLst>
        </pc:spChg>
      </pc:sldChg>
      <pc:sldChg chg="modSp mod">
        <pc:chgData name="Anna Bolen -X (abolen - UNICON INC at Cisco)" userId="8fcf5b57-97b6-40ce-9683-275924855fa8" providerId="ADAL" clId="{444D0818-F84C-4D73-A98C-EA3C9131FF71}" dt="2022-11-10T17:37:46.838" v="193" actId="14100"/>
        <pc:sldMkLst>
          <pc:docMk/>
          <pc:sldMk cId="0" sldId="303"/>
        </pc:sldMkLst>
        <pc:spChg chg="mod">
          <ac:chgData name="Anna Bolen -X (abolen - UNICON INC at Cisco)" userId="8fcf5b57-97b6-40ce-9683-275924855fa8" providerId="ADAL" clId="{444D0818-F84C-4D73-A98C-EA3C9131FF71}" dt="2022-11-10T17:37:46.838" v="193" actId="14100"/>
          <ac:spMkLst>
            <pc:docMk/>
            <pc:sldMk cId="0" sldId="303"/>
            <ac:spMk id="3" creationId="{00000000-0000-0000-0000-000000000000}"/>
          </ac:spMkLst>
        </pc:spChg>
      </pc:sldChg>
      <pc:sldChg chg="modSp mod modShow">
        <pc:chgData name="Anna Bolen -X (abolen - UNICON INC at Cisco)" userId="8fcf5b57-97b6-40ce-9683-275924855fa8" providerId="ADAL" clId="{444D0818-F84C-4D73-A98C-EA3C9131FF71}" dt="2022-11-10T17:38:30.767" v="200" actId="729"/>
        <pc:sldMkLst>
          <pc:docMk/>
          <pc:sldMk cId="0" sldId="305"/>
        </pc:sldMkLst>
        <pc:spChg chg="mod">
          <ac:chgData name="Anna Bolen -X (abolen - UNICON INC at Cisco)" userId="8fcf5b57-97b6-40ce-9683-275924855fa8" providerId="ADAL" clId="{444D0818-F84C-4D73-A98C-EA3C9131FF71}" dt="2022-11-10T15:49:43.582" v="38" actId="14100"/>
          <ac:spMkLst>
            <pc:docMk/>
            <pc:sldMk cId="0" sldId="305"/>
            <ac:spMk id="3" creationId="{00000000-0000-0000-0000-000000000000}"/>
          </ac:spMkLst>
        </pc:spChg>
      </pc:sldChg>
      <pc:sldChg chg="modSp mod modShow">
        <pc:chgData name="Anna Bolen -X (abolen - UNICON INC at Cisco)" userId="8fcf5b57-97b6-40ce-9683-275924855fa8" providerId="ADAL" clId="{444D0818-F84C-4D73-A98C-EA3C9131FF71}" dt="2022-11-10T17:38:30.767" v="200" actId="729"/>
        <pc:sldMkLst>
          <pc:docMk/>
          <pc:sldMk cId="0" sldId="306"/>
        </pc:sldMkLst>
        <pc:graphicFrameChg chg="ord">
          <ac:chgData name="Anna Bolen -X (abolen - UNICON INC at Cisco)" userId="8fcf5b57-97b6-40ce-9683-275924855fa8" providerId="ADAL" clId="{444D0818-F84C-4D73-A98C-EA3C9131FF71}" dt="2022-11-10T15:49:50.355" v="39" actId="13244"/>
          <ac:graphicFrameMkLst>
            <pc:docMk/>
            <pc:sldMk cId="0" sldId="306"/>
            <ac:graphicFrameMk id="6" creationId="{CEA739AB-83E7-3356-BA00-BC3B68876B93}"/>
          </ac:graphicFrameMkLst>
        </pc:graphicFrameChg>
      </pc:sldChg>
      <pc:sldChg chg="modSp mod modShow">
        <pc:chgData name="Anna Bolen -X (abolen - UNICON INC at Cisco)" userId="8fcf5b57-97b6-40ce-9683-275924855fa8" providerId="ADAL" clId="{444D0818-F84C-4D73-A98C-EA3C9131FF71}" dt="2022-11-10T17:38:30.767" v="200" actId="729"/>
        <pc:sldMkLst>
          <pc:docMk/>
          <pc:sldMk cId="2226954716" sldId="1072"/>
        </pc:sldMkLst>
        <pc:graphicFrameChg chg="ord">
          <ac:chgData name="Anna Bolen -X (abolen - UNICON INC at Cisco)" userId="8fcf5b57-97b6-40ce-9683-275924855fa8" providerId="ADAL" clId="{444D0818-F84C-4D73-A98C-EA3C9131FF71}" dt="2022-11-10T15:49:57.421" v="40" actId="13244"/>
          <ac:graphicFrameMkLst>
            <pc:docMk/>
            <pc:sldMk cId="2226954716" sldId="1072"/>
            <ac:graphicFrameMk id="4" creationId="{74BDC3A2-25BF-088E-7180-9A2D59018DFF}"/>
          </ac:graphicFrameMkLst>
        </pc:graphicFrameChg>
      </pc:sldChg>
      <pc:sldChg chg="modSp mod modShow">
        <pc:chgData name="Anna Bolen -X (abolen - UNICON INC at Cisco)" userId="8fcf5b57-97b6-40ce-9683-275924855fa8" providerId="ADAL" clId="{444D0818-F84C-4D73-A98C-EA3C9131FF71}" dt="2022-11-10T17:38:30.767" v="200" actId="729"/>
        <pc:sldMkLst>
          <pc:docMk/>
          <pc:sldMk cId="0" sldId="1073"/>
        </pc:sldMkLst>
        <pc:spChg chg="ord">
          <ac:chgData name="Anna Bolen -X (abolen - UNICON INC at Cisco)" userId="8fcf5b57-97b6-40ce-9683-275924855fa8" providerId="ADAL" clId="{444D0818-F84C-4D73-A98C-EA3C9131FF71}" dt="2022-11-10T15:50:01.026" v="41" actId="13244"/>
          <ac:spMkLst>
            <pc:docMk/>
            <pc:sldMk cId="0" sldId="1073"/>
            <ac:spMk id="25" creationId="{00000000-0000-0000-0000-000000000000}"/>
          </ac:spMkLst>
        </pc:spChg>
      </pc:sldChg>
      <pc:sldChg chg="addSp delSp modSp mod modShow">
        <pc:chgData name="Anna Bolen -X (abolen - UNICON INC at Cisco)" userId="8fcf5b57-97b6-40ce-9683-275924855fa8" providerId="ADAL" clId="{444D0818-F84C-4D73-A98C-EA3C9131FF71}" dt="2022-11-10T17:38:30.767" v="200" actId="729"/>
        <pc:sldMkLst>
          <pc:docMk/>
          <pc:sldMk cId="0" sldId="1074"/>
        </pc:sldMkLst>
        <pc:spChg chg="del mod">
          <ac:chgData name="Anna Bolen -X (abolen - UNICON INC at Cisco)" userId="8fcf5b57-97b6-40ce-9683-275924855fa8" providerId="ADAL" clId="{444D0818-F84C-4D73-A98C-EA3C9131FF71}" dt="2022-11-10T15:50:21.087" v="46" actId="478"/>
          <ac:spMkLst>
            <pc:docMk/>
            <pc:sldMk cId="0" sldId="1074"/>
            <ac:spMk id="3" creationId="{00000000-0000-0000-0000-000000000000}"/>
          </ac:spMkLst>
        </pc:spChg>
        <pc:spChg chg="add del ord">
          <ac:chgData name="Anna Bolen -X (abolen - UNICON INC at Cisco)" userId="8fcf5b57-97b6-40ce-9683-275924855fa8" providerId="ADAL" clId="{444D0818-F84C-4D73-A98C-EA3C9131FF71}" dt="2022-11-10T15:50:27.582" v="48" actId="13244"/>
          <ac:spMkLst>
            <pc:docMk/>
            <pc:sldMk cId="0" sldId="1074"/>
            <ac:spMk id="5" creationId="{7188AF34-F17D-65FE-91B6-733B90851DC8}"/>
          </ac:spMkLst>
        </pc:spChg>
        <pc:spChg chg="ord">
          <ac:chgData name="Anna Bolen -X (abolen - UNICON INC at Cisco)" userId="8fcf5b57-97b6-40ce-9683-275924855fa8" providerId="ADAL" clId="{444D0818-F84C-4D73-A98C-EA3C9131FF71}" dt="2022-11-10T15:50:29.265" v="49" actId="13244"/>
          <ac:spMkLst>
            <pc:docMk/>
            <pc:sldMk cId="0" sldId="1074"/>
            <ac:spMk id="25" creationId="{00000000-0000-0000-0000-000000000000}"/>
          </ac:spMkLst>
        </pc:spChg>
        <pc:graphicFrameChg chg="ord">
          <ac:chgData name="Anna Bolen -X (abolen - UNICON INC at Cisco)" userId="8fcf5b57-97b6-40ce-9683-275924855fa8" providerId="ADAL" clId="{444D0818-F84C-4D73-A98C-EA3C9131FF71}" dt="2022-11-10T15:50:25.816" v="47" actId="13244"/>
          <ac:graphicFrameMkLst>
            <pc:docMk/>
            <pc:sldMk cId="0" sldId="1074"/>
            <ac:graphicFrameMk id="4" creationId="{40064EF4-EE2B-342C-EA9E-699582F380FF}"/>
          </ac:graphicFrameMkLst>
        </pc:graphicFrameChg>
      </pc:sldChg>
      <pc:sldChg chg="modSp mod modShow">
        <pc:chgData name="Anna Bolen -X (abolen - UNICON INC at Cisco)" userId="8fcf5b57-97b6-40ce-9683-275924855fa8" providerId="ADAL" clId="{444D0818-F84C-4D73-A98C-EA3C9131FF71}" dt="2022-11-10T17:38:30.767" v="200" actId="729"/>
        <pc:sldMkLst>
          <pc:docMk/>
          <pc:sldMk cId="0" sldId="1076"/>
        </pc:sldMkLst>
        <pc:spChg chg="mod">
          <ac:chgData name="Anna Bolen -X (abolen - UNICON INC at Cisco)" userId="8fcf5b57-97b6-40ce-9683-275924855fa8" providerId="ADAL" clId="{444D0818-F84C-4D73-A98C-EA3C9131FF71}" dt="2022-11-10T17:28:13.015" v="128" actId="21"/>
          <ac:spMkLst>
            <pc:docMk/>
            <pc:sldMk cId="0" sldId="1076"/>
            <ac:spMk id="3" creationId="{00000000-0000-0000-0000-000000000000}"/>
          </ac:spMkLst>
        </pc:spChg>
      </pc:sldChg>
      <pc:sldChg chg="modSp mod">
        <pc:chgData name="Anna Bolen -X (abolen - UNICON INC at Cisco)" userId="8fcf5b57-97b6-40ce-9683-275924855fa8" providerId="ADAL" clId="{444D0818-F84C-4D73-A98C-EA3C9131FF71}" dt="2022-11-10T15:50:48.405" v="50" actId="1076"/>
        <pc:sldMkLst>
          <pc:docMk/>
          <pc:sldMk cId="1525672446" sldId="1077"/>
        </pc:sldMkLst>
        <pc:spChg chg="mod">
          <ac:chgData name="Anna Bolen -X (abolen - UNICON INC at Cisco)" userId="8fcf5b57-97b6-40ce-9683-275924855fa8" providerId="ADAL" clId="{444D0818-F84C-4D73-A98C-EA3C9131FF71}" dt="2022-11-10T15:49:21.599" v="37" actId="1035"/>
          <ac:spMkLst>
            <pc:docMk/>
            <pc:sldMk cId="1525672446" sldId="1077"/>
            <ac:spMk id="5" creationId="{7188AF34-F17D-65FE-91B6-733B90851DC8}"/>
          </ac:spMkLst>
        </pc:spChg>
        <pc:graphicFrameChg chg="mod">
          <ac:chgData name="Anna Bolen -X (abolen - UNICON INC at Cisco)" userId="8fcf5b57-97b6-40ce-9683-275924855fa8" providerId="ADAL" clId="{444D0818-F84C-4D73-A98C-EA3C9131FF71}" dt="2022-11-10T15:50:48.405" v="50" actId="1076"/>
          <ac:graphicFrameMkLst>
            <pc:docMk/>
            <pc:sldMk cId="1525672446" sldId="1077"/>
            <ac:graphicFrameMk id="4" creationId="{40064EF4-EE2B-342C-EA9E-699582F380FF}"/>
          </ac:graphicFrameMkLst>
        </pc:graphicFrameChg>
      </pc:sldChg>
      <pc:sldChg chg="modSp mod">
        <pc:chgData name="Anna Bolen -X (abolen - UNICON INC at Cisco)" userId="8fcf5b57-97b6-40ce-9683-275924855fa8" providerId="ADAL" clId="{444D0818-F84C-4D73-A98C-EA3C9131FF71}" dt="2022-11-10T15:57:40.024" v="98" actId="14100"/>
        <pc:sldMkLst>
          <pc:docMk/>
          <pc:sldMk cId="3252905662" sldId="1081"/>
        </pc:sldMkLst>
        <pc:spChg chg="mod">
          <ac:chgData name="Anna Bolen -X (abolen - UNICON INC at Cisco)" userId="8fcf5b57-97b6-40ce-9683-275924855fa8" providerId="ADAL" clId="{444D0818-F84C-4D73-A98C-EA3C9131FF71}" dt="2022-11-10T15:57:36.890" v="97" actId="14100"/>
          <ac:spMkLst>
            <pc:docMk/>
            <pc:sldMk cId="3252905662" sldId="1081"/>
            <ac:spMk id="3" creationId="{00000000-0000-0000-0000-000000000000}"/>
          </ac:spMkLst>
        </pc:spChg>
        <pc:spChg chg="mod">
          <ac:chgData name="Anna Bolen -X (abolen - UNICON INC at Cisco)" userId="8fcf5b57-97b6-40ce-9683-275924855fa8" providerId="ADAL" clId="{444D0818-F84C-4D73-A98C-EA3C9131FF71}" dt="2022-11-10T15:57:40.024" v="98" actId="14100"/>
          <ac:spMkLst>
            <pc:docMk/>
            <pc:sldMk cId="3252905662" sldId="1081"/>
            <ac:spMk id="5" creationId="{00000000-0000-0000-0000-000000000000}"/>
          </ac:spMkLst>
        </pc:spChg>
      </pc:sldChg>
      <pc:sldChg chg="modSp mod">
        <pc:chgData name="Anna Bolen -X (abolen - UNICON INC at Cisco)" userId="8fcf5b57-97b6-40ce-9683-275924855fa8" providerId="ADAL" clId="{444D0818-F84C-4D73-A98C-EA3C9131FF71}" dt="2022-11-10T17:31:17.572" v="143" actId="255"/>
        <pc:sldMkLst>
          <pc:docMk/>
          <pc:sldMk cId="826392832" sldId="1089"/>
        </pc:sldMkLst>
        <pc:graphicFrameChg chg="ord modGraphic">
          <ac:chgData name="Anna Bolen -X (abolen - UNICON INC at Cisco)" userId="8fcf5b57-97b6-40ce-9683-275924855fa8" providerId="ADAL" clId="{444D0818-F84C-4D73-A98C-EA3C9131FF71}" dt="2022-11-10T17:31:17.572" v="143" actId="255"/>
          <ac:graphicFrameMkLst>
            <pc:docMk/>
            <pc:sldMk cId="826392832" sldId="1089"/>
            <ac:graphicFrameMk id="4" creationId="{94BC45E4-E3FD-B157-EB90-FFC60455258F}"/>
          </ac:graphicFrameMkLst>
        </pc:graphicFrameChg>
      </pc:sldChg>
      <pc:sldChg chg="modSp mod">
        <pc:chgData name="Anna Bolen -X (abolen - UNICON INC at Cisco)" userId="8fcf5b57-97b6-40ce-9683-275924855fa8" providerId="ADAL" clId="{444D0818-F84C-4D73-A98C-EA3C9131FF71}" dt="2022-11-10T17:32:08.581" v="147" actId="12"/>
        <pc:sldMkLst>
          <pc:docMk/>
          <pc:sldMk cId="1567832863" sldId="1092"/>
        </pc:sldMkLst>
        <pc:spChg chg="mod">
          <ac:chgData name="Anna Bolen -X (abolen - UNICON INC at Cisco)" userId="8fcf5b57-97b6-40ce-9683-275924855fa8" providerId="ADAL" clId="{444D0818-F84C-4D73-A98C-EA3C9131FF71}" dt="2022-11-10T17:32:08.581" v="147" actId="12"/>
          <ac:spMkLst>
            <pc:docMk/>
            <pc:sldMk cId="1567832863" sldId="1092"/>
            <ac:spMk id="5" creationId="{00000000-0000-0000-0000-000000000000}"/>
          </ac:spMkLst>
        </pc:spChg>
        <pc:spChg chg="ord">
          <ac:chgData name="Anna Bolen -X (abolen - UNICON INC at Cisco)" userId="8fcf5b57-97b6-40ce-9683-275924855fa8" providerId="ADAL" clId="{444D0818-F84C-4D73-A98C-EA3C9131FF71}" dt="2022-11-10T17:31:53.771" v="145" actId="13244"/>
          <ac:spMkLst>
            <pc:docMk/>
            <pc:sldMk cId="1567832863" sldId="1092"/>
            <ac:spMk id="25" creationId="{00000000-0000-0000-0000-000000000000}"/>
          </ac:spMkLst>
        </pc:spChg>
        <pc:graphicFrameChg chg="modGraphic">
          <ac:chgData name="Anna Bolen -X (abolen - UNICON INC at Cisco)" userId="8fcf5b57-97b6-40ce-9683-275924855fa8" providerId="ADAL" clId="{444D0818-F84C-4D73-A98C-EA3C9131FF71}" dt="2022-11-10T17:32:01.079" v="146" actId="255"/>
          <ac:graphicFrameMkLst>
            <pc:docMk/>
            <pc:sldMk cId="1567832863" sldId="1092"/>
            <ac:graphicFrameMk id="4" creationId="{B5000189-6EB0-091C-E448-F7440C098F05}"/>
          </ac:graphicFrameMkLst>
        </pc:graphicFrameChg>
      </pc:sldChg>
      <pc:sldChg chg="modSp mod">
        <pc:chgData name="Anna Bolen -X (abolen - UNICON INC at Cisco)" userId="8fcf5b57-97b6-40ce-9683-275924855fa8" providerId="ADAL" clId="{444D0818-F84C-4D73-A98C-EA3C9131FF71}" dt="2022-11-10T17:38:18.518" v="199" actId="255"/>
        <pc:sldMkLst>
          <pc:docMk/>
          <pc:sldMk cId="3482539533" sldId="1099"/>
        </pc:sldMkLst>
        <pc:spChg chg="mod">
          <ac:chgData name="Anna Bolen -X (abolen - UNICON INC at Cisco)" userId="8fcf5b57-97b6-40ce-9683-275924855fa8" providerId="ADAL" clId="{444D0818-F84C-4D73-A98C-EA3C9131FF71}" dt="2022-11-10T17:38:18.518" v="199" actId="255"/>
          <ac:spMkLst>
            <pc:docMk/>
            <pc:sldMk cId="3482539533" sldId="1099"/>
            <ac:spMk id="56321" creationId="{00000000-0000-0000-0000-000000000000}"/>
          </ac:spMkLst>
        </pc:spChg>
      </pc:sldChg>
      <pc:sldChg chg="modSp mod modNotesTx">
        <pc:chgData name="Anna Bolen -X (abolen - UNICON INC at Cisco)" userId="8fcf5b57-97b6-40ce-9683-275924855fa8" providerId="ADAL" clId="{444D0818-F84C-4D73-A98C-EA3C9131FF71}" dt="2022-11-10T16:11:52.702" v="126"/>
        <pc:sldMkLst>
          <pc:docMk/>
          <pc:sldMk cId="2426840431" sldId="1100"/>
        </pc:sldMkLst>
        <pc:spChg chg="mod">
          <ac:chgData name="Anna Bolen -X (abolen - UNICON INC at Cisco)" userId="8fcf5b57-97b6-40ce-9683-275924855fa8" providerId="ADAL" clId="{444D0818-F84C-4D73-A98C-EA3C9131FF71}" dt="2022-11-10T15:58:44.172" v="103" actId="14100"/>
          <ac:spMkLst>
            <pc:docMk/>
            <pc:sldMk cId="2426840431" sldId="1100"/>
            <ac:spMk id="3" creationId="{00000000-0000-0000-0000-000000000000}"/>
          </ac:spMkLst>
        </pc:spChg>
        <pc:spChg chg="ord">
          <ac:chgData name="Anna Bolen -X (abolen - UNICON INC at Cisco)" userId="8fcf5b57-97b6-40ce-9683-275924855fa8" providerId="ADAL" clId="{444D0818-F84C-4D73-A98C-EA3C9131FF71}" dt="2022-11-10T15:59:10.806" v="105" actId="13244"/>
          <ac:spMkLst>
            <pc:docMk/>
            <pc:sldMk cId="2426840431" sldId="1100"/>
            <ac:spMk id="25" creationId="{00000000-0000-0000-0000-000000000000}"/>
          </ac:spMkLst>
        </pc:spChg>
        <pc:graphicFrameChg chg="modGraphic">
          <ac:chgData name="Anna Bolen -X (abolen - UNICON INC at Cisco)" userId="8fcf5b57-97b6-40ce-9683-275924855fa8" providerId="ADAL" clId="{444D0818-F84C-4D73-A98C-EA3C9131FF71}" dt="2022-11-10T15:58:54.742" v="104" actId="14100"/>
          <ac:graphicFrameMkLst>
            <pc:docMk/>
            <pc:sldMk cId="2426840431" sldId="1100"/>
            <ac:graphicFrameMk id="4" creationId="{1AD3C29F-41C0-9869-D3D6-5C93E373967B}"/>
          </ac:graphicFrameMkLst>
        </pc:graphicFrameChg>
      </pc:sldChg>
      <pc:sldChg chg="modSp mod modShow">
        <pc:chgData name="Anna Bolen -X (abolen - UNICON INC at Cisco)" userId="8fcf5b57-97b6-40ce-9683-275924855fa8" providerId="ADAL" clId="{444D0818-F84C-4D73-A98C-EA3C9131FF71}" dt="2022-11-10T17:38:30.767" v="200" actId="729"/>
        <pc:sldMkLst>
          <pc:docMk/>
          <pc:sldMk cId="354906275" sldId="1101"/>
        </pc:sldMkLst>
        <pc:spChg chg="mod">
          <ac:chgData name="Anna Bolen -X (abolen - UNICON INC at Cisco)" userId="8fcf5b57-97b6-40ce-9683-275924855fa8" providerId="ADAL" clId="{444D0818-F84C-4D73-A98C-EA3C9131FF71}" dt="2022-11-10T17:28:37.679" v="133" actId="21"/>
          <ac:spMkLst>
            <pc:docMk/>
            <pc:sldMk cId="354906275" sldId="1101"/>
            <ac:spMk id="3" creationId="{00000000-0000-0000-0000-000000000000}"/>
          </ac:spMkLst>
        </pc:spChg>
      </pc:sldChg>
      <pc:sldChg chg="modSp mod modShow">
        <pc:chgData name="Anna Bolen -X (abolen - UNICON INC at Cisco)" userId="8fcf5b57-97b6-40ce-9683-275924855fa8" providerId="ADAL" clId="{444D0818-F84C-4D73-A98C-EA3C9131FF71}" dt="2022-11-10T17:38:30.767" v="200" actId="729"/>
        <pc:sldMkLst>
          <pc:docMk/>
          <pc:sldMk cId="4286118479" sldId="1102"/>
        </pc:sldMkLst>
        <pc:spChg chg="mod">
          <ac:chgData name="Anna Bolen -X (abolen - UNICON INC at Cisco)" userId="8fcf5b57-97b6-40ce-9683-275924855fa8" providerId="ADAL" clId="{444D0818-F84C-4D73-A98C-EA3C9131FF71}" dt="2022-11-10T17:28:43.993" v="139" actId="6549"/>
          <ac:spMkLst>
            <pc:docMk/>
            <pc:sldMk cId="4286118479" sldId="1102"/>
            <ac:spMk id="3" creationId="{00000000-0000-0000-0000-000000000000}"/>
          </ac:spMkLst>
        </pc:spChg>
      </pc:sldChg>
    </pc:docChg>
  </pc:docChgLst>
  <pc:docChgLst>
    <pc:chgData name="Brie Nelson" userId="S::brie_elearningdoc.com#ext#@cisco.onmicrosoft.com::712abed6-64c6-4c4c-80f1-14676a42bb74" providerId="AD" clId="Web-{4DE0C9F1-C751-AFB5-EEDC-5F5819C3120A}"/>
    <pc:docChg chg="modSld">
      <pc:chgData name="Brie Nelson" userId="S::brie_elearningdoc.com#ext#@cisco.onmicrosoft.com::712abed6-64c6-4c4c-80f1-14676a42bb74" providerId="AD" clId="Web-{4DE0C9F1-C751-AFB5-EEDC-5F5819C3120A}" dt="2022-11-09T04:36:14.207" v="108" actId="20577"/>
      <pc:docMkLst>
        <pc:docMk/>
      </pc:docMkLst>
      <pc:sldChg chg="modSp">
        <pc:chgData name="Brie Nelson" userId="S::brie_elearningdoc.com#ext#@cisco.onmicrosoft.com::712abed6-64c6-4c4c-80f1-14676a42bb74" providerId="AD" clId="Web-{4DE0C9F1-C751-AFB5-EEDC-5F5819C3120A}" dt="2022-11-09T04:11:08.771" v="34" actId="20577"/>
        <pc:sldMkLst>
          <pc:docMk/>
          <pc:sldMk cId="0" sldId="286"/>
        </pc:sldMkLst>
        <pc:spChg chg="mod">
          <ac:chgData name="Brie Nelson" userId="S::brie_elearningdoc.com#ext#@cisco.onmicrosoft.com::712abed6-64c6-4c4c-80f1-14676a42bb74" providerId="AD" clId="Web-{4DE0C9F1-C751-AFB5-EEDC-5F5819C3120A}" dt="2022-11-09T04:11:08.771" v="34" actId="20577"/>
          <ac:spMkLst>
            <pc:docMk/>
            <pc:sldMk cId="0" sldId="286"/>
            <ac:spMk id="5" creationId="{00000000-0000-0000-0000-000000000000}"/>
          </ac:spMkLst>
        </pc:spChg>
      </pc:sldChg>
      <pc:sldChg chg="modSp">
        <pc:chgData name="Brie Nelson" userId="S::brie_elearningdoc.com#ext#@cisco.onmicrosoft.com::712abed6-64c6-4c4c-80f1-14676a42bb74" providerId="AD" clId="Web-{4DE0C9F1-C751-AFB5-EEDC-5F5819C3120A}" dt="2022-11-09T04:12:04.930" v="39"/>
        <pc:sldMkLst>
          <pc:docMk/>
          <pc:sldMk cId="0" sldId="294"/>
        </pc:sldMkLst>
        <pc:graphicFrameChg chg="modGraphic">
          <ac:chgData name="Brie Nelson" userId="S::brie_elearningdoc.com#ext#@cisco.onmicrosoft.com::712abed6-64c6-4c4c-80f1-14676a42bb74" providerId="AD" clId="Web-{4DE0C9F1-C751-AFB5-EEDC-5F5819C3120A}" dt="2022-11-09T04:12:04.930" v="39"/>
          <ac:graphicFrameMkLst>
            <pc:docMk/>
            <pc:sldMk cId="0" sldId="294"/>
            <ac:graphicFrameMk id="6" creationId="{1058249E-31DD-FFC4-7B5F-97D73251296D}"/>
          </ac:graphicFrameMkLst>
        </pc:graphicFrameChg>
      </pc:sldChg>
      <pc:sldChg chg="modSp">
        <pc:chgData name="Brie Nelson" userId="S::brie_elearningdoc.com#ext#@cisco.onmicrosoft.com::712abed6-64c6-4c4c-80f1-14676a42bb74" providerId="AD" clId="Web-{4DE0C9F1-C751-AFB5-EEDC-5F5819C3120A}" dt="2022-11-09T04:24:46.040" v="89" actId="1076"/>
        <pc:sldMkLst>
          <pc:docMk/>
          <pc:sldMk cId="0" sldId="298"/>
        </pc:sldMkLst>
        <pc:spChg chg="mod">
          <ac:chgData name="Brie Nelson" userId="S::brie_elearningdoc.com#ext#@cisco.onmicrosoft.com::712abed6-64c6-4c4c-80f1-14676a42bb74" providerId="AD" clId="Web-{4DE0C9F1-C751-AFB5-EEDC-5F5819C3120A}" dt="2022-11-09T04:24:46.040" v="89" actId="1076"/>
          <ac:spMkLst>
            <pc:docMk/>
            <pc:sldMk cId="0" sldId="298"/>
            <ac:spMk id="5" creationId="{00000000-0000-0000-0000-000000000000}"/>
          </ac:spMkLst>
        </pc:spChg>
      </pc:sldChg>
      <pc:sldChg chg="modSp">
        <pc:chgData name="Brie Nelson" userId="S::brie_elearningdoc.com#ext#@cisco.onmicrosoft.com::712abed6-64c6-4c4c-80f1-14676a42bb74" providerId="AD" clId="Web-{4DE0C9F1-C751-AFB5-EEDC-5F5819C3120A}" dt="2022-11-09T04:32:03.822" v="103" actId="20577"/>
        <pc:sldMkLst>
          <pc:docMk/>
          <pc:sldMk cId="0" sldId="303"/>
        </pc:sldMkLst>
        <pc:spChg chg="mod">
          <ac:chgData name="Brie Nelson" userId="S::brie_elearningdoc.com#ext#@cisco.onmicrosoft.com::712abed6-64c6-4c4c-80f1-14676a42bb74" providerId="AD" clId="Web-{4DE0C9F1-C751-AFB5-EEDC-5F5819C3120A}" dt="2022-11-09T04:32:03.822" v="103" actId="20577"/>
          <ac:spMkLst>
            <pc:docMk/>
            <pc:sldMk cId="0" sldId="303"/>
            <ac:spMk id="5" creationId="{00000000-0000-0000-0000-000000000000}"/>
          </ac:spMkLst>
        </pc:spChg>
      </pc:sldChg>
      <pc:sldChg chg="modSp">
        <pc:chgData name="Brie Nelson" userId="S::brie_elearningdoc.com#ext#@cisco.onmicrosoft.com::712abed6-64c6-4c4c-80f1-14676a42bb74" providerId="AD" clId="Web-{4DE0C9F1-C751-AFB5-EEDC-5F5819C3120A}" dt="2022-11-09T04:12:50.025" v="43"/>
        <pc:sldMkLst>
          <pc:docMk/>
          <pc:sldMk cId="826392832" sldId="1089"/>
        </pc:sldMkLst>
        <pc:graphicFrameChg chg="modGraphic">
          <ac:chgData name="Brie Nelson" userId="S::brie_elearningdoc.com#ext#@cisco.onmicrosoft.com::712abed6-64c6-4c4c-80f1-14676a42bb74" providerId="AD" clId="Web-{4DE0C9F1-C751-AFB5-EEDC-5F5819C3120A}" dt="2022-11-09T04:12:50.025" v="43"/>
          <ac:graphicFrameMkLst>
            <pc:docMk/>
            <pc:sldMk cId="826392832" sldId="1089"/>
            <ac:graphicFrameMk id="4" creationId="{94BC45E4-E3FD-B157-EB90-FFC60455258F}"/>
          </ac:graphicFrameMkLst>
        </pc:graphicFrameChg>
      </pc:sldChg>
      <pc:sldChg chg="delSp modSp">
        <pc:chgData name="Brie Nelson" userId="S::brie_elearningdoc.com#ext#@cisco.onmicrosoft.com::712abed6-64c6-4c4c-80f1-14676a42bb74" providerId="AD" clId="Web-{4DE0C9F1-C751-AFB5-EEDC-5F5819C3120A}" dt="2022-11-09T04:08:05.702" v="20"/>
        <pc:sldMkLst>
          <pc:docMk/>
          <pc:sldMk cId="1567832863" sldId="1092"/>
        </pc:sldMkLst>
        <pc:graphicFrameChg chg="modGraphic">
          <ac:chgData name="Brie Nelson" userId="S::brie_elearningdoc.com#ext#@cisco.onmicrosoft.com::712abed6-64c6-4c4c-80f1-14676a42bb74" providerId="AD" clId="Web-{4DE0C9F1-C751-AFB5-EEDC-5F5819C3120A}" dt="2022-11-09T04:08:05.702" v="20"/>
          <ac:graphicFrameMkLst>
            <pc:docMk/>
            <pc:sldMk cId="1567832863" sldId="1092"/>
            <ac:graphicFrameMk id="4" creationId="{B5000189-6EB0-091C-E448-F7440C098F05}"/>
          </ac:graphicFrameMkLst>
        </pc:graphicFrameChg>
        <pc:graphicFrameChg chg="del">
          <ac:chgData name="Brie Nelson" userId="S::brie_elearningdoc.com#ext#@cisco.onmicrosoft.com::712abed6-64c6-4c4c-80f1-14676a42bb74" providerId="AD" clId="Web-{4DE0C9F1-C751-AFB5-EEDC-5F5819C3120A}" dt="2022-11-09T04:02:23.244" v="0"/>
          <ac:graphicFrameMkLst>
            <pc:docMk/>
            <pc:sldMk cId="1567832863" sldId="1092"/>
            <ac:graphicFrameMk id="7" creationId="{C8DB8294-B777-DE09-0937-58B1F113ABA5}"/>
          </ac:graphicFrameMkLst>
        </pc:graphicFrameChg>
      </pc:sldChg>
      <pc:sldChg chg="modSp">
        <pc:chgData name="Brie Nelson" userId="S::brie_elearningdoc.com#ext#@cisco.onmicrosoft.com::712abed6-64c6-4c4c-80f1-14676a42bb74" providerId="AD" clId="Web-{4DE0C9F1-C751-AFB5-EEDC-5F5819C3120A}" dt="2022-11-09T04:36:14.207" v="108" actId="20577"/>
        <pc:sldMkLst>
          <pc:docMk/>
          <pc:sldMk cId="4266815401" sldId="1095"/>
        </pc:sldMkLst>
        <pc:spChg chg="mod">
          <ac:chgData name="Brie Nelson" userId="S::brie_elearningdoc.com#ext#@cisco.onmicrosoft.com::712abed6-64c6-4c4c-80f1-14676a42bb74" providerId="AD" clId="Web-{4DE0C9F1-C751-AFB5-EEDC-5F5819C3120A}" dt="2022-11-09T04:36:14.207" v="108" actId="20577"/>
          <ac:spMkLst>
            <pc:docMk/>
            <pc:sldMk cId="4266815401" sldId="1095"/>
            <ac:spMk id="5" creationId="{00000000-0000-0000-0000-000000000000}"/>
          </ac:spMkLst>
        </pc:spChg>
      </pc:sldChg>
      <pc:sldChg chg="modSp">
        <pc:chgData name="Brie Nelson" userId="S::brie_elearningdoc.com#ext#@cisco.onmicrosoft.com::712abed6-64c6-4c4c-80f1-14676a42bb74" providerId="AD" clId="Web-{4DE0C9F1-C751-AFB5-EEDC-5F5819C3120A}" dt="2022-11-09T04:09:25.018" v="26" actId="1076"/>
        <pc:sldMkLst>
          <pc:docMk/>
          <pc:sldMk cId="2426840431" sldId="1100"/>
        </pc:sldMkLst>
        <pc:graphicFrameChg chg="mod modGraphic">
          <ac:chgData name="Brie Nelson" userId="S::brie_elearningdoc.com#ext#@cisco.onmicrosoft.com::712abed6-64c6-4c4c-80f1-14676a42bb74" providerId="AD" clId="Web-{4DE0C9F1-C751-AFB5-EEDC-5F5819C3120A}" dt="2022-11-09T04:09:25.018" v="26" actId="1076"/>
          <ac:graphicFrameMkLst>
            <pc:docMk/>
            <pc:sldMk cId="2426840431" sldId="1100"/>
            <ac:graphicFrameMk id="4" creationId="{1AD3C29F-41C0-9869-D3D6-5C93E373967B}"/>
          </ac:graphicFrameMkLst>
        </pc:graphicFrameChg>
      </pc:sldChg>
    </pc:docChg>
  </pc:docChgLst>
  <pc:docChgLst>
    <pc:chgData name="Angela Robbins" userId="S::angela.robbins_elearningdoc.com#ext#@cisco.onmicrosoft.com::e406273b-12cd-460d-a763-85132e1718ac" providerId="AD" clId="Web-{7E0D34D5-4DEF-1B71-A212-24DAEDC34F4A}"/>
    <pc:docChg chg="modSld">
      <pc:chgData name="Angela Robbins" userId="S::angela.robbins_elearningdoc.com#ext#@cisco.onmicrosoft.com::e406273b-12cd-460d-a763-85132e1718ac" providerId="AD" clId="Web-{7E0D34D5-4DEF-1B71-A212-24DAEDC34F4A}" dt="2022-10-21T04:25:15.233" v="225"/>
      <pc:docMkLst>
        <pc:docMk/>
      </pc:docMkLst>
      <pc:sldChg chg="modSp">
        <pc:chgData name="Angela Robbins" userId="S::angela.robbins_elearningdoc.com#ext#@cisco.onmicrosoft.com::e406273b-12cd-460d-a763-85132e1718ac" providerId="AD" clId="Web-{7E0D34D5-4DEF-1B71-A212-24DAEDC34F4A}" dt="2022-10-21T04:25:15.233" v="225"/>
        <pc:sldMkLst>
          <pc:docMk/>
          <pc:sldMk cId="1525672446" sldId="1077"/>
        </pc:sldMkLst>
        <pc:spChg chg="mod">
          <ac:chgData name="Angela Robbins" userId="S::angela.robbins_elearningdoc.com#ext#@cisco.onmicrosoft.com::e406273b-12cd-460d-a763-85132e1718ac" providerId="AD" clId="Web-{7E0D34D5-4DEF-1B71-A212-24DAEDC34F4A}" dt="2022-10-21T04:23:36.852" v="6" actId="20577"/>
          <ac:spMkLst>
            <pc:docMk/>
            <pc:sldMk cId="1525672446" sldId="1077"/>
            <ac:spMk id="5" creationId="{7188AF34-F17D-65FE-91B6-733B90851DC8}"/>
          </ac:spMkLst>
        </pc:spChg>
        <pc:graphicFrameChg chg="mod modGraphic">
          <ac:chgData name="Angela Robbins" userId="S::angela.robbins_elearningdoc.com#ext#@cisco.onmicrosoft.com::e406273b-12cd-460d-a763-85132e1718ac" providerId="AD" clId="Web-{7E0D34D5-4DEF-1B71-A212-24DAEDC34F4A}" dt="2022-10-21T04:25:15.233" v="225"/>
          <ac:graphicFrameMkLst>
            <pc:docMk/>
            <pc:sldMk cId="1525672446" sldId="1077"/>
            <ac:graphicFrameMk id="4" creationId="{40064EF4-EE2B-342C-EA9E-699582F380FF}"/>
          </ac:graphicFrameMkLst>
        </pc:graphicFrameChg>
      </pc:sldChg>
    </pc:docChg>
  </pc:docChgLst>
  <pc:docChgLst>
    <pc:chgData name="Cláudia Naumann" userId="S::naumann_nce.ufrj.br#ext#@cisco.onmicrosoft.com::2c14c15b-0266-4182-83e5-84c7c06e2959" providerId="AD" clId="Web-{4B0FED68-43D7-A52D-7B3C-C87D2B0949FD}"/>
    <pc:docChg chg="addSld modSld">
      <pc:chgData name="Cláudia Naumann" userId="S::naumann_nce.ufrj.br#ext#@cisco.onmicrosoft.com::2c14c15b-0266-4182-83e5-84c7c06e2959" providerId="AD" clId="Web-{4B0FED68-43D7-A52D-7B3C-C87D2B0949FD}" dt="2022-11-10T16:15:09.080" v="1493" actId="20577"/>
      <pc:docMkLst>
        <pc:docMk/>
      </pc:docMkLst>
      <pc:sldChg chg="modSp">
        <pc:chgData name="Cláudia Naumann" userId="S::naumann_nce.ufrj.br#ext#@cisco.onmicrosoft.com::2c14c15b-0266-4182-83e5-84c7c06e2959" providerId="AD" clId="Web-{4B0FED68-43D7-A52D-7B3C-C87D2B0949FD}" dt="2022-11-10T16:15:09.080" v="1493" actId="20577"/>
        <pc:sldMkLst>
          <pc:docMk/>
          <pc:sldMk cId="0" sldId="305"/>
        </pc:sldMkLst>
        <pc:spChg chg="mod">
          <ac:chgData name="Cláudia Naumann" userId="S::naumann_nce.ufrj.br#ext#@cisco.onmicrosoft.com::2c14c15b-0266-4182-83e5-84c7c06e2959" providerId="AD" clId="Web-{4B0FED68-43D7-A52D-7B3C-C87D2B0949FD}" dt="2022-11-10T16:15:09.080" v="1493" actId="20577"/>
          <ac:spMkLst>
            <pc:docMk/>
            <pc:sldMk cId="0" sldId="305"/>
            <ac:spMk id="3" creationId="{00000000-0000-0000-0000-000000000000}"/>
          </ac:spMkLst>
        </pc:spChg>
      </pc:sldChg>
      <pc:sldChg chg="modSp">
        <pc:chgData name="Cláudia Naumann" userId="S::naumann_nce.ufrj.br#ext#@cisco.onmicrosoft.com::2c14c15b-0266-4182-83e5-84c7c06e2959" providerId="AD" clId="Web-{4B0FED68-43D7-A52D-7B3C-C87D2B0949FD}" dt="2022-11-10T15:56:00.459" v="511" actId="20577"/>
        <pc:sldMkLst>
          <pc:docMk/>
          <pc:sldMk cId="0" sldId="1076"/>
        </pc:sldMkLst>
        <pc:spChg chg="mod">
          <ac:chgData name="Cláudia Naumann" userId="S::naumann_nce.ufrj.br#ext#@cisco.onmicrosoft.com::2c14c15b-0266-4182-83e5-84c7c06e2959" providerId="AD" clId="Web-{4B0FED68-43D7-A52D-7B3C-C87D2B0949FD}" dt="2022-11-10T15:56:00.459" v="511" actId="20577"/>
          <ac:spMkLst>
            <pc:docMk/>
            <pc:sldMk cId="0" sldId="1076"/>
            <ac:spMk id="3" creationId="{00000000-0000-0000-0000-000000000000}"/>
          </ac:spMkLst>
        </pc:spChg>
      </pc:sldChg>
      <pc:sldChg chg="modSp add">
        <pc:chgData name="Cláudia Naumann" userId="S::naumann_nce.ufrj.br#ext#@cisco.onmicrosoft.com::2c14c15b-0266-4182-83e5-84c7c06e2959" providerId="AD" clId="Web-{4B0FED68-43D7-A52D-7B3C-C87D2B0949FD}" dt="2022-11-10T16:09:26.712" v="1249" actId="20577"/>
        <pc:sldMkLst>
          <pc:docMk/>
          <pc:sldMk cId="354906275" sldId="1101"/>
        </pc:sldMkLst>
        <pc:spChg chg="mod">
          <ac:chgData name="Cláudia Naumann" userId="S::naumann_nce.ufrj.br#ext#@cisco.onmicrosoft.com::2c14c15b-0266-4182-83e5-84c7c06e2959" providerId="AD" clId="Web-{4B0FED68-43D7-A52D-7B3C-C87D2B0949FD}" dt="2022-11-10T15:56:18.538" v="520" actId="20577"/>
          <ac:spMkLst>
            <pc:docMk/>
            <pc:sldMk cId="354906275" sldId="1101"/>
            <ac:spMk id="2" creationId="{00000000-0000-0000-0000-000000000000}"/>
          </ac:spMkLst>
        </pc:spChg>
        <pc:spChg chg="mod">
          <ac:chgData name="Cláudia Naumann" userId="S::naumann_nce.ufrj.br#ext#@cisco.onmicrosoft.com::2c14c15b-0266-4182-83e5-84c7c06e2959" providerId="AD" clId="Web-{4B0FED68-43D7-A52D-7B3C-C87D2B0949FD}" dt="2022-11-10T16:09:26.712" v="1249" actId="20577"/>
          <ac:spMkLst>
            <pc:docMk/>
            <pc:sldMk cId="354906275" sldId="1101"/>
            <ac:spMk id="3" creationId="{00000000-0000-0000-0000-000000000000}"/>
          </ac:spMkLst>
        </pc:spChg>
      </pc:sldChg>
      <pc:sldChg chg="modSp add">
        <pc:chgData name="Cláudia Naumann" userId="S::naumann_nce.ufrj.br#ext#@cisco.onmicrosoft.com::2c14c15b-0266-4182-83e5-84c7c06e2959" providerId="AD" clId="Web-{4B0FED68-43D7-A52D-7B3C-C87D2B0949FD}" dt="2022-11-10T16:14:41.392" v="1491" actId="14100"/>
        <pc:sldMkLst>
          <pc:docMk/>
          <pc:sldMk cId="4286118479" sldId="1102"/>
        </pc:sldMkLst>
        <pc:spChg chg="mod">
          <ac:chgData name="Cláudia Naumann" userId="S::naumann_nce.ufrj.br#ext#@cisco.onmicrosoft.com::2c14c15b-0266-4182-83e5-84c7c06e2959" providerId="AD" clId="Web-{4B0FED68-43D7-A52D-7B3C-C87D2B0949FD}" dt="2022-11-10T16:14:41.392" v="1491" actId="14100"/>
          <ac:spMkLst>
            <pc:docMk/>
            <pc:sldMk cId="4286118479" sldId="1102"/>
            <ac:spMk id="3" creationId="{00000000-0000-0000-0000-000000000000}"/>
          </ac:spMkLst>
        </pc:spChg>
      </pc:sldChg>
    </pc:docChg>
  </pc:docChgLst>
  <pc:docChgLst>
    <pc:chgData name="Anna Bolen -X (abolen - UNICON INC at Cisco)" userId="8fcf5b57-97b6-40ce-9683-275924855fa8" providerId="ADAL" clId="{8B507718-060E-4909-B5FD-E40534832B59}"/>
    <pc:docChg chg="undo custSel addSld delSld modSld">
      <pc:chgData name="Anna Bolen -X (abolen - UNICON INC at Cisco)" userId="8fcf5b57-97b6-40ce-9683-275924855fa8" providerId="ADAL" clId="{8B507718-060E-4909-B5FD-E40534832B59}" dt="2022-12-16T18:16:59.642" v="334" actId="20577"/>
      <pc:docMkLst>
        <pc:docMk/>
      </pc:docMkLst>
      <pc:sldChg chg="mod modShow">
        <pc:chgData name="Anna Bolen -X (abolen - UNICON INC at Cisco)" userId="8fcf5b57-97b6-40ce-9683-275924855fa8" providerId="ADAL" clId="{8B507718-060E-4909-B5FD-E40534832B59}" dt="2022-12-13T21:12:03.466" v="331" actId="729"/>
        <pc:sldMkLst>
          <pc:docMk/>
          <pc:sldMk cId="0" sldId="256"/>
        </pc:sldMkLst>
      </pc:sldChg>
      <pc:sldChg chg="modNotesTx">
        <pc:chgData name="Anna Bolen -X (abolen - UNICON INC at Cisco)" userId="8fcf5b57-97b6-40ce-9683-275924855fa8" providerId="ADAL" clId="{8B507718-060E-4909-B5FD-E40534832B59}" dt="2022-12-01T18:14:46.480" v="101" actId="20577"/>
        <pc:sldMkLst>
          <pc:docMk/>
          <pc:sldMk cId="0" sldId="266"/>
        </pc:sldMkLst>
      </pc:sldChg>
      <pc:sldChg chg="del">
        <pc:chgData name="Anna Bolen -X (abolen - UNICON INC at Cisco)" userId="8fcf5b57-97b6-40ce-9683-275924855fa8" providerId="ADAL" clId="{8B507718-060E-4909-B5FD-E40534832B59}" dt="2022-12-01T18:14:25.193" v="78" actId="2696"/>
        <pc:sldMkLst>
          <pc:docMk/>
          <pc:sldMk cId="0" sldId="267"/>
        </pc:sldMkLst>
      </pc:sldChg>
      <pc:sldChg chg="modNotesTx">
        <pc:chgData name="Anna Bolen -X (abolen - UNICON INC at Cisco)" userId="8fcf5b57-97b6-40ce-9683-275924855fa8" providerId="ADAL" clId="{8B507718-060E-4909-B5FD-E40534832B59}" dt="2022-12-01T18:16:17.094" v="159"/>
        <pc:sldMkLst>
          <pc:docMk/>
          <pc:sldMk cId="0" sldId="269"/>
        </pc:sldMkLst>
      </pc:sldChg>
      <pc:sldChg chg="del modNotesTx">
        <pc:chgData name="Anna Bolen -X (abolen - UNICON INC at Cisco)" userId="8fcf5b57-97b6-40ce-9683-275924855fa8" providerId="ADAL" clId="{8B507718-060E-4909-B5FD-E40534832B59}" dt="2022-12-01T18:19:36.337" v="160" actId="2696"/>
        <pc:sldMkLst>
          <pc:docMk/>
          <pc:sldMk cId="0" sldId="270"/>
        </pc:sldMkLst>
      </pc:sldChg>
      <pc:sldChg chg="modNotesTx">
        <pc:chgData name="Anna Bolen -X (abolen - UNICON INC at Cisco)" userId="8fcf5b57-97b6-40ce-9683-275924855fa8" providerId="ADAL" clId="{8B507718-060E-4909-B5FD-E40534832B59}" dt="2022-12-01T19:12:50.091" v="294" actId="20577"/>
        <pc:sldMkLst>
          <pc:docMk/>
          <pc:sldMk cId="0" sldId="300"/>
        </pc:sldMkLst>
      </pc:sldChg>
      <pc:sldChg chg="del">
        <pc:chgData name="Anna Bolen -X (abolen - UNICON INC at Cisco)" userId="8fcf5b57-97b6-40ce-9683-275924855fa8" providerId="ADAL" clId="{8B507718-060E-4909-B5FD-E40534832B59}" dt="2022-12-01T19:12:53.537" v="295" actId="2696"/>
        <pc:sldMkLst>
          <pc:docMk/>
          <pc:sldMk cId="0" sldId="301"/>
        </pc:sldMkLst>
      </pc:sldChg>
      <pc:sldChg chg="modSp mod">
        <pc:chgData name="Anna Bolen -X (abolen - UNICON INC at Cisco)" userId="8fcf5b57-97b6-40ce-9683-275924855fa8" providerId="ADAL" clId="{8B507718-060E-4909-B5FD-E40534832B59}" dt="2022-12-16T18:16:59.642" v="334" actId="20577"/>
        <pc:sldMkLst>
          <pc:docMk/>
          <pc:sldMk cId="0" sldId="305"/>
        </pc:sldMkLst>
        <pc:spChg chg="mod">
          <ac:chgData name="Anna Bolen -X (abolen - UNICON INC at Cisco)" userId="8fcf5b57-97b6-40ce-9683-275924855fa8" providerId="ADAL" clId="{8B507718-060E-4909-B5FD-E40534832B59}" dt="2022-12-16T18:16:59.642" v="334" actId="20577"/>
          <ac:spMkLst>
            <pc:docMk/>
            <pc:sldMk cId="0" sldId="305"/>
            <ac:spMk id="3" creationId="{00000000-0000-0000-0000-000000000000}"/>
          </ac:spMkLst>
        </pc:spChg>
      </pc:sldChg>
      <pc:sldChg chg="modSp mod">
        <pc:chgData name="Anna Bolen -X (abolen - UNICON INC at Cisco)" userId="8fcf5b57-97b6-40ce-9683-275924855fa8" providerId="ADAL" clId="{8B507718-060E-4909-B5FD-E40534832B59}" dt="2022-12-01T19:10:37.568" v="213" actId="5793"/>
        <pc:sldMkLst>
          <pc:docMk/>
          <pc:sldMk cId="0" sldId="1074"/>
        </pc:sldMkLst>
        <pc:graphicFrameChg chg="modGraphic">
          <ac:chgData name="Anna Bolen -X (abolen - UNICON INC at Cisco)" userId="8fcf5b57-97b6-40ce-9683-275924855fa8" providerId="ADAL" clId="{8B507718-060E-4909-B5FD-E40534832B59}" dt="2022-12-01T19:10:37.568" v="213" actId="5793"/>
          <ac:graphicFrameMkLst>
            <pc:docMk/>
            <pc:sldMk cId="0" sldId="1074"/>
            <ac:graphicFrameMk id="4" creationId="{40064EF4-EE2B-342C-EA9E-699582F380FF}"/>
          </ac:graphicFrameMkLst>
        </pc:graphicFrameChg>
      </pc:sldChg>
      <pc:sldChg chg="modSp mod">
        <pc:chgData name="Anna Bolen -X (abolen - UNICON INC at Cisco)" userId="8fcf5b57-97b6-40ce-9683-275924855fa8" providerId="ADAL" clId="{8B507718-060E-4909-B5FD-E40534832B59}" dt="2022-12-01T19:20:38.418" v="330" actId="20577"/>
        <pc:sldMkLst>
          <pc:docMk/>
          <pc:sldMk cId="0" sldId="1076"/>
        </pc:sldMkLst>
        <pc:spChg chg="mod">
          <ac:chgData name="Anna Bolen -X (abolen - UNICON INC at Cisco)" userId="8fcf5b57-97b6-40ce-9683-275924855fa8" providerId="ADAL" clId="{8B507718-060E-4909-B5FD-E40534832B59}" dt="2022-12-01T19:20:38.418" v="330" actId="20577"/>
          <ac:spMkLst>
            <pc:docMk/>
            <pc:sldMk cId="0" sldId="1076"/>
            <ac:spMk id="3" creationId="{00000000-0000-0000-0000-000000000000}"/>
          </ac:spMkLst>
        </pc:spChg>
      </pc:sldChg>
      <pc:sldChg chg="modNotesTx">
        <pc:chgData name="Anna Bolen -X (abolen - UNICON INC at Cisco)" userId="8fcf5b57-97b6-40ce-9683-275924855fa8" providerId="ADAL" clId="{8B507718-060E-4909-B5FD-E40534832B59}" dt="2022-12-01T18:20:15.031" v="172" actId="6549"/>
        <pc:sldMkLst>
          <pc:docMk/>
          <pc:sldMk cId="3482539533" sldId="1099"/>
        </pc:sldMkLst>
      </pc:sldChg>
      <pc:sldChg chg="modSp add mod">
        <pc:chgData name="Anna Bolen -X (abolen - UNICON INC at Cisco)" userId="8fcf5b57-97b6-40ce-9683-275924855fa8" providerId="ADAL" clId="{8B507718-060E-4909-B5FD-E40534832B59}" dt="2022-12-01T19:11:58.141" v="265" actId="255"/>
        <pc:sldMkLst>
          <pc:docMk/>
          <pc:sldMk cId="2919550387" sldId="1103"/>
        </pc:sldMkLst>
        <pc:graphicFrameChg chg="mod modGraphic">
          <ac:chgData name="Anna Bolen -X (abolen - UNICON INC at Cisco)" userId="8fcf5b57-97b6-40ce-9683-275924855fa8" providerId="ADAL" clId="{8B507718-060E-4909-B5FD-E40534832B59}" dt="2022-12-01T19:11:58.141" v="265" actId="255"/>
          <ac:graphicFrameMkLst>
            <pc:docMk/>
            <pc:sldMk cId="2919550387" sldId="1103"/>
            <ac:graphicFrameMk id="4" creationId="{40064EF4-EE2B-342C-EA9E-699582F380FF}"/>
          </ac:graphicFrameMkLst>
        </pc:graphicFrameChg>
      </pc:sldChg>
    </pc:docChg>
  </pc:docChgLst>
  <pc:docChgLst>
    <pc:chgData name="Anna Bolen -X (abolen - UNICON INC at Cisco)" userId="8fcf5b57-97b6-40ce-9683-275924855fa8" providerId="ADAL" clId="{F566E472-8F62-4D47-B57B-6279AE323F0A}"/>
    <pc:docChg chg="modSld">
      <pc:chgData name="Anna Bolen -X (abolen - UNICON INC at Cisco)" userId="8fcf5b57-97b6-40ce-9683-275924855fa8" providerId="ADAL" clId="{F566E472-8F62-4D47-B57B-6279AE323F0A}" dt="2023-03-30T16:05:53.315" v="1"/>
      <pc:docMkLst>
        <pc:docMk/>
      </pc:docMkLst>
      <pc:sldChg chg="modSp modNotes">
        <pc:chgData name="Anna Bolen -X (abolen - UNICON INC at Cisco)" userId="8fcf5b57-97b6-40ce-9683-275924855fa8" providerId="ADAL" clId="{F566E472-8F62-4D47-B57B-6279AE323F0A}" dt="2023-03-30T16:05:47.968" v="0"/>
        <pc:sldMkLst>
          <pc:docMk/>
          <pc:sldMk cId="0" sldId="256"/>
        </pc:sldMkLst>
        <pc:spChg chg="mod">
          <ac:chgData name="Anna Bolen -X (abolen - UNICON INC at Cisco)" userId="8fcf5b57-97b6-40ce-9683-275924855fa8" providerId="ADAL" clId="{F566E472-8F62-4D47-B57B-6279AE323F0A}" dt="2023-03-30T16:05:47.968" v="0"/>
          <ac:spMkLst>
            <pc:docMk/>
            <pc:sldMk cId="0" sldId="256"/>
            <ac:spMk id="4" creationId="{00000000-0000-0000-0000-000000000000}"/>
          </ac:spMkLst>
        </pc:spChg>
      </pc:sldChg>
      <pc:sldChg chg="modSp modNotes">
        <pc:chgData name="Anna Bolen -X (abolen - UNICON INC at Cisco)" userId="8fcf5b57-97b6-40ce-9683-275924855fa8" providerId="ADAL" clId="{F566E472-8F62-4D47-B57B-6279AE323F0A}" dt="2023-03-30T16:05:47.968" v="0"/>
        <pc:sldMkLst>
          <pc:docMk/>
          <pc:sldMk cId="0" sldId="262"/>
        </pc:sldMkLst>
        <pc:spChg chg="mod">
          <ac:chgData name="Anna Bolen -X (abolen - UNICON INC at Cisco)" userId="8fcf5b57-97b6-40ce-9683-275924855fa8" providerId="ADAL" clId="{F566E472-8F62-4D47-B57B-6279AE323F0A}" dt="2023-03-30T16:05:47.968" v="0"/>
          <ac:spMkLst>
            <pc:docMk/>
            <pc:sldMk cId="0" sldId="262"/>
            <ac:spMk id="3" creationId="{00000000-0000-0000-0000-000000000000}"/>
          </ac:spMkLst>
        </pc:spChg>
      </pc:sldChg>
      <pc:sldChg chg="modTransition">
        <pc:chgData name="Anna Bolen -X (abolen - UNICON INC at Cisco)" userId="8fcf5b57-97b6-40ce-9683-275924855fa8" providerId="ADAL" clId="{F566E472-8F62-4D47-B57B-6279AE323F0A}" dt="2023-03-30T16:05:53.315" v="1"/>
        <pc:sldMkLst>
          <pc:docMk/>
          <pc:sldMk cId="3482539533" sldId="1099"/>
        </pc:sldMkLst>
      </pc:sldChg>
    </pc:docChg>
  </pc:docChgLst>
  <pc:docChgLst>
    <pc:chgData name="Angela Robbins" userId="S::angela.robbins_elearningdoc.com#ext#@cisco.onmicrosoft.com::e406273b-12cd-460d-a763-85132e1718ac" providerId="AD" clId="Web-{B197D640-47B3-A0B0-9759-2CFD0629C665}"/>
    <pc:docChg chg="addSld modSld addMainMaster">
      <pc:chgData name="Angela Robbins" userId="S::angela.robbins_elearningdoc.com#ext#@cisco.onmicrosoft.com::e406273b-12cd-460d-a763-85132e1718ac" providerId="AD" clId="Web-{B197D640-47B3-A0B0-9759-2CFD0629C665}" dt="2022-10-21T23:21:52.029" v="1861" actId="20577"/>
      <pc:docMkLst>
        <pc:docMk/>
      </pc:docMkLst>
      <pc:sldChg chg="modSp">
        <pc:chgData name="Angela Robbins" userId="S::angela.robbins_elearningdoc.com#ext#@cisco.onmicrosoft.com::e406273b-12cd-460d-a763-85132e1718ac" providerId="AD" clId="Web-{B197D640-47B3-A0B0-9759-2CFD0629C665}" dt="2022-10-21T20:37:05.070" v="1221" actId="20577"/>
        <pc:sldMkLst>
          <pc:docMk/>
          <pc:sldMk cId="0" sldId="264"/>
        </pc:sldMkLst>
        <pc:spChg chg="mod">
          <ac:chgData name="Angela Robbins" userId="S::angela.robbins_elearningdoc.com#ext#@cisco.onmicrosoft.com::e406273b-12cd-460d-a763-85132e1718ac" providerId="AD" clId="Web-{B197D640-47B3-A0B0-9759-2CFD0629C665}" dt="2022-10-21T16:53:16.152" v="0" actId="20577"/>
          <ac:spMkLst>
            <pc:docMk/>
            <pc:sldMk cId="0" sldId="264"/>
            <ac:spMk id="3" creationId="{00000000-0000-0000-0000-000000000000}"/>
          </ac:spMkLst>
        </pc:spChg>
        <pc:spChg chg="mod">
          <ac:chgData name="Angela Robbins" userId="S::angela.robbins_elearningdoc.com#ext#@cisco.onmicrosoft.com::e406273b-12cd-460d-a763-85132e1718ac" providerId="AD" clId="Web-{B197D640-47B3-A0B0-9759-2CFD0629C665}" dt="2022-10-21T20:37:05.070" v="1221" actId="20577"/>
          <ac:spMkLst>
            <pc:docMk/>
            <pc:sldMk cId="0" sldId="264"/>
            <ac:spMk id="5" creationId="{00000000-0000-0000-0000-000000000000}"/>
          </ac:spMkLst>
        </pc:spChg>
      </pc:sldChg>
      <pc:sldChg chg="addSp modSp">
        <pc:chgData name="Angela Robbins" userId="S::angela.robbins_elearningdoc.com#ext#@cisco.onmicrosoft.com::e406273b-12cd-460d-a763-85132e1718ac" providerId="AD" clId="Web-{B197D640-47B3-A0B0-9759-2CFD0629C665}" dt="2022-10-21T20:38:36.308" v="1234" actId="1076"/>
        <pc:sldMkLst>
          <pc:docMk/>
          <pc:sldMk cId="0" sldId="265"/>
        </pc:sldMkLst>
        <pc:spChg chg="mod">
          <ac:chgData name="Angela Robbins" userId="S::angela.robbins_elearningdoc.com#ext#@cisco.onmicrosoft.com::e406273b-12cd-460d-a763-85132e1718ac" providerId="AD" clId="Web-{B197D640-47B3-A0B0-9759-2CFD0629C665}" dt="2022-10-21T20:38:36.308" v="1234" actId="1076"/>
          <ac:spMkLst>
            <pc:docMk/>
            <pc:sldMk cId="0" sldId="265"/>
            <ac:spMk id="5" creationId="{00000000-0000-0000-0000-000000000000}"/>
          </ac:spMkLst>
        </pc:spChg>
        <pc:spChg chg="add mod ord">
          <ac:chgData name="Angela Robbins" userId="S::angela.robbins_elearningdoc.com#ext#@cisco.onmicrosoft.com::e406273b-12cd-460d-a763-85132e1718ac" providerId="AD" clId="Web-{B197D640-47B3-A0B0-9759-2CFD0629C665}" dt="2022-10-21T17:40:51.393" v="24"/>
          <ac:spMkLst>
            <pc:docMk/>
            <pc:sldMk cId="0" sldId="265"/>
            <ac:spMk id="6" creationId="{910AEEF0-13E5-318D-1682-9AE806E25FAE}"/>
          </ac:spMkLst>
        </pc:spChg>
        <pc:picChg chg="add mod">
          <ac:chgData name="Angela Robbins" userId="S::angela.robbins_elearningdoc.com#ext#@cisco.onmicrosoft.com::e406273b-12cd-460d-a763-85132e1718ac" providerId="AD" clId="Web-{B197D640-47B3-A0B0-9759-2CFD0629C665}" dt="2022-10-21T17:40:30.768" v="22" actId="1076"/>
          <ac:picMkLst>
            <pc:docMk/>
            <pc:sldMk cId="0" sldId="265"/>
            <ac:picMk id="4" creationId="{21D06D72-61EB-C8AC-4D13-BD325DF3E1F1}"/>
          </ac:picMkLst>
        </pc:picChg>
      </pc:sldChg>
      <pc:sldChg chg="modSp">
        <pc:chgData name="Angela Robbins" userId="S::angela.robbins_elearningdoc.com#ext#@cisco.onmicrosoft.com::e406273b-12cd-460d-a763-85132e1718ac" providerId="AD" clId="Web-{B197D640-47B3-A0B0-9759-2CFD0629C665}" dt="2022-10-21T20:42:26.411" v="1278" actId="1076"/>
        <pc:sldMkLst>
          <pc:docMk/>
          <pc:sldMk cId="0" sldId="266"/>
        </pc:sldMkLst>
        <pc:spChg chg="mod">
          <ac:chgData name="Angela Robbins" userId="S::angela.robbins_elearningdoc.com#ext#@cisco.onmicrosoft.com::e406273b-12cd-460d-a763-85132e1718ac" providerId="AD" clId="Web-{B197D640-47B3-A0B0-9759-2CFD0629C665}" dt="2022-10-21T20:42:26.411" v="1278" actId="1076"/>
          <ac:spMkLst>
            <pc:docMk/>
            <pc:sldMk cId="0" sldId="266"/>
            <ac:spMk id="5" creationId="{00000000-0000-0000-0000-000000000000}"/>
          </ac:spMkLst>
        </pc:spChg>
      </pc:sldChg>
      <pc:sldChg chg="modSp">
        <pc:chgData name="Angela Robbins" userId="S::angela.robbins_elearningdoc.com#ext#@cisco.onmicrosoft.com::e406273b-12cd-460d-a763-85132e1718ac" providerId="AD" clId="Web-{B197D640-47B3-A0B0-9759-2CFD0629C665}" dt="2022-10-21T20:42:36.489" v="1279" actId="1076"/>
        <pc:sldMkLst>
          <pc:docMk/>
          <pc:sldMk cId="0" sldId="267"/>
        </pc:sldMkLst>
        <pc:spChg chg="mod">
          <ac:chgData name="Angela Robbins" userId="S::angela.robbins_elearningdoc.com#ext#@cisco.onmicrosoft.com::e406273b-12cd-460d-a763-85132e1718ac" providerId="AD" clId="Web-{B197D640-47B3-A0B0-9759-2CFD0629C665}" dt="2022-10-21T20:42:36.489" v="1279" actId="1076"/>
          <ac:spMkLst>
            <pc:docMk/>
            <pc:sldMk cId="0" sldId="267"/>
            <ac:spMk id="5" creationId="{00000000-0000-0000-0000-000000000000}"/>
          </ac:spMkLst>
        </pc:spChg>
      </pc:sldChg>
      <pc:sldChg chg="modSp">
        <pc:chgData name="Angela Robbins" userId="S::angela.robbins_elearningdoc.com#ext#@cisco.onmicrosoft.com::e406273b-12cd-460d-a763-85132e1718ac" providerId="AD" clId="Web-{B197D640-47B3-A0B0-9759-2CFD0629C665}" dt="2022-10-21T20:43:17.022" v="1288" actId="20577"/>
        <pc:sldMkLst>
          <pc:docMk/>
          <pc:sldMk cId="0" sldId="268"/>
        </pc:sldMkLst>
        <pc:spChg chg="mod">
          <ac:chgData name="Angela Robbins" userId="S::angela.robbins_elearningdoc.com#ext#@cisco.onmicrosoft.com::e406273b-12cd-460d-a763-85132e1718ac" providerId="AD" clId="Web-{B197D640-47B3-A0B0-9759-2CFD0629C665}" dt="2022-10-21T18:50:29.975" v="119" actId="20577"/>
          <ac:spMkLst>
            <pc:docMk/>
            <pc:sldMk cId="0" sldId="268"/>
            <ac:spMk id="3" creationId="{00000000-0000-0000-0000-000000000000}"/>
          </ac:spMkLst>
        </pc:spChg>
        <pc:spChg chg="mod">
          <ac:chgData name="Angela Robbins" userId="S::angela.robbins_elearningdoc.com#ext#@cisco.onmicrosoft.com::e406273b-12cd-460d-a763-85132e1718ac" providerId="AD" clId="Web-{B197D640-47B3-A0B0-9759-2CFD0629C665}" dt="2022-10-21T20:43:17.022" v="1288" actId="20577"/>
          <ac:spMkLst>
            <pc:docMk/>
            <pc:sldMk cId="0" sldId="268"/>
            <ac:spMk id="5" creationId="{00000000-0000-0000-0000-000000000000}"/>
          </ac:spMkLst>
        </pc:spChg>
      </pc:sldChg>
      <pc:sldChg chg="modSp">
        <pc:chgData name="Angela Robbins" userId="S::angela.robbins_elearningdoc.com#ext#@cisco.onmicrosoft.com::e406273b-12cd-460d-a763-85132e1718ac" providerId="AD" clId="Web-{B197D640-47B3-A0B0-9759-2CFD0629C665}" dt="2022-10-21T20:44:57.166" v="1301" actId="1076"/>
        <pc:sldMkLst>
          <pc:docMk/>
          <pc:sldMk cId="0" sldId="269"/>
        </pc:sldMkLst>
        <pc:spChg chg="mod">
          <ac:chgData name="Angela Robbins" userId="S::angela.robbins_elearningdoc.com#ext#@cisco.onmicrosoft.com::e406273b-12cd-460d-a763-85132e1718ac" providerId="AD" clId="Web-{B197D640-47B3-A0B0-9759-2CFD0629C665}" dt="2022-10-21T20:44:57.166" v="1301" actId="1076"/>
          <ac:spMkLst>
            <pc:docMk/>
            <pc:sldMk cId="0" sldId="269"/>
            <ac:spMk id="5" creationId="{00000000-0000-0000-0000-000000000000}"/>
          </ac:spMkLst>
        </pc:spChg>
      </pc:sldChg>
      <pc:sldChg chg="modSp">
        <pc:chgData name="Angela Robbins" userId="S::angela.robbins_elearningdoc.com#ext#@cisco.onmicrosoft.com::e406273b-12cd-460d-a763-85132e1718ac" providerId="AD" clId="Web-{B197D640-47B3-A0B0-9759-2CFD0629C665}" dt="2022-10-21T20:45:03.932" v="1303" actId="1076"/>
        <pc:sldMkLst>
          <pc:docMk/>
          <pc:sldMk cId="0" sldId="270"/>
        </pc:sldMkLst>
        <pc:spChg chg="mod">
          <ac:chgData name="Angela Robbins" userId="S::angela.robbins_elearningdoc.com#ext#@cisco.onmicrosoft.com::e406273b-12cd-460d-a763-85132e1718ac" providerId="AD" clId="Web-{B197D640-47B3-A0B0-9759-2CFD0629C665}" dt="2022-10-21T20:45:03.932" v="1303" actId="1076"/>
          <ac:spMkLst>
            <pc:docMk/>
            <pc:sldMk cId="0" sldId="270"/>
            <ac:spMk id="5" creationId="{00000000-0000-0000-0000-000000000000}"/>
          </ac:spMkLst>
        </pc:spChg>
      </pc:sldChg>
      <pc:sldChg chg="modSp">
        <pc:chgData name="Angela Robbins" userId="S::angela.robbins_elearningdoc.com#ext#@cisco.onmicrosoft.com::e406273b-12cd-460d-a763-85132e1718ac" providerId="AD" clId="Web-{B197D640-47B3-A0B0-9759-2CFD0629C665}" dt="2022-10-21T20:49:26.364" v="1313" actId="20577"/>
        <pc:sldMkLst>
          <pc:docMk/>
          <pc:sldMk cId="0" sldId="271"/>
        </pc:sldMkLst>
        <pc:spChg chg="mod">
          <ac:chgData name="Angela Robbins" userId="S::angela.robbins_elearningdoc.com#ext#@cisco.onmicrosoft.com::e406273b-12cd-460d-a763-85132e1718ac" providerId="AD" clId="Web-{B197D640-47B3-A0B0-9759-2CFD0629C665}" dt="2022-10-21T19:23:19.873" v="200" actId="20577"/>
          <ac:spMkLst>
            <pc:docMk/>
            <pc:sldMk cId="0" sldId="271"/>
            <ac:spMk id="3" creationId="{00000000-0000-0000-0000-000000000000}"/>
          </ac:spMkLst>
        </pc:spChg>
        <pc:spChg chg="mod">
          <ac:chgData name="Angela Robbins" userId="S::angela.robbins_elearningdoc.com#ext#@cisco.onmicrosoft.com::e406273b-12cd-460d-a763-85132e1718ac" providerId="AD" clId="Web-{B197D640-47B3-A0B0-9759-2CFD0629C665}" dt="2022-10-21T20:49:26.364" v="1313" actId="20577"/>
          <ac:spMkLst>
            <pc:docMk/>
            <pc:sldMk cId="0" sldId="271"/>
            <ac:spMk id="5" creationId="{00000000-0000-0000-0000-000000000000}"/>
          </ac:spMkLst>
        </pc:spChg>
      </pc:sldChg>
      <pc:sldChg chg="modSp">
        <pc:chgData name="Angela Robbins" userId="S::angela.robbins_elearningdoc.com#ext#@cisco.onmicrosoft.com::e406273b-12cd-460d-a763-85132e1718ac" providerId="AD" clId="Web-{B197D640-47B3-A0B0-9759-2CFD0629C665}" dt="2022-10-21T20:50:16.631" v="1319" actId="20577"/>
        <pc:sldMkLst>
          <pc:docMk/>
          <pc:sldMk cId="0" sldId="272"/>
        </pc:sldMkLst>
        <pc:spChg chg="mod">
          <ac:chgData name="Angela Robbins" userId="S::angela.robbins_elearningdoc.com#ext#@cisco.onmicrosoft.com::e406273b-12cd-460d-a763-85132e1718ac" providerId="AD" clId="Web-{B197D640-47B3-A0B0-9759-2CFD0629C665}" dt="2022-10-21T20:50:16.631" v="1319" actId="20577"/>
          <ac:spMkLst>
            <pc:docMk/>
            <pc:sldMk cId="0" sldId="272"/>
            <ac:spMk id="5" creationId="{00000000-0000-0000-0000-000000000000}"/>
          </ac:spMkLst>
        </pc:spChg>
      </pc:sldChg>
      <pc:sldChg chg="modSp">
        <pc:chgData name="Angela Robbins" userId="S::angela.robbins_elearningdoc.com#ext#@cisco.onmicrosoft.com::e406273b-12cd-460d-a763-85132e1718ac" providerId="AD" clId="Web-{B197D640-47B3-A0B0-9759-2CFD0629C665}" dt="2022-10-21T20:54:06.578" v="1330" actId="20577"/>
        <pc:sldMkLst>
          <pc:docMk/>
          <pc:sldMk cId="0" sldId="273"/>
        </pc:sldMkLst>
        <pc:spChg chg="mod">
          <ac:chgData name="Angela Robbins" userId="S::angela.robbins_elearningdoc.com#ext#@cisco.onmicrosoft.com::e406273b-12cd-460d-a763-85132e1718ac" providerId="AD" clId="Web-{B197D640-47B3-A0B0-9759-2CFD0629C665}" dt="2022-10-21T20:54:06.578" v="1330" actId="20577"/>
          <ac:spMkLst>
            <pc:docMk/>
            <pc:sldMk cId="0" sldId="273"/>
            <ac:spMk id="5" creationId="{00000000-0000-0000-0000-000000000000}"/>
          </ac:spMkLst>
        </pc:spChg>
      </pc:sldChg>
      <pc:sldChg chg="modSp">
        <pc:chgData name="Angela Robbins" userId="S::angela.robbins_elearningdoc.com#ext#@cisco.onmicrosoft.com::e406273b-12cd-460d-a763-85132e1718ac" providerId="AD" clId="Web-{B197D640-47B3-A0B0-9759-2CFD0629C665}" dt="2022-10-21T20:54:17.344" v="1332" actId="1076"/>
        <pc:sldMkLst>
          <pc:docMk/>
          <pc:sldMk cId="0" sldId="274"/>
        </pc:sldMkLst>
        <pc:spChg chg="mod">
          <ac:chgData name="Angela Robbins" userId="S::angela.robbins_elearningdoc.com#ext#@cisco.onmicrosoft.com::e406273b-12cd-460d-a763-85132e1718ac" providerId="AD" clId="Web-{B197D640-47B3-A0B0-9759-2CFD0629C665}" dt="2022-10-21T20:54:17.344" v="1332" actId="1076"/>
          <ac:spMkLst>
            <pc:docMk/>
            <pc:sldMk cId="0" sldId="274"/>
            <ac:spMk id="5" creationId="{00000000-0000-0000-0000-000000000000}"/>
          </ac:spMkLst>
        </pc:spChg>
      </pc:sldChg>
      <pc:sldChg chg="modSp">
        <pc:chgData name="Angela Robbins" userId="S::angela.robbins_elearningdoc.com#ext#@cisco.onmicrosoft.com::e406273b-12cd-460d-a763-85132e1718ac" providerId="AD" clId="Web-{B197D640-47B3-A0B0-9759-2CFD0629C665}" dt="2022-10-21T19:31:37.829" v="329" actId="20577"/>
        <pc:sldMkLst>
          <pc:docMk/>
          <pc:sldMk cId="0" sldId="275"/>
        </pc:sldMkLst>
        <pc:spChg chg="mod">
          <ac:chgData name="Angela Robbins" userId="S::angela.robbins_elearningdoc.com#ext#@cisco.onmicrosoft.com::e406273b-12cd-460d-a763-85132e1718ac" providerId="AD" clId="Web-{B197D640-47B3-A0B0-9759-2CFD0629C665}" dt="2022-10-21T19:31:37.829" v="329" actId="20577"/>
          <ac:spMkLst>
            <pc:docMk/>
            <pc:sldMk cId="0" sldId="275"/>
            <ac:spMk id="5" creationId="{00000000-0000-0000-0000-000000000000}"/>
          </ac:spMkLst>
        </pc:spChg>
      </pc:sldChg>
      <pc:sldChg chg="modSp">
        <pc:chgData name="Angela Robbins" userId="S::angela.robbins_elearningdoc.com#ext#@cisco.onmicrosoft.com::e406273b-12cd-460d-a763-85132e1718ac" providerId="AD" clId="Web-{B197D640-47B3-A0B0-9759-2CFD0629C665}" dt="2022-10-21T20:54:25.891" v="1333" actId="20577"/>
        <pc:sldMkLst>
          <pc:docMk/>
          <pc:sldMk cId="0" sldId="276"/>
        </pc:sldMkLst>
        <pc:spChg chg="mod">
          <ac:chgData name="Angela Robbins" userId="S::angela.robbins_elearningdoc.com#ext#@cisco.onmicrosoft.com::e406273b-12cd-460d-a763-85132e1718ac" providerId="AD" clId="Web-{B197D640-47B3-A0B0-9759-2CFD0629C665}" dt="2022-10-21T20:54:25.891" v="1333" actId="20577"/>
          <ac:spMkLst>
            <pc:docMk/>
            <pc:sldMk cId="0" sldId="276"/>
            <ac:spMk id="5" creationId="{00000000-0000-0000-0000-000000000000}"/>
          </ac:spMkLst>
        </pc:spChg>
      </pc:sldChg>
      <pc:sldChg chg="modSp">
        <pc:chgData name="Angela Robbins" userId="S::angela.robbins_elearningdoc.com#ext#@cisco.onmicrosoft.com::e406273b-12cd-460d-a763-85132e1718ac" providerId="AD" clId="Web-{B197D640-47B3-A0B0-9759-2CFD0629C665}" dt="2022-10-21T20:54:29.735" v="1334" actId="20577"/>
        <pc:sldMkLst>
          <pc:docMk/>
          <pc:sldMk cId="0" sldId="277"/>
        </pc:sldMkLst>
        <pc:spChg chg="mod">
          <ac:chgData name="Angela Robbins" userId="S::angela.robbins_elearningdoc.com#ext#@cisco.onmicrosoft.com::e406273b-12cd-460d-a763-85132e1718ac" providerId="AD" clId="Web-{B197D640-47B3-A0B0-9759-2CFD0629C665}" dt="2022-10-21T20:54:29.735" v="1334" actId="20577"/>
          <ac:spMkLst>
            <pc:docMk/>
            <pc:sldMk cId="0" sldId="277"/>
            <ac:spMk id="5" creationId="{00000000-0000-0000-0000-000000000000}"/>
          </ac:spMkLst>
        </pc:spChg>
      </pc:sldChg>
      <pc:sldChg chg="modSp">
        <pc:chgData name="Angela Robbins" userId="S::angela.robbins_elearningdoc.com#ext#@cisco.onmicrosoft.com::e406273b-12cd-460d-a763-85132e1718ac" providerId="AD" clId="Web-{B197D640-47B3-A0B0-9759-2CFD0629C665}" dt="2022-10-21T20:54:32.844" v="1335" actId="20577"/>
        <pc:sldMkLst>
          <pc:docMk/>
          <pc:sldMk cId="0" sldId="278"/>
        </pc:sldMkLst>
        <pc:spChg chg="mod">
          <ac:chgData name="Angela Robbins" userId="S::angela.robbins_elearningdoc.com#ext#@cisco.onmicrosoft.com::e406273b-12cd-460d-a763-85132e1718ac" providerId="AD" clId="Web-{B197D640-47B3-A0B0-9759-2CFD0629C665}" dt="2022-10-21T20:54:32.844" v="1335" actId="20577"/>
          <ac:spMkLst>
            <pc:docMk/>
            <pc:sldMk cId="0" sldId="278"/>
            <ac:spMk id="5" creationId="{00000000-0000-0000-0000-000000000000}"/>
          </ac:spMkLst>
        </pc:spChg>
      </pc:sldChg>
      <pc:sldChg chg="modSp">
        <pc:chgData name="Angela Robbins" userId="S::angela.robbins_elearningdoc.com#ext#@cisco.onmicrosoft.com::e406273b-12cd-460d-a763-85132e1718ac" providerId="AD" clId="Web-{B197D640-47B3-A0B0-9759-2CFD0629C665}" dt="2022-10-21T20:54:43.048" v="1337" actId="20577"/>
        <pc:sldMkLst>
          <pc:docMk/>
          <pc:sldMk cId="0" sldId="279"/>
        </pc:sldMkLst>
        <pc:spChg chg="mod">
          <ac:chgData name="Angela Robbins" userId="S::angela.robbins_elearningdoc.com#ext#@cisco.onmicrosoft.com::e406273b-12cd-460d-a763-85132e1718ac" providerId="AD" clId="Web-{B197D640-47B3-A0B0-9759-2CFD0629C665}" dt="2022-10-21T20:54:43.048" v="1337" actId="20577"/>
          <ac:spMkLst>
            <pc:docMk/>
            <pc:sldMk cId="0" sldId="279"/>
            <ac:spMk id="5" creationId="{00000000-0000-0000-0000-000000000000}"/>
          </ac:spMkLst>
        </pc:spChg>
      </pc:sldChg>
      <pc:sldChg chg="modSp">
        <pc:chgData name="Angela Robbins" userId="S::angela.robbins_elearningdoc.com#ext#@cisco.onmicrosoft.com::e406273b-12cd-460d-a763-85132e1718ac" providerId="AD" clId="Web-{B197D640-47B3-A0B0-9759-2CFD0629C665}" dt="2022-10-21T20:55:24.440" v="1341" actId="20577"/>
        <pc:sldMkLst>
          <pc:docMk/>
          <pc:sldMk cId="0" sldId="281"/>
        </pc:sldMkLst>
        <pc:spChg chg="mod">
          <ac:chgData name="Angela Robbins" userId="S::angela.robbins_elearningdoc.com#ext#@cisco.onmicrosoft.com::e406273b-12cd-460d-a763-85132e1718ac" providerId="AD" clId="Web-{B197D640-47B3-A0B0-9759-2CFD0629C665}" dt="2022-10-21T19:35:22.947" v="371" actId="20577"/>
          <ac:spMkLst>
            <pc:docMk/>
            <pc:sldMk cId="0" sldId="281"/>
            <ac:spMk id="3" creationId="{00000000-0000-0000-0000-000000000000}"/>
          </ac:spMkLst>
        </pc:spChg>
        <pc:spChg chg="mod">
          <ac:chgData name="Angela Robbins" userId="S::angela.robbins_elearningdoc.com#ext#@cisco.onmicrosoft.com::e406273b-12cd-460d-a763-85132e1718ac" providerId="AD" clId="Web-{B197D640-47B3-A0B0-9759-2CFD0629C665}" dt="2022-10-21T20:55:24.440" v="1341" actId="20577"/>
          <ac:spMkLst>
            <pc:docMk/>
            <pc:sldMk cId="0" sldId="281"/>
            <ac:spMk id="5" creationId="{00000000-0000-0000-0000-000000000000}"/>
          </ac:spMkLst>
        </pc:spChg>
      </pc:sldChg>
      <pc:sldChg chg="modSp">
        <pc:chgData name="Angela Robbins" userId="S::angela.robbins_elearningdoc.com#ext#@cisco.onmicrosoft.com::e406273b-12cd-460d-a763-85132e1718ac" providerId="AD" clId="Web-{B197D640-47B3-A0B0-9759-2CFD0629C665}" dt="2022-10-21T20:56:02.223" v="1352" actId="1076"/>
        <pc:sldMkLst>
          <pc:docMk/>
          <pc:sldMk cId="0" sldId="282"/>
        </pc:sldMkLst>
        <pc:spChg chg="mod">
          <ac:chgData name="Angela Robbins" userId="S::angela.robbins_elearningdoc.com#ext#@cisco.onmicrosoft.com::e406273b-12cd-460d-a763-85132e1718ac" providerId="AD" clId="Web-{B197D640-47B3-A0B0-9759-2CFD0629C665}" dt="2022-10-21T20:56:02.223" v="1352" actId="1076"/>
          <ac:spMkLst>
            <pc:docMk/>
            <pc:sldMk cId="0" sldId="282"/>
            <ac:spMk id="5" creationId="{00000000-0000-0000-0000-000000000000}"/>
          </ac:spMkLst>
        </pc:spChg>
      </pc:sldChg>
      <pc:sldChg chg="modSp">
        <pc:chgData name="Angela Robbins" userId="S::angela.robbins_elearningdoc.com#ext#@cisco.onmicrosoft.com::e406273b-12cd-460d-a763-85132e1718ac" providerId="AD" clId="Web-{B197D640-47B3-A0B0-9759-2CFD0629C665}" dt="2022-10-21T21:21:12.601" v="1405" actId="1076"/>
        <pc:sldMkLst>
          <pc:docMk/>
          <pc:sldMk cId="0" sldId="283"/>
        </pc:sldMkLst>
        <pc:spChg chg="mod">
          <ac:chgData name="Angela Robbins" userId="S::angela.robbins_elearningdoc.com#ext#@cisco.onmicrosoft.com::e406273b-12cd-460d-a763-85132e1718ac" providerId="AD" clId="Web-{B197D640-47B3-A0B0-9759-2CFD0629C665}" dt="2022-10-21T21:21:12.601" v="1405" actId="1076"/>
          <ac:spMkLst>
            <pc:docMk/>
            <pc:sldMk cId="0" sldId="283"/>
            <ac:spMk id="5" creationId="{00000000-0000-0000-0000-000000000000}"/>
          </ac:spMkLst>
        </pc:spChg>
      </pc:sldChg>
      <pc:sldChg chg="modSp">
        <pc:chgData name="Angela Robbins" userId="S::angela.robbins_elearningdoc.com#ext#@cisco.onmicrosoft.com::e406273b-12cd-460d-a763-85132e1718ac" providerId="AD" clId="Web-{B197D640-47B3-A0B0-9759-2CFD0629C665}" dt="2022-10-21T21:22:51.900" v="1413" actId="1076"/>
        <pc:sldMkLst>
          <pc:docMk/>
          <pc:sldMk cId="0" sldId="284"/>
        </pc:sldMkLst>
        <pc:spChg chg="mod">
          <ac:chgData name="Angela Robbins" userId="S::angela.robbins_elearningdoc.com#ext#@cisco.onmicrosoft.com::e406273b-12cd-460d-a763-85132e1718ac" providerId="AD" clId="Web-{B197D640-47B3-A0B0-9759-2CFD0629C665}" dt="2022-10-21T19:48:52.212" v="511" actId="20577"/>
          <ac:spMkLst>
            <pc:docMk/>
            <pc:sldMk cId="0" sldId="284"/>
            <ac:spMk id="3" creationId="{00000000-0000-0000-0000-000000000000}"/>
          </ac:spMkLst>
        </pc:spChg>
        <pc:spChg chg="mod">
          <ac:chgData name="Angela Robbins" userId="S::angela.robbins_elearningdoc.com#ext#@cisco.onmicrosoft.com::e406273b-12cd-460d-a763-85132e1718ac" providerId="AD" clId="Web-{B197D640-47B3-A0B0-9759-2CFD0629C665}" dt="2022-10-21T21:22:51.900" v="1413" actId="1076"/>
          <ac:spMkLst>
            <pc:docMk/>
            <pc:sldMk cId="0" sldId="284"/>
            <ac:spMk id="5" creationId="{00000000-0000-0000-0000-000000000000}"/>
          </ac:spMkLst>
        </pc:spChg>
      </pc:sldChg>
      <pc:sldChg chg="modSp">
        <pc:chgData name="Angela Robbins" userId="S::angela.robbins_elearningdoc.com#ext#@cisco.onmicrosoft.com::e406273b-12cd-460d-a763-85132e1718ac" providerId="AD" clId="Web-{B197D640-47B3-A0B0-9759-2CFD0629C665}" dt="2022-10-21T21:23:09.948" v="1417" actId="1076"/>
        <pc:sldMkLst>
          <pc:docMk/>
          <pc:sldMk cId="0" sldId="285"/>
        </pc:sldMkLst>
        <pc:spChg chg="mod">
          <ac:chgData name="Angela Robbins" userId="S::angela.robbins_elearningdoc.com#ext#@cisco.onmicrosoft.com::e406273b-12cd-460d-a763-85132e1718ac" providerId="AD" clId="Web-{B197D640-47B3-A0B0-9759-2CFD0629C665}" dt="2022-10-21T21:23:09.948" v="1417" actId="1076"/>
          <ac:spMkLst>
            <pc:docMk/>
            <pc:sldMk cId="0" sldId="285"/>
            <ac:spMk id="5" creationId="{00000000-0000-0000-0000-000000000000}"/>
          </ac:spMkLst>
        </pc:spChg>
      </pc:sldChg>
      <pc:sldChg chg="modSp">
        <pc:chgData name="Angela Robbins" userId="S::angela.robbins_elearningdoc.com#ext#@cisco.onmicrosoft.com::e406273b-12cd-460d-a763-85132e1718ac" providerId="AD" clId="Web-{B197D640-47B3-A0B0-9759-2CFD0629C665}" dt="2022-10-21T21:30:26.723" v="1456" actId="20577"/>
        <pc:sldMkLst>
          <pc:docMk/>
          <pc:sldMk cId="0" sldId="286"/>
        </pc:sldMkLst>
        <pc:spChg chg="mod">
          <ac:chgData name="Angela Robbins" userId="S::angela.robbins_elearningdoc.com#ext#@cisco.onmicrosoft.com::e406273b-12cd-460d-a763-85132e1718ac" providerId="AD" clId="Web-{B197D640-47B3-A0B0-9759-2CFD0629C665}" dt="2022-10-21T21:30:26.723" v="1456" actId="20577"/>
          <ac:spMkLst>
            <pc:docMk/>
            <pc:sldMk cId="0" sldId="286"/>
            <ac:spMk id="5" creationId="{00000000-0000-0000-0000-000000000000}"/>
          </ac:spMkLst>
        </pc:spChg>
      </pc:sldChg>
      <pc:sldChg chg="modSp">
        <pc:chgData name="Angela Robbins" userId="S::angela.robbins_elearningdoc.com#ext#@cisco.onmicrosoft.com::e406273b-12cd-460d-a763-85132e1718ac" providerId="AD" clId="Web-{B197D640-47B3-A0B0-9759-2CFD0629C665}" dt="2022-10-21T21:32:54.742" v="1472" actId="20577"/>
        <pc:sldMkLst>
          <pc:docMk/>
          <pc:sldMk cId="0" sldId="287"/>
        </pc:sldMkLst>
        <pc:spChg chg="mod">
          <ac:chgData name="Angela Robbins" userId="S::angela.robbins_elearningdoc.com#ext#@cisco.onmicrosoft.com::e406273b-12cd-460d-a763-85132e1718ac" providerId="AD" clId="Web-{B197D640-47B3-A0B0-9759-2CFD0629C665}" dt="2022-10-21T21:32:54.742" v="1472" actId="20577"/>
          <ac:spMkLst>
            <pc:docMk/>
            <pc:sldMk cId="0" sldId="287"/>
            <ac:spMk id="5" creationId="{00000000-0000-0000-0000-000000000000}"/>
          </ac:spMkLst>
        </pc:spChg>
      </pc:sldChg>
      <pc:sldChg chg="modSp">
        <pc:chgData name="Angela Robbins" userId="S::angela.robbins_elearningdoc.com#ext#@cisco.onmicrosoft.com::e406273b-12cd-460d-a763-85132e1718ac" providerId="AD" clId="Web-{B197D640-47B3-A0B0-9759-2CFD0629C665}" dt="2022-10-21T21:40:32.846" v="1498" actId="20577"/>
        <pc:sldMkLst>
          <pc:docMk/>
          <pc:sldMk cId="0" sldId="288"/>
        </pc:sldMkLst>
        <pc:spChg chg="mod">
          <ac:chgData name="Angela Robbins" userId="S::angela.robbins_elearningdoc.com#ext#@cisco.onmicrosoft.com::e406273b-12cd-460d-a763-85132e1718ac" providerId="AD" clId="Web-{B197D640-47B3-A0B0-9759-2CFD0629C665}" dt="2022-10-21T19:59:13.485" v="727" actId="20577"/>
          <ac:spMkLst>
            <pc:docMk/>
            <pc:sldMk cId="0" sldId="288"/>
            <ac:spMk id="3" creationId="{00000000-0000-0000-0000-000000000000}"/>
          </ac:spMkLst>
        </pc:spChg>
        <pc:spChg chg="mod">
          <ac:chgData name="Angela Robbins" userId="S::angela.robbins_elearningdoc.com#ext#@cisco.onmicrosoft.com::e406273b-12cd-460d-a763-85132e1718ac" providerId="AD" clId="Web-{B197D640-47B3-A0B0-9759-2CFD0629C665}" dt="2022-10-21T21:40:32.846" v="1498" actId="20577"/>
          <ac:spMkLst>
            <pc:docMk/>
            <pc:sldMk cId="0" sldId="288"/>
            <ac:spMk id="5" creationId="{00000000-0000-0000-0000-000000000000}"/>
          </ac:spMkLst>
        </pc:spChg>
      </pc:sldChg>
      <pc:sldChg chg="modSp">
        <pc:chgData name="Angela Robbins" userId="S::angela.robbins_elearningdoc.com#ext#@cisco.onmicrosoft.com::e406273b-12cd-460d-a763-85132e1718ac" providerId="AD" clId="Web-{B197D640-47B3-A0B0-9759-2CFD0629C665}" dt="2022-10-21T21:40:49.534" v="1503" actId="20577"/>
        <pc:sldMkLst>
          <pc:docMk/>
          <pc:sldMk cId="0" sldId="289"/>
        </pc:sldMkLst>
        <pc:spChg chg="mod">
          <ac:chgData name="Angela Robbins" userId="S::angela.robbins_elearningdoc.com#ext#@cisco.onmicrosoft.com::e406273b-12cd-460d-a763-85132e1718ac" providerId="AD" clId="Web-{B197D640-47B3-A0B0-9759-2CFD0629C665}" dt="2022-10-21T21:40:49.534" v="1503" actId="20577"/>
          <ac:spMkLst>
            <pc:docMk/>
            <pc:sldMk cId="0" sldId="289"/>
            <ac:spMk id="5" creationId="{00000000-0000-0000-0000-000000000000}"/>
          </ac:spMkLst>
        </pc:spChg>
      </pc:sldChg>
      <pc:sldChg chg="modSp">
        <pc:chgData name="Angela Robbins" userId="S::angela.robbins_elearningdoc.com#ext#@cisco.onmicrosoft.com::e406273b-12cd-460d-a763-85132e1718ac" providerId="AD" clId="Web-{B197D640-47B3-A0B0-9759-2CFD0629C665}" dt="2022-10-21T21:40:53.831" v="1504" actId="1076"/>
        <pc:sldMkLst>
          <pc:docMk/>
          <pc:sldMk cId="0" sldId="290"/>
        </pc:sldMkLst>
        <pc:spChg chg="mod">
          <ac:chgData name="Angela Robbins" userId="S::angela.robbins_elearningdoc.com#ext#@cisco.onmicrosoft.com::e406273b-12cd-460d-a763-85132e1718ac" providerId="AD" clId="Web-{B197D640-47B3-A0B0-9759-2CFD0629C665}" dt="2022-10-21T21:40:53.831" v="1504" actId="1076"/>
          <ac:spMkLst>
            <pc:docMk/>
            <pc:sldMk cId="0" sldId="290"/>
            <ac:spMk id="5" creationId="{00000000-0000-0000-0000-000000000000}"/>
          </ac:spMkLst>
        </pc:spChg>
      </pc:sldChg>
      <pc:sldChg chg="modSp">
        <pc:chgData name="Angela Robbins" userId="S::angela.robbins_elearningdoc.com#ext#@cisco.onmicrosoft.com::e406273b-12cd-460d-a763-85132e1718ac" providerId="AD" clId="Web-{B197D640-47B3-A0B0-9759-2CFD0629C665}" dt="2022-10-21T21:41:10.035" v="1511" actId="1076"/>
        <pc:sldMkLst>
          <pc:docMk/>
          <pc:sldMk cId="0" sldId="291"/>
        </pc:sldMkLst>
        <pc:spChg chg="mod">
          <ac:chgData name="Angela Robbins" userId="S::angela.robbins_elearningdoc.com#ext#@cisco.onmicrosoft.com::e406273b-12cd-460d-a763-85132e1718ac" providerId="AD" clId="Web-{B197D640-47B3-A0B0-9759-2CFD0629C665}" dt="2022-10-21T21:41:10.035" v="1511" actId="1076"/>
          <ac:spMkLst>
            <pc:docMk/>
            <pc:sldMk cId="0" sldId="291"/>
            <ac:spMk id="5" creationId="{00000000-0000-0000-0000-000000000000}"/>
          </ac:spMkLst>
        </pc:spChg>
      </pc:sldChg>
      <pc:sldChg chg="modSp">
        <pc:chgData name="Angela Robbins" userId="S::angela.robbins_elearningdoc.com#ext#@cisco.onmicrosoft.com::e406273b-12cd-460d-a763-85132e1718ac" providerId="AD" clId="Web-{B197D640-47B3-A0B0-9759-2CFD0629C665}" dt="2022-10-21T21:41:24.004" v="1513" actId="20577"/>
        <pc:sldMkLst>
          <pc:docMk/>
          <pc:sldMk cId="0" sldId="293"/>
        </pc:sldMkLst>
        <pc:spChg chg="mod">
          <ac:chgData name="Angela Robbins" userId="S::angela.robbins_elearningdoc.com#ext#@cisco.onmicrosoft.com::e406273b-12cd-460d-a763-85132e1718ac" providerId="AD" clId="Web-{B197D640-47B3-A0B0-9759-2CFD0629C665}" dt="2022-10-21T20:02:31.680" v="756" actId="20577"/>
          <ac:spMkLst>
            <pc:docMk/>
            <pc:sldMk cId="0" sldId="293"/>
            <ac:spMk id="3" creationId="{00000000-0000-0000-0000-000000000000}"/>
          </ac:spMkLst>
        </pc:spChg>
        <pc:spChg chg="mod">
          <ac:chgData name="Angela Robbins" userId="S::angela.robbins_elearningdoc.com#ext#@cisco.onmicrosoft.com::e406273b-12cd-460d-a763-85132e1718ac" providerId="AD" clId="Web-{B197D640-47B3-A0B0-9759-2CFD0629C665}" dt="2022-10-21T21:41:24.004" v="1513" actId="20577"/>
          <ac:spMkLst>
            <pc:docMk/>
            <pc:sldMk cId="0" sldId="293"/>
            <ac:spMk id="5" creationId="{00000000-0000-0000-0000-000000000000}"/>
          </ac:spMkLst>
        </pc:spChg>
      </pc:sldChg>
      <pc:sldChg chg="modSp">
        <pc:chgData name="Angela Robbins" userId="S::angela.robbins_elearningdoc.com#ext#@cisco.onmicrosoft.com::e406273b-12cd-460d-a763-85132e1718ac" providerId="AD" clId="Web-{B197D640-47B3-A0B0-9759-2CFD0629C665}" dt="2022-10-21T22:13:52.789" v="1527" actId="1076"/>
        <pc:sldMkLst>
          <pc:docMk/>
          <pc:sldMk cId="0" sldId="294"/>
        </pc:sldMkLst>
        <pc:spChg chg="mod">
          <ac:chgData name="Angela Robbins" userId="S::angela.robbins_elearningdoc.com#ext#@cisco.onmicrosoft.com::e406273b-12cd-460d-a763-85132e1718ac" providerId="AD" clId="Web-{B197D640-47B3-A0B0-9759-2CFD0629C665}" dt="2022-10-21T22:13:52.789" v="1527" actId="1076"/>
          <ac:spMkLst>
            <pc:docMk/>
            <pc:sldMk cId="0" sldId="294"/>
            <ac:spMk id="5" creationId="{00000000-0000-0000-0000-000000000000}"/>
          </ac:spMkLst>
        </pc:spChg>
      </pc:sldChg>
      <pc:sldChg chg="modSp">
        <pc:chgData name="Angela Robbins" userId="S::angela.robbins_elearningdoc.com#ext#@cisco.onmicrosoft.com::e406273b-12cd-460d-a763-85132e1718ac" providerId="AD" clId="Web-{B197D640-47B3-A0B0-9759-2CFD0629C665}" dt="2022-10-21T22:20:46.738" v="1566" actId="20577"/>
        <pc:sldMkLst>
          <pc:docMk/>
          <pc:sldMk cId="0" sldId="295"/>
        </pc:sldMkLst>
        <pc:spChg chg="mod">
          <ac:chgData name="Angela Robbins" userId="S::angela.robbins_elearningdoc.com#ext#@cisco.onmicrosoft.com::e406273b-12cd-460d-a763-85132e1718ac" providerId="AD" clId="Web-{B197D640-47B3-A0B0-9759-2CFD0629C665}" dt="2022-10-21T22:20:46.738" v="1566" actId="20577"/>
          <ac:spMkLst>
            <pc:docMk/>
            <pc:sldMk cId="0" sldId="295"/>
            <ac:spMk id="5" creationId="{00000000-0000-0000-0000-000000000000}"/>
          </ac:spMkLst>
        </pc:spChg>
      </pc:sldChg>
      <pc:sldChg chg="modSp">
        <pc:chgData name="Angela Robbins" userId="S::angela.robbins_elearningdoc.com#ext#@cisco.onmicrosoft.com::e406273b-12cd-460d-a763-85132e1718ac" providerId="AD" clId="Web-{B197D640-47B3-A0B0-9759-2CFD0629C665}" dt="2022-10-21T22:22:15.147" v="1569" actId="20577"/>
        <pc:sldMkLst>
          <pc:docMk/>
          <pc:sldMk cId="0" sldId="296"/>
        </pc:sldMkLst>
        <pc:spChg chg="mod">
          <ac:chgData name="Angela Robbins" userId="S::angela.robbins_elearningdoc.com#ext#@cisco.onmicrosoft.com::e406273b-12cd-460d-a763-85132e1718ac" providerId="AD" clId="Web-{B197D640-47B3-A0B0-9759-2CFD0629C665}" dt="2022-10-21T20:10:44.980" v="984" actId="20577"/>
          <ac:spMkLst>
            <pc:docMk/>
            <pc:sldMk cId="0" sldId="296"/>
            <ac:spMk id="3" creationId="{00000000-0000-0000-0000-000000000000}"/>
          </ac:spMkLst>
        </pc:spChg>
        <pc:spChg chg="mod">
          <ac:chgData name="Angela Robbins" userId="S::angela.robbins_elearningdoc.com#ext#@cisco.onmicrosoft.com::e406273b-12cd-460d-a763-85132e1718ac" providerId="AD" clId="Web-{B197D640-47B3-A0B0-9759-2CFD0629C665}" dt="2022-10-21T22:22:15.147" v="1569" actId="20577"/>
          <ac:spMkLst>
            <pc:docMk/>
            <pc:sldMk cId="0" sldId="296"/>
            <ac:spMk id="5" creationId="{00000000-0000-0000-0000-000000000000}"/>
          </ac:spMkLst>
        </pc:spChg>
      </pc:sldChg>
      <pc:sldChg chg="modSp">
        <pc:chgData name="Angela Robbins" userId="S::angela.robbins_elearningdoc.com#ext#@cisco.onmicrosoft.com::e406273b-12cd-460d-a763-85132e1718ac" providerId="AD" clId="Web-{B197D640-47B3-A0B0-9759-2CFD0629C665}" dt="2022-10-21T22:24:17.838" v="1574" actId="20577"/>
        <pc:sldMkLst>
          <pc:docMk/>
          <pc:sldMk cId="0" sldId="297"/>
        </pc:sldMkLst>
        <pc:spChg chg="mod">
          <ac:chgData name="Angela Robbins" userId="S::angela.robbins_elearningdoc.com#ext#@cisco.onmicrosoft.com::e406273b-12cd-460d-a763-85132e1718ac" providerId="AD" clId="Web-{B197D640-47B3-A0B0-9759-2CFD0629C665}" dt="2022-10-21T22:24:17.838" v="1574" actId="20577"/>
          <ac:spMkLst>
            <pc:docMk/>
            <pc:sldMk cId="0" sldId="297"/>
            <ac:spMk id="5" creationId="{00000000-0000-0000-0000-000000000000}"/>
          </ac:spMkLst>
        </pc:spChg>
      </pc:sldChg>
      <pc:sldChg chg="modSp">
        <pc:chgData name="Angela Robbins" userId="S::angela.robbins_elearningdoc.com#ext#@cisco.onmicrosoft.com::e406273b-12cd-460d-a763-85132e1718ac" providerId="AD" clId="Web-{B197D640-47B3-A0B0-9759-2CFD0629C665}" dt="2022-10-21T22:29:45.285" v="1608" actId="1076"/>
        <pc:sldMkLst>
          <pc:docMk/>
          <pc:sldMk cId="0" sldId="298"/>
        </pc:sldMkLst>
        <pc:spChg chg="mod">
          <ac:chgData name="Angela Robbins" userId="S::angela.robbins_elearningdoc.com#ext#@cisco.onmicrosoft.com::e406273b-12cd-460d-a763-85132e1718ac" providerId="AD" clId="Web-{B197D640-47B3-A0B0-9759-2CFD0629C665}" dt="2022-10-21T22:29:45.285" v="1608" actId="1076"/>
          <ac:spMkLst>
            <pc:docMk/>
            <pc:sldMk cId="0" sldId="298"/>
            <ac:spMk id="5" creationId="{00000000-0000-0000-0000-000000000000}"/>
          </ac:spMkLst>
        </pc:spChg>
      </pc:sldChg>
      <pc:sldChg chg="modSp">
        <pc:chgData name="Angela Robbins" userId="S::angela.robbins_elearningdoc.com#ext#@cisco.onmicrosoft.com::e406273b-12cd-460d-a763-85132e1718ac" providerId="AD" clId="Web-{B197D640-47B3-A0B0-9759-2CFD0629C665}" dt="2022-10-21T22:30:09.519" v="1611" actId="1076"/>
        <pc:sldMkLst>
          <pc:docMk/>
          <pc:sldMk cId="0" sldId="299"/>
        </pc:sldMkLst>
        <pc:spChg chg="mod">
          <ac:chgData name="Angela Robbins" userId="S::angela.robbins_elearningdoc.com#ext#@cisco.onmicrosoft.com::e406273b-12cd-460d-a763-85132e1718ac" providerId="AD" clId="Web-{B197D640-47B3-A0B0-9759-2CFD0629C665}" dt="2022-10-21T22:30:09.519" v="1611" actId="1076"/>
          <ac:spMkLst>
            <pc:docMk/>
            <pc:sldMk cId="0" sldId="299"/>
            <ac:spMk id="5" creationId="{00000000-0000-0000-0000-000000000000}"/>
          </ac:spMkLst>
        </pc:spChg>
      </pc:sldChg>
      <pc:sldChg chg="modSp">
        <pc:chgData name="Angela Robbins" userId="S::angela.robbins_elearningdoc.com#ext#@cisco.onmicrosoft.com::e406273b-12cd-460d-a763-85132e1718ac" providerId="AD" clId="Web-{B197D640-47B3-A0B0-9759-2CFD0629C665}" dt="2022-10-21T22:32:29.383" v="1636" actId="1076"/>
        <pc:sldMkLst>
          <pc:docMk/>
          <pc:sldMk cId="0" sldId="300"/>
        </pc:sldMkLst>
        <pc:spChg chg="mod">
          <ac:chgData name="Angela Robbins" userId="S::angela.robbins_elearningdoc.com#ext#@cisco.onmicrosoft.com::e406273b-12cd-460d-a763-85132e1718ac" providerId="AD" clId="Web-{B197D640-47B3-A0B0-9759-2CFD0629C665}" dt="2022-10-21T22:32:29.383" v="1636" actId="1076"/>
          <ac:spMkLst>
            <pc:docMk/>
            <pc:sldMk cId="0" sldId="300"/>
            <ac:spMk id="5" creationId="{00000000-0000-0000-0000-000000000000}"/>
          </ac:spMkLst>
        </pc:spChg>
      </pc:sldChg>
      <pc:sldChg chg="modSp">
        <pc:chgData name="Angela Robbins" userId="S::angela.robbins_elearningdoc.com#ext#@cisco.onmicrosoft.com::e406273b-12cd-460d-a763-85132e1718ac" providerId="AD" clId="Web-{B197D640-47B3-A0B0-9759-2CFD0629C665}" dt="2022-10-21T22:34:34.089" v="1645" actId="20577"/>
        <pc:sldMkLst>
          <pc:docMk/>
          <pc:sldMk cId="0" sldId="301"/>
        </pc:sldMkLst>
        <pc:spChg chg="mod">
          <ac:chgData name="Angela Robbins" userId="S::angela.robbins_elearningdoc.com#ext#@cisco.onmicrosoft.com::e406273b-12cd-460d-a763-85132e1718ac" providerId="AD" clId="Web-{B197D640-47B3-A0B0-9759-2CFD0629C665}" dt="2022-10-21T22:34:34.089" v="1645" actId="20577"/>
          <ac:spMkLst>
            <pc:docMk/>
            <pc:sldMk cId="0" sldId="301"/>
            <ac:spMk id="5" creationId="{00000000-0000-0000-0000-000000000000}"/>
          </ac:spMkLst>
        </pc:spChg>
      </pc:sldChg>
      <pc:sldChg chg="modSp">
        <pc:chgData name="Angela Robbins" userId="S::angela.robbins_elearningdoc.com#ext#@cisco.onmicrosoft.com::e406273b-12cd-460d-a763-85132e1718ac" providerId="AD" clId="Web-{B197D640-47B3-A0B0-9759-2CFD0629C665}" dt="2022-10-21T22:34:46.855" v="1648" actId="20577"/>
        <pc:sldMkLst>
          <pc:docMk/>
          <pc:sldMk cId="0" sldId="303"/>
        </pc:sldMkLst>
        <pc:spChg chg="mod">
          <ac:chgData name="Angela Robbins" userId="S::angela.robbins_elearningdoc.com#ext#@cisco.onmicrosoft.com::e406273b-12cd-460d-a763-85132e1718ac" providerId="AD" clId="Web-{B197D640-47B3-A0B0-9759-2CFD0629C665}" dt="2022-10-21T22:34:46.855" v="1648" actId="20577"/>
          <ac:spMkLst>
            <pc:docMk/>
            <pc:sldMk cId="0" sldId="303"/>
            <ac:spMk id="5" creationId="{00000000-0000-0000-0000-000000000000}"/>
          </ac:spMkLst>
        </pc:spChg>
      </pc:sldChg>
      <pc:sldChg chg="modSp">
        <pc:chgData name="Angela Robbins" userId="S::angela.robbins_elearningdoc.com#ext#@cisco.onmicrosoft.com::e406273b-12cd-460d-a763-85132e1718ac" providerId="AD" clId="Web-{B197D640-47B3-A0B0-9759-2CFD0629C665}" dt="2022-10-21T20:35:53.630" v="1217" actId="1076"/>
        <pc:sldMkLst>
          <pc:docMk/>
          <pc:sldMk cId="1525672446" sldId="1077"/>
        </pc:sldMkLst>
        <pc:spChg chg="mod">
          <ac:chgData name="Angela Robbins" userId="S::angela.robbins_elearningdoc.com#ext#@cisco.onmicrosoft.com::e406273b-12cd-460d-a763-85132e1718ac" providerId="AD" clId="Web-{B197D640-47B3-A0B0-9759-2CFD0629C665}" dt="2022-10-21T20:35:53.630" v="1217" actId="1076"/>
          <ac:spMkLst>
            <pc:docMk/>
            <pc:sldMk cId="1525672446" sldId="1077"/>
            <ac:spMk id="5" creationId="{7188AF34-F17D-65FE-91B6-733B90851DC8}"/>
          </ac:spMkLst>
        </pc:spChg>
        <pc:graphicFrameChg chg="mod">
          <ac:chgData name="Angela Robbins" userId="S::angela.robbins_elearningdoc.com#ext#@cisco.onmicrosoft.com::e406273b-12cd-460d-a763-85132e1718ac" providerId="AD" clId="Web-{B197D640-47B3-A0B0-9759-2CFD0629C665}" dt="2022-10-21T20:35:51.755" v="1216" actId="1076"/>
          <ac:graphicFrameMkLst>
            <pc:docMk/>
            <pc:sldMk cId="1525672446" sldId="1077"/>
            <ac:graphicFrameMk id="4" creationId="{40064EF4-EE2B-342C-EA9E-699582F380FF}"/>
          </ac:graphicFrameMkLst>
        </pc:graphicFrameChg>
      </pc:sldChg>
      <pc:sldChg chg="addSp delSp modSp add replId">
        <pc:chgData name="Angela Robbins" userId="S::angela.robbins_elearningdoc.com#ext#@cisco.onmicrosoft.com::e406273b-12cd-460d-a763-85132e1718ac" providerId="AD" clId="Web-{B197D640-47B3-A0B0-9759-2CFD0629C665}" dt="2022-10-21T20:38:25.198" v="1228" actId="1076"/>
        <pc:sldMkLst>
          <pc:docMk/>
          <pc:sldMk cId="915249617" sldId="1078"/>
        </pc:sldMkLst>
        <pc:spChg chg="mod">
          <ac:chgData name="Angela Robbins" userId="S::angela.robbins_elearningdoc.com#ext#@cisco.onmicrosoft.com::e406273b-12cd-460d-a763-85132e1718ac" providerId="AD" clId="Web-{B197D640-47B3-A0B0-9759-2CFD0629C665}" dt="2022-10-21T17:48:31.248" v="51" actId="20577"/>
          <ac:spMkLst>
            <pc:docMk/>
            <pc:sldMk cId="915249617" sldId="1078"/>
            <ac:spMk id="3" creationId="{00000000-0000-0000-0000-000000000000}"/>
          </ac:spMkLst>
        </pc:spChg>
        <pc:spChg chg="mod">
          <ac:chgData name="Angela Robbins" userId="S::angela.robbins_elearningdoc.com#ext#@cisco.onmicrosoft.com::e406273b-12cd-460d-a763-85132e1718ac" providerId="AD" clId="Web-{B197D640-47B3-A0B0-9759-2CFD0629C665}" dt="2022-10-21T20:38:25.198" v="1228" actId="1076"/>
          <ac:spMkLst>
            <pc:docMk/>
            <pc:sldMk cId="915249617" sldId="1078"/>
            <ac:spMk id="5" creationId="{00000000-0000-0000-0000-000000000000}"/>
          </ac:spMkLst>
        </pc:spChg>
        <pc:picChg chg="del">
          <ac:chgData name="Angela Robbins" userId="S::angela.robbins_elearningdoc.com#ext#@cisco.onmicrosoft.com::e406273b-12cd-460d-a763-85132e1718ac" providerId="AD" clId="Web-{B197D640-47B3-A0B0-9759-2CFD0629C665}" dt="2022-10-21T17:43:35.631" v="27"/>
          <ac:picMkLst>
            <pc:docMk/>
            <pc:sldMk cId="915249617" sldId="1078"/>
            <ac:picMk id="4" creationId="{21D06D72-61EB-C8AC-4D13-BD325DF3E1F1}"/>
          </ac:picMkLst>
        </pc:picChg>
        <pc:picChg chg="add del mod">
          <ac:chgData name="Angela Robbins" userId="S::angela.robbins_elearningdoc.com#ext#@cisco.onmicrosoft.com::e406273b-12cd-460d-a763-85132e1718ac" providerId="AD" clId="Web-{B197D640-47B3-A0B0-9759-2CFD0629C665}" dt="2022-10-21T17:46:40.652" v="46"/>
          <ac:picMkLst>
            <pc:docMk/>
            <pc:sldMk cId="915249617" sldId="1078"/>
            <ac:picMk id="7" creationId="{ECC35C82-5F6C-F7D1-E1D7-515CF280F14E}"/>
          </ac:picMkLst>
        </pc:picChg>
        <pc:picChg chg="add mod">
          <ac:chgData name="Angela Robbins" userId="S::angela.robbins_elearningdoc.com#ext#@cisco.onmicrosoft.com::e406273b-12cd-460d-a763-85132e1718ac" providerId="AD" clId="Web-{B197D640-47B3-A0B0-9759-2CFD0629C665}" dt="2022-10-21T17:46:54.949" v="50" actId="1076"/>
          <ac:picMkLst>
            <pc:docMk/>
            <pc:sldMk cId="915249617" sldId="1078"/>
            <ac:picMk id="8" creationId="{D77F8F30-B7A2-DAA9-550C-1B81643B72A2}"/>
          </ac:picMkLst>
        </pc:picChg>
      </pc:sldChg>
      <pc:sldChg chg="addSp delSp modSp add replId">
        <pc:chgData name="Angela Robbins" userId="S::angela.robbins_elearningdoc.com#ext#@cisco.onmicrosoft.com::e406273b-12cd-460d-a763-85132e1718ac" providerId="AD" clId="Web-{B197D640-47B3-A0B0-9759-2CFD0629C665}" dt="2022-10-21T23:12:21.434" v="1779" actId="20577"/>
        <pc:sldMkLst>
          <pc:docMk/>
          <pc:sldMk cId="3726955432" sldId="1079"/>
        </pc:sldMkLst>
        <pc:spChg chg="mod">
          <ac:chgData name="Angela Robbins" userId="S::angela.robbins_elearningdoc.com#ext#@cisco.onmicrosoft.com::e406273b-12cd-460d-a763-85132e1718ac" providerId="AD" clId="Web-{B197D640-47B3-A0B0-9759-2CFD0629C665}" dt="2022-10-21T17:49:04.390" v="53" actId="20577"/>
          <ac:spMkLst>
            <pc:docMk/>
            <pc:sldMk cId="3726955432" sldId="1079"/>
            <ac:spMk id="3" creationId="{00000000-0000-0000-0000-000000000000}"/>
          </ac:spMkLst>
        </pc:spChg>
        <pc:spChg chg="mod">
          <ac:chgData name="Angela Robbins" userId="S::angela.robbins_elearningdoc.com#ext#@cisco.onmicrosoft.com::e406273b-12cd-460d-a763-85132e1718ac" providerId="AD" clId="Web-{B197D640-47B3-A0B0-9759-2CFD0629C665}" dt="2022-10-21T23:12:21.434" v="1779" actId="20577"/>
          <ac:spMkLst>
            <pc:docMk/>
            <pc:sldMk cId="3726955432" sldId="1079"/>
            <ac:spMk id="5" creationId="{00000000-0000-0000-0000-000000000000}"/>
          </ac:spMkLst>
        </pc:spChg>
        <pc:picChg chg="add mod">
          <ac:chgData name="Angela Robbins" userId="S::angela.robbins_elearningdoc.com#ext#@cisco.onmicrosoft.com::e406273b-12cd-460d-a763-85132e1718ac" providerId="AD" clId="Web-{B197D640-47B3-A0B0-9759-2CFD0629C665}" dt="2022-10-21T17:50:37.032" v="70" actId="1076"/>
          <ac:picMkLst>
            <pc:docMk/>
            <pc:sldMk cId="3726955432" sldId="1079"/>
            <ac:picMk id="4" creationId="{E2D323F2-009E-9325-8EFE-E436693761C9}"/>
          </ac:picMkLst>
        </pc:picChg>
        <pc:picChg chg="del">
          <ac:chgData name="Angela Robbins" userId="S::angela.robbins_elearningdoc.com#ext#@cisco.onmicrosoft.com::e406273b-12cd-460d-a763-85132e1718ac" providerId="AD" clId="Web-{B197D640-47B3-A0B0-9759-2CFD0629C665}" dt="2022-10-21T17:50:17.782" v="65"/>
          <ac:picMkLst>
            <pc:docMk/>
            <pc:sldMk cId="3726955432" sldId="1079"/>
            <ac:picMk id="8" creationId="{D77F8F30-B7A2-DAA9-550C-1B81643B72A2}"/>
          </ac:picMkLst>
        </pc:picChg>
      </pc:sldChg>
      <pc:sldChg chg="delSp modSp add replId">
        <pc:chgData name="Angela Robbins" userId="S::angela.robbins_elearningdoc.com#ext#@cisco.onmicrosoft.com::e406273b-12cd-460d-a763-85132e1718ac" providerId="AD" clId="Web-{B197D640-47B3-A0B0-9759-2CFD0629C665}" dt="2022-10-21T20:40:04.483" v="1260" actId="20577"/>
        <pc:sldMkLst>
          <pc:docMk/>
          <pc:sldMk cId="2500836948" sldId="1080"/>
        </pc:sldMkLst>
        <pc:spChg chg="mod">
          <ac:chgData name="Angela Robbins" userId="S::angela.robbins_elearningdoc.com#ext#@cisco.onmicrosoft.com::e406273b-12cd-460d-a763-85132e1718ac" providerId="AD" clId="Web-{B197D640-47B3-A0B0-9759-2CFD0629C665}" dt="2022-10-21T17:50:53.845" v="74" actId="20577"/>
          <ac:spMkLst>
            <pc:docMk/>
            <pc:sldMk cId="2500836948" sldId="1080"/>
            <ac:spMk id="3" creationId="{00000000-0000-0000-0000-000000000000}"/>
          </ac:spMkLst>
        </pc:spChg>
        <pc:spChg chg="mod">
          <ac:chgData name="Angela Robbins" userId="S::angela.robbins_elearningdoc.com#ext#@cisco.onmicrosoft.com::e406273b-12cd-460d-a763-85132e1718ac" providerId="AD" clId="Web-{B197D640-47B3-A0B0-9759-2CFD0629C665}" dt="2022-10-21T20:40:04.483" v="1260" actId="20577"/>
          <ac:spMkLst>
            <pc:docMk/>
            <pc:sldMk cId="2500836948" sldId="1080"/>
            <ac:spMk id="5" creationId="{00000000-0000-0000-0000-000000000000}"/>
          </ac:spMkLst>
        </pc:spChg>
        <pc:spChg chg="del">
          <ac:chgData name="Angela Robbins" userId="S::angela.robbins_elearningdoc.com#ext#@cisco.onmicrosoft.com::e406273b-12cd-460d-a763-85132e1718ac" providerId="AD" clId="Web-{B197D640-47B3-A0B0-9759-2CFD0629C665}" dt="2022-10-21T17:51:19.346" v="79"/>
          <ac:spMkLst>
            <pc:docMk/>
            <pc:sldMk cId="2500836948" sldId="1080"/>
            <ac:spMk id="6" creationId="{910AEEF0-13E5-318D-1682-9AE806E25FAE}"/>
          </ac:spMkLst>
        </pc:spChg>
        <pc:picChg chg="del">
          <ac:chgData name="Angela Robbins" userId="S::angela.robbins_elearningdoc.com#ext#@cisco.onmicrosoft.com::e406273b-12cd-460d-a763-85132e1718ac" providerId="AD" clId="Web-{B197D640-47B3-A0B0-9759-2CFD0629C665}" dt="2022-10-21T17:50:44.908" v="72"/>
          <ac:picMkLst>
            <pc:docMk/>
            <pc:sldMk cId="2500836948" sldId="1080"/>
            <ac:picMk id="4" creationId="{E2D323F2-009E-9325-8EFE-E436693761C9}"/>
          </ac:picMkLst>
        </pc:picChg>
      </pc:sldChg>
      <pc:sldChg chg="modSp add replId">
        <pc:chgData name="Angela Robbins" userId="S::angela.robbins_elearningdoc.com#ext#@cisco.onmicrosoft.com::e406273b-12cd-460d-a763-85132e1718ac" providerId="AD" clId="Web-{B197D640-47B3-A0B0-9759-2CFD0629C665}" dt="2022-10-21T20:53:52.749" v="1328" actId="20577"/>
        <pc:sldMkLst>
          <pc:docMk/>
          <pc:sldMk cId="3252905662" sldId="1081"/>
        </pc:sldMkLst>
        <pc:spChg chg="mod">
          <ac:chgData name="Angela Robbins" userId="S::angela.robbins_elearningdoc.com#ext#@cisco.onmicrosoft.com::e406273b-12cd-460d-a763-85132e1718ac" providerId="AD" clId="Web-{B197D640-47B3-A0B0-9759-2CFD0629C665}" dt="2022-10-21T20:53:52.749" v="1328" actId="20577"/>
          <ac:spMkLst>
            <pc:docMk/>
            <pc:sldMk cId="3252905662" sldId="1081"/>
            <ac:spMk id="5" creationId="{00000000-0000-0000-0000-000000000000}"/>
          </ac:spMkLst>
        </pc:spChg>
      </pc:sldChg>
      <pc:sldChg chg="modSp add replId">
        <pc:chgData name="Angela Robbins" userId="S::angela.robbins_elearningdoc.com#ext#@cisco.onmicrosoft.com::e406273b-12cd-460d-a763-85132e1718ac" providerId="AD" clId="Web-{B197D640-47B3-A0B0-9759-2CFD0629C665}" dt="2022-10-21T20:57:37.289" v="1364" actId="20577"/>
        <pc:sldMkLst>
          <pc:docMk/>
          <pc:sldMk cId="1997801197" sldId="1082"/>
        </pc:sldMkLst>
        <pc:spChg chg="mod">
          <ac:chgData name="Angela Robbins" userId="S::angela.robbins_elearningdoc.com#ext#@cisco.onmicrosoft.com::e406273b-12cd-460d-a763-85132e1718ac" providerId="AD" clId="Web-{B197D640-47B3-A0B0-9759-2CFD0629C665}" dt="2022-10-21T20:57:37.289" v="1364" actId="20577"/>
          <ac:spMkLst>
            <pc:docMk/>
            <pc:sldMk cId="1997801197" sldId="1082"/>
            <ac:spMk id="5" creationId="{00000000-0000-0000-0000-000000000000}"/>
          </ac:spMkLst>
        </pc:spChg>
      </pc:sldChg>
      <pc:sldChg chg="modSp add replId">
        <pc:chgData name="Angela Robbins" userId="S::angela.robbins_elearningdoc.com#ext#@cisco.onmicrosoft.com::e406273b-12cd-460d-a763-85132e1718ac" providerId="AD" clId="Web-{B197D640-47B3-A0B0-9759-2CFD0629C665}" dt="2022-10-21T20:57:49.352" v="1365" actId="1076"/>
        <pc:sldMkLst>
          <pc:docMk/>
          <pc:sldMk cId="2636541604" sldId="1083"/>
        </pc:sldMkLst>
        <pc:spChg chg="mod">
          <ac:chgData name="Angela Robbins" userId="S::angela.robbins_elearningdoc.com#ext#@cisco.onmicrosoft.com::e406273b-12cd-460d-a763-85132e1718ac" providerId="AD" clId="Web-{B197D640-47B3-A0B0-9759-2CFD0629C665}" dt="2022-10-21T20:57:49.352" v="1365" actId="1076"/>
          <ac:spMkLst>
            <pc:docMk/>
            <pc:sldMk cId="2636541604" sldId="1083"/>
            <ac:spMk id="5" creationId="{00000000-0000-0000-0000-000000000000}"/>
          </ac:spMkLst>
        </pc:spChg>
      </pc:sldChg>
      <pc:sldChg chg="modSp add replId">
        <pc:chgData name="Angela Robbins" userId="S::angela.robbins_elearningdoc.com#ext#@cisco.onmicrosoft.com::e406273b-12cd-460d-a763-85132e1718ac" providerId="AD" clId="Web-{B197D640-47B3-A0B0-9759-2CFD0629C665}" dt="2022-10-21T21:25:14.591" v="1423" actId="20577"/>
        <pc:sldMkLst>
          <pc:docMk/>
          <pc:sldMk cId="992605806" sldId="1084"/>
        </pc:sldMkLst>
        <pc:spChg chg="mod">
          <ac:chgData name="Angela Robbins" userId="S::angela.robbins_elearningdoc.com#ext#@cisco.onmicrosoft.com::e406273b-12cd-460d-a763-85132e1718ac" providerId="AD" clId="Web-{B197D640-47B3-A0B0-9759-2CFD0629C665}" dt="2022-10-21T21:25:14.591" v="1423" actId="20577"/>
          <ac:spMkLst>
            <pc:docMk/>
            <pc:sldMk cId="992605806" sldId="1084"/>
            <ac:spMk id="5" creationId="{00000000-0000-0000-0000-000000000000}"/>
          </ac:spMkLst>
        </pc:spChg>
      </pc:sldChg>
      <pc:sldChg chg="modSp add replId">
        <pc:chgData name="Angela Robbins" userId="S::angela.robbins_elearningdoc.com#ext#@cisco.onmicrosoft.com::e406273b-12cd-460d-a763-85132e1718ac" providerId="AD" clId="Web-{B197D640-47B3-A0B0-9759-2CFD0629C665}" dt="2022-10-21T21:27:42.376" v="1441" actId="20577"/>
        <pc:sldMkLst>
          <pc:docMk/>
          <pc:sldMk cId="4097363331" sldId="1085"/>
        </pc:sldMkLst>
        <pc:spChg chg="mod">
          <ac:chgData name="Angela Robbins" userId="S::angela.robbins_elearningdoc.com#ext#@cisco.onmicrosoft.com::e406273b-12cd-460d-a763-85132e1718ac" providerId="AD" clId="Web-{B197D640-47B3-A0B0-9759-2CFD0629C665}" dt="2022-10-21T21:27:42.376" v="1441" actId="20577"/>
          <ac:spMkLst>
            <pc:docMk/>
            <pc:sldMk cId="4097363331" sldId="1085"/>
            <ac:spMk id="5" creationId="{00000000-0000-0000-0000-000000000000}"/>
          </ac:spMkLst>
        </pc:spChg>
      </pc:sldChg>
      <pc:sldChg chg="modSp add replId">
        <pc:chgData name="Angela Robbins" userId="S::angela.robbins_elearningdoc.com#ext#@cisco.onmicrosoft.com::e406273b-12cd-460d-a763-85132e1718ac" providerId="AD" clId="Web-{B197D640-47B3-A0B0-9759-2CFD0629C665}" dt="2022-10-21T21:30:55.786" v="1462" actId="20577"/>
        <pc:sldMkLst>
          <pc:docMk/>
          <pc:sldMk cId="3281170436" sldId="1086"/>
        </pc:sldMkLst>
        <pc:spChg chg="mod">
          <ac:chgData name="Angela Robbins" userId="S::angela.robbins_elearningdoc.com#ext#@cisco.onmicrosoft.com::e406273b-12cd-460d-a763-85132e1718ac" providerId="AD" clId="Web-{B197D640-47B3-A0B0-9759-2CFD0629C665}" dt="2022-10-21T21:30:55.786" v="1462" actId="20577"/>
          <ac:spMkLst>
            <pc:docMk/>
            <pc:sldMk cId="3281170436" sldId="1086"/>
            <ac:spMk id="5" creationId="{00000000-0000-0000-0000-000000000000}"/>
          </ac:spMkLst>
        </pc:spChg>
      </pc:sldChg>
      <pc:sldChg chg="modSp add replId">
        <pc:chgData name="Angela Robbins" userId="S::angela.robbins_elearningdoc.com#ext#@cisco.onmicrosoft.com::e406273b-12cd-460d-a763-85132e1718ac" providerId="AD" clId="Web-{B197D640-47B3-A0B0-9759-2CFD0629C665}" dt="2022-10-21T21:36:16.606" v="1490" actId="1076"/>
        <pc:sldMkLst>
          <pc:docMk/>
          <pc:sldMk cId="2508110267" sldId="1087"/>
        </pc:sldMkLst>
        <pc:spChg chg="mod">
          <ac:chgData name="Angela Robbins" userId="S::angela.robbins_elearningdoc.com#ext#@cisco.onmicrosoft.com::e406273b-12cd-460d-a763-85132e1718ac" providerId="AD" clId="Web-{B197D640-47B3-A0B0-9759-2CFD0629C665}" dt="2022-10-21T21:36:16.606" v="1490" actId="1076"/>
          <ac:spMkLst>
            <pc:docMk/>
            <pc:sldMk cId="2508110267" sldId="1087"/>
            <ac:spMk id="5" creationId="{00000000-0000-0000-0000-000000000000}"/>
          </ac:spMkLst>
        </pc:spChg>
      </pc:sldChg>
      <pc:sldChg chg="modSp add replId">
        <pc:chgData name="Angela Robbins" userId="S::angela.robbins_elearningdoc.com#ext#@cisco.onmicrosoft.com::e406273b-12cd-460d-a763-85132e1718ac" providerId="AD" clId="Web-{B197D640-47B3-A0B0-9759-2CFD0629C665}" dt="2022-10-21T22:16:01.839" v="1535" actId="1076"/>
        <pc:sldMkLst>
          <pc:docMk/>
          <pc:sldMk cId="2436699986" sldId="1088"/>
        </pc:sldMkLst>
        <pc:spChg chg="mod">
          <ac:chgData name="Angela Robbins" userId="S::angela.robbins_elearningdoc.com#ext#@cisco.onmicrosoft.com::e406273b-12cd-460d-a763-85132e1718ac" providerId="AD" clId="Web-{B197D640-47B3-A0B0-9759-2CFD0629C665}" dt="2022-10-21T22:16:01.839" v="1535" actId="1076"/>
          <ac:spMkLst>
            <pc:docMk/>
            <pc:sldMk cId="2436699986" sldId="1088"/>
            <ac:spMk id="5" creationId="{00000000-0000-0000-0000-000000000000}"/>
          </ac:spMkLst>
        </pc:spChg>
      </pc:sldChg>
      <pc:sldChg chg="modSp add replId">
        <pc:chgData name="Angela Robbins" userId="S::angela.robbins_elearningdoc.com#ext#@cisco.onmicrosoft.com::e406273b-12cd-460d-a763-85132e1718ac" providerId="AD" clId="Web-{B197D640-47B3-A0B0-9759-2CFD0629C665}" dt="2022-10-21T22:17:25.326" v="1541" actId="20577"/>
        <pc:sldMkLst>
          <pc:docMk/>
          <pc:sldMk cId="826392832" sldId="1089"/>
        </pc:sldMkLst>
        <pc:spChg chg="mod">
          <ac:chgData name="Angela Robbins" userId="S::angela.robbins_elearningdoc.com#ext#@cisco.onmicrosoft.com::e406273b-12cd-460d-a763-85132e1718ac" providerId="AD" clId="Web-{B197D640-47B3-A0B0-9759-2CFD0629C665}" dt="2022-10-21T22:17:25.326" v="1541" actId="20577"/>
          <ac:spMkLst>
            <pc:docMk/>
            <pc:sldMk cId="826392832" sldId="1089"/>
            <ac:spMk id="5" creationId="{00000000-0000-0000-0000-000000000000}"/>
          </ac:spMkLst>
        </pc:spChg>
      </pc:sldChg>
      <pc:sldChg chg="modSp add replId">
        <pc:chgData name="Angela Robbins" userId="S::angela.robbins_elearningdoc.com#ext#@cisco.onmicrosoft.com::e406273b-12cd-460d-a763-85132e1718ac" providerId="AD" clId="Web-{B197D640-47B3-A0B0-9759-2CFD0629C665}" dt="2022-10-21T22:19:03.251" v="1548" actId="20577"/>
        <pc:sldMkLst>
          <pc:docMk/>
          <pc:sldMk cId="4133474921" sldId="1090"/>
        </pc:sldMkLst>
        <pc:spChg chg="mod">
          <ac:chgData name="Angela Robbins" userId="S::angela.robbins_elearningdoc.com#ext#@cisco.onmicrosoft.com::e406273b-12cd-460d-a763-85132e1718ac" providerId="AD" clId="Web-{B197D640-47B3-A0B0-9759-2CFD0629C665}" dt="2022-10-21T22:19:03.251" v="1548" actId="20577"/>
          <ac:spMkLst>
            <pc:docMk/>
            <pc:sldMk cId="4133474921" sldId="1090"/>
            <ac:spMk id="5" creationId="{00000000-0000-0000-0000-000000000000}"/>
          </ac:spMkLst>
        </pc:spChg>
      </pc:sldChg>
      <pc:sldChg chg="modSp add replId">
        <pc:chgData name="Angela Robbins" userId="S::angela.robbins_elearningdoc.com#ext#@cisco.onmicrosoft.com::e406273b-12cd-460d-a763-85132e1718ac" providerId="AD" clId="Web-{B197D640-47B3-A0B0-9759-2CFD0629C665}" dt="2022-10-21T20:10:17.682" v="980" actId="20577"/>
        <pc:sldMkLst>
          <pc:docMk/>
          <pc:sldMk cId="92120793" sldId="1091"/>
        </pc:sldMkLst>
        <pc:spChg chg="mod">
          <ac:chgData name="Angela Robbins" userId="S::angela.robbins_elearningdoc.com#ext#@cisco.onmicrosoft.com::e406273b-12cd-460d-a763-85132e1718ac" providerId="AD" clId="Web-{B197D640-47B3-A0B0-9759-2CFD0629C665}" dt="2022-10-21T20:10:17.682" v="980" actId="20577"/>
          <ac:spMkLst>
            <pc:docMk/>
            <pc:sldMk cId="92120793" sldId="1091"/>
            <ac:spMk id="5" creationId="{00000000-0000-0000-0000-000000000000}"/>
          </ac:spMkLst>
        </pc:spChg>
      </pc:sldChg>
      <pc:sldChg chg="modSp add replId">
        <pc:chgData name="Angela Robbins" userId="S::angela.robbins_elearningdoc.com#ext#@cisco.onmicrosoft.com::e406273b-12cd-460d-a763-85132e1718ac" providerId="AD" clId="Web-{B197D640-47B3-A0B0-9759-2CFD0629C665}" dt="2022-10-21T22:25:48.559" v="1580" actId="1076"/>
        <pc:sldMkLst>
          <pc:docMk/>
          <pc:sldMk cId="1567832863" sldId="1092"/>
        </pc:sldMkLst>
        <pc:spChg chg="mod">
          <ac:chgData name="Angela Robbins" userId="S::angela.robbins_elearningdoc.com#ext#@cisco.onmicrosoft.com::e406273b-12cd-460d-a763-85132e1718ac" providerId="AD" clId="Web-{B197D640-47B3-A0B0-9759-2CFD0629C665}" dt="2022-10-21T22:25:48.559" v="1580" actId="1076"/>
          <ac:spMkLst>
            <pc:docMk/>
            <pc:sldMk cId="1567832863" sldId="1092"/>
            <ac:spMk id="5" creationId="{00000000-0000-0000-0000-000000000000}"/>
          </ac:spMkLst>
        </pc:spChg>
      </pc:sldChg>
      <pc:sldChg chg="modSp add replId">
        <pc:chgData name="Angela Robbins" userId="S::angela.robbins_elearningdoc.com#ext#@cisco.onmicrosoft.com::e406273b-12cd-460d-a763-85132e1718ac" providerId="AD" clId="Web-{B197D640-47B3-A0B0-9759-2CFD0629C665}" dt="2022-10-21T22:26:44.358" v="1588" actId="1076"/>
        <pc:sldMkLst>
          <pc:docMk/>
          <pc:sldMk cId="2903116732" sldId="1093"/>
        </pc:sldMkLst>
        <pc:spChg chg="mod">
          <ac:chgData name="Angela Robbins" userId="S::angela.robbins_elearningdoc.com#ext#@cisco.onmicrosoft.com::e406273b-12cd-460d-a763-85132e1718ac" providerId="AD" clId="Web-{B197D640-47B3-A0B0-9759-2CFD0629C665}" dt="2022-10-21T22:26:44.358" v="1588" actId="1076"/>
          <ac:spMkLst>
            <pc:docMk/>
            <pc:sldMk cId="2903116732" sldId="1093"/>
            <ac:spMk id="5" creationId="{00000000-0000-0000-0000-000000000000}"/>
          </ac:spMkLst>
        </pc:spChg>
      </pc:sldChg>
      <pc:sldChg chg="modSp add replId">
        <pc:chgData name="Angela Robbins" userId="S::angela.robbins_elearningdoc.com#ext#@cisco.onmicrosoft.com::e406273b-12cd-460d-a763-85132e1718ac" providerId="AD" clId="Web-{B197D640-47B3-A0B0-9759-2CFD0629C665}" dt="2022-10-21T22:43:51.761" v="1683" actId="20577"/>
        <pc:sldMkLst>
          <pc:docMk/>
          <pc:sldMk cId="163637073" sldId="1094"/>
        </pc:sldMkLst>
        <pc:spChg chg="mod">
          <ac:chgData name="Angela Robbins" userId="S::angela.robbins_elearningdoc.com#ext#@cisco.onmicrosoft.com::e406273b-12cd-460d-a763-85132e1718ac" providerId="AD" clId="Web-{B197D640-47B3-A0B0-9759-2CFD0629C665}" dt="2022-10-21T22:43:51.761" v="1683" actId="20577"/>
          <ac:spMkLst>
            <pc:docMk/>
            <pc:sldMk cId="163637073" sldId="1094"/>
            <ac:spMk id="5" creationId="{00000000-0000-0000-0000-000000000000}"/>
          </ac:spMkLst>
        </pc:spChg>
      </pc:sldChg>
      <pc:sldChg chg="modSp add replId">
        <pc:chgData name="Angela Robbins" userId="S::angela.robbins_elearningdoc.com#ext#@cisco.onmicrosoft.com::e406273b-12cd-460d-a763-85132e1718ac" providerId="AD" clId="Web-{B197D640-47B3-A0B0-9759-2CFD0629C665}" dt="2022-10-21T23:11:51.590" v="1776" actId="20577"/>
        <pc:sldMkLst>
          <pc:docMk/>
          <pc:sldMk cId="4266815401" sldId="1095"/>
        </pc:sldMkLst>
        <pc:spChg chg="mod">
          <ac:chgData name="Angela Robbins" userId="S::angela.robbins_elearningdoc.com#ext#@cisco.onmicrosoft.com::e406273b-12cd-460d-a763-85132e1718ac" providerId="AD" clId="Web-{B197D640-47B3-A0B0-9759-2CFD0629C665}" dt="2022-10-21T23:11:51.590" v="1776" actId="20577"/>
          <ac:spMkLst>
            <pc:docMk/>
            <pc:sldMk cId="4266815401" sldId="1095"/>
            <ac:spMk id="5" creationId="{00000000-0000-0000-0000-000000000000}"/>
          </ac:spMkLst>
        </pc:spChg>
      </pc:sldChg>
      <pc:sldChg chg="modSp add replId">
        <pc:chgData name="Angela Robbins" userId="S::angela.robbins_elearningdoc.com#ext#@cisco.onmicrosoft.com::e406273b-12cd-460d-a763-85132e1718ac" providerId="AD" clId="Web-{B197D640-47B3-A0B0-9759-2CFD0629C665}" dt="2022-10-21T23:11:46.558" v="1774" actId="1076"/>
        <pc:sldMkLst>
          <pc:docMk/>
          <pc:sldMk cId="2778763676" sldId="1096"/>
        </pc:sldMkLst>
        <pc:spChg chg="mod">
          <ac:chgData name="Angela Robbins" userId="S::angela.robbins_elearningdoc.com#ext#@cisco.onmicrosoft.com::e406273b-12cd-460d-a763-85132e1718ac" providerId="AD" clId="Web-{B197D640-47B3-A0B0-9759-2CFD0629C665}" dt="2022-10-21T23:11:46.558" v="1774" actId="1076"/>
          <ac:spMkLst>
            <pc:docMk/>
            <pc:sldMk cId="2778763676" sldId="1096"/>
            <ac:spMk id="5" creationId="{00000000-0000-0000-0000-000000000000}"/>
          </ac:spMkLst>
        </pc:spChg>
      </pc:sldChg>
      <pc:sldChg chg="modSp add replId">
        <pc:chgData name="Angela Robbins" userId="S::angela.robbins_elearningdoc.com#ext#@cisco.onmicrosoft.com::e406273b-12cd-460d-a763-85132e1718ac" providerId="AD" clId="Web-{B197D640-47B3-A0B0-9759-2CFD0629C665}" dt="2022-10-21T22:52:25.338" v="1707" actId="1076"/>
        <pc:sldMkLst>
          <pc:docMk/>
          <pc:sldMk cId="2174848583" sldId="1097"/>
        </pc:sldMkLst>
        <pc:spChg chg="mod">
          <ac:chgData name="Angela Robbins" userId="S::angela.robbins_elearningdoc.com#ext#@cisco.onmicrosoft.com::e406273b-12cd-460d-a763-85132e1718ac" providerId="AD" clId="Web-{B197D640-47B3-A0B0-9759-2CFD0629C665}" dt="2022-10-21T22:52:25.338" v="1707" actId="1076"/>
          <ac:spMkLst>
            <pc:docMk/>
            <pc:sldMk cId="2174848583" sldId="1097"/>
            <ac:spMk id="5" creationId="{00000000-0000-0000-0000-000000000000}"/>
          </ac:spMkLst>
        </pc:spChg>
      </pc:sldChg>
      <pc:sldChg chg="modSp add replId">
        <pc:chgData name="Angela Robbins" userId="S::angela.robbins_elearningdoc.com#ext#@cisco.onmicrosoft.com::e406273b-12cd-460d-a763-85132e1718ac" providerId="AD" clId="Web-{B197D640-47B3-A0B0-9759-2CFD0629C665}" dt="2022-10-21T22:59:50.304" v="1740" actId="20577"/>
        <pc:sldMkLst>
          <pc:docMk/>
          <pc:sldMk cId="874329266" sldId="1098"/>
        </pc:sldMkLst>
        <pc:spChg chg="mod">
          <ac:chgData name="Angela Robbins" userId="S::angela.robbins_elearningdoc.com#ext#@cisco.onmicrosoft.com::e406273b-12cd-460d-a763-85132e1718ac" providerId="AD" clId="Web-{B197D640-47B3-A0B0-9759-2CFD0629C665}" dt="2022-10-21T22:59:50.304" v="1740" actId="20577"/>
          <ac:spMkLst>
            <pc:docMk/>
            <pc:sldMk cId="874329266" sldId="1098"/>
            <ac:spMk id="5" creationId="{00000000-0000-0000-0000-000000000000}"/>
          </ac:spMkLst>
        </pc:spChg>
      </pc:sldChg>
      <pc:sldChg chg="modSp add">
        <pc:chgData name="Angela Robbins" userId="S::angela.robbins_elearningdoc.com#ext#@cisco.onmicrosoft.com::e406273b-12cd-460d-a763-85132e1718ac" providerId="AD" clId="Web-{B197D640-47B3-A0B0-9759-2CFD0629C665}" dt="2022-10-21T23:21:52.029" v="1861" actId="20577"/>
        <pc:sldMkLst>
          <pc:docMk/>
          <pc:sldMk cId="3482539533" sldId="1099"/>
        </pc:sldMkLst>
        <pc:spChg chg="mod">
          <ac:chgData name="Angela Robbins" userId="S::angela.robbins_elearningdoc.com#ext#@cisco.onmicrosoft.com::e406273b-12cd-460d-a763-85132e1718ac" providerId="AD" clId="Web-{B197D640-47B3-A0B0-9759-2CFD0629C665}" dt="2022-10-21T23:21:52.029" v="1861" actId="20577"/>
          <ac:spMkLst>
            <pc:docMk/>
            <pc:sldMk cId="3482539533" sldId="1099"/>
            <ac:spMk id="56321" creationId="{00000000-0000-0000-0000-000000000000}"/>
          </ac:spMkLst>
        </pc:spChg>
        <pc:graphicFrameChg chg="mod modGraphic">
          <ac:chgData name="Angela Robbins" userId="S::angela.robbins_elearningdoc.com#ext#@cisco.onmicrosoft.com::e406273b-12cd-460d-a763-85132e1718ac" providerId="AD" clId="Web-{B197D640-47B3-A0B0-9759-2CFD0629C665}" dt="2022-10-21T23:21:45.107" v="1859"/>
          <ac:graphicFrameMkLst>
            <pc:docMk/>
            <pc:sldMk cId="3482539533" sldId="1099"/>
            <ac:graphicFrameMk id="3" creationId="{00000000-0000-0000-0000-000000000000}"/>
          </ac:graphicFrameMkLst>
        </pc:graphicFrameChg>
      </pc:sldChg>
      <pc:sldMasterChg chg="add addSldLayout">
        <pc:chgData name="Angela Robbins" userId="S::angela.robbins_elearningdoc.com#ext#@cisco.onmicrosoft.com::e406273b-12cd-460d-a763-85132e1718ac" providerId="AD" clId="Web-{B197D640-47B3-A0B0-9759-2CFD0629C665}" dt="2022-10-21T23:04:30.859" v="1744"/>
        <pc:sldMasterMkLst>
          <pc:docMk/>
          <pc:sldMasterMk cId="0" sldId="2147483700"/>
        </pc:sldMasterMkLst>
        <pc:sldLayoutChg chg="add">
          <pc:chgData name="Angela Robbins" userId="S::angela.robbins_elearningdoc.com#ext#@cisco.onmicrosoft.com::e406273b-12cd-460d-a763-85132e1718ac" providerId="AD" clId="Web-{B197D640-47B3-A0B0-9759-2CFD0629C665}" dt="2022-10-21T23:04:30.859" v="1744"/>
          <pc:sldLayoutMkLst>
            <pc:docMk/>
            <pc:sldMasterMk cId="0" sldId="2147483700"/>
            <pc:sldLayoutMk cId="3086725553" sldId="2147483962"/>
          </pc:sldLayoutMkLst>
        </pc:sldLayoutChg>
        <pc:sldLayoutChg chg="add">
          <pc:chgData name="Angela Robbins" userId="S::angela.robbins_elearningdoc.com#ext#@cisco.onmicrosoft.com::e406273b-12cd-460d-a763-85132e1718ac" providerId="AD" clId="Web-{B197D640-47B3-A0B0-9759-2CFD0629C665}" dt="2022-10-21T23:04:30.859" v="1744"/>
          <pc:sldLayoutMkLst>
            <pc:docMk/>
            <pc:sldMasterMk cId="0" sldId="2147483700"/>
            <pc:sldLayoutMk cId="1890854121" sldId="2147483965"/>
          </pc:sldLayoutMkLst>
        </pc:sldLayoutChg>
        <pc:sldLayoutChg chg="add">
          <pc:chgData name="Angela Robbins" userId="S::angela.robbins_elearningdoc.com#ext#@cisco.onmicrosoft.com::e406273b-12cd-460d-a763-85132e1718ac" providerId="AD" clId="Web-{B197D640-47B3-A0B0-9759-2CFD0629C665}" dt="2022-10-21T23:04:30.859" v="1744"/>
          <pc:sldLayoutMkLst>
            <pc:docMk/>
            <pc:sldMasterMk cId="0" sldId="2147483700"/>
            <pc:sldLayoutMk cId="542967988" sldId="2147483967"/>
          </pc:sldLayoutMkLst>
        </pc:sldLayoutChg>
        <pc:sldLayoutChg chg="add">
          <pc:chgData name="Angela Robbins" userId="S::angela.robbins_elearningdoc.com#ext#@cisco.onmicrosoft.com::e406273b-12cd-460d-a763-85132e1718ac" providerId="AD" clId="Web-{B197D640-47B3-A0B0-9759-2CFD0629C665}" dt="2022-10-21T23:04:30.859" v="1744"/>
          <pc:sldLayoutMkLst>
            <pc:docMk/>
            <pc:sldMasterMk cId="0" sldId="2147483700"/>
            <pc:sldLayoutMk cId="4222912136" sldId="2147483995"/>
          </pc:sldLayoutMkLst>
        </pc:sldLayoutChg>
        <pc:sldLayoutChg chg="add">
          <pc:chgData name="Angela Robbins" userId="S::angela.robbins_elearningdoc.com#ext#@cisco.onmicrosoft.com::e406273b-12cd-460d-a763-85132e1718ac" providerId="AD" clId="Web-{B197D640-47B3-A0B0-9759-2CFD0629C665}" dt="2022-10-21T23:04:30.859" v="1744"/>
          <pc:sldLayoutMkLst>
            <pc:docMk/>
            <pc:sldMasterMk cId="0" sldId="2147483700"/>
            <pc:sldLayoutMk cId="147974899" sldId="2147483998"/>
          </pc:sldLayoutMkLst>
        </pc:sldLayoutChg>
        <pc:sldLayoutChg chg="add">
          <pc:chgData name="Angela Robbins" userId="S::angela.robbins_elearningdoc.com#ext#@cisco.onmicrosoft.com::e406273b-12cd-460d-a763-85132e1718ac" providerId="AD" clId="Web-{B197D640-47B3-A0B0-9759-2CFD0629C665}" dt="2022-10-21T23:04:30.859" v="1744"/>
          <pc:sldLayoutMkLst>
            <pc:docMk/>
            <pc:sldMasterMk cId="0" sldId="2147483700"/>
            <pc:sldLayoutMk cId="3053872667" sldId="2147484007"/>
          </pc:sldLayoutMkLst>
        </pc:sldLayoutChg>
        <pc:sldLayoutChg chg="add">
          <pc:chgData name="Angela Robbins" userId="S::angela.robbins_elearningdoc.com#ext#@cisco.onmicrosoft.com::e406273b-12cd-460d-a763-85132e1718ac" providerId="AD" clId="Web-{B197D640-47B3-A0B0-9759-2CFD0629C665}" dt="2022-10-21T23:04:30.859" v="1744"/>
          <pc:sldLayoutMkLst>
            <pc:docMk/>
            <pc:sldMasterMk cId="0" sldId="2147483700"/>
            <pc:sldLayoutMk cId="2962125011" sldId="2147484010"/>
          </pc:sldLayoutMkLst>
        </pc:sldLayoutChg>
        <pc:sldLayoutChg chg="add">
          <pc:chgData name="Angela Robbins" userId="S::angela.robbins_elearningdoc.com#ext#@cisco.onmicrosoft.com::e406273b-12cd-460d-a763-85132e1718ac" providerId="AD" clId="Web-{B197D640-47B3-A0B0-9759-2CFD0629C665}" dt="2022-10-21T23:04:30.859" v="1744"/>
          <pc:sldLayoutMkLst>
            <pc:docMk/>
            <pc:sldMasterMk cId="0" sldId="2147483700"/>
            <pc:sldLayoutMk cId="3643099958" sldId="2147484011"/>
          </pc:sldLayoutMkLst>
        </pc:sldLayoutChg>
        <pc:sldLayoutChg chg="add">
          <pc:chgData name="Angela Robbins" userId="S::angela.robbins_elearningdoc.com#ext#@cisco.onmicrosoft.com::e406273b-12cd-460d-a763-85132e1718ac" providerId="AD" clId="Web-{B197D640-47B3-A0B0-9759-2CFD0629C665}" dt="2022-10-21T23:04:30.859" v="1744"/>
          <pc:sldLayoutMkLst>
            <pc:docMk/>
            <pc:sldMasterMk cId="0" sldId="2147483700"/>
            <pc:sldLayoutMk cId="3653042546" sldId="2147484013"/>
          </pc:sldLayoutMkLst>
        </pc:sldLayoutChg>
        <pc:sldLayoutChg chg="add">
          <pc:chgData name="Angela Robbins" userId="S::angela.robbins_elearningdoc.com#ext#@cisco.onmicrosoft.com::e406273b-12cd-460d-a763-85132e1718ac" providerId="AD" clId="Web-{B197D640-47B3-A0B0-9759-2CFD0629C665}" dt="2022-10-21T23:04:30.859" v="1744"/>
          <pc:sldLayoutMkLst>
            <pc:docMk/>
            <pc:sldMasterMk cId="0" sldId="2147483700"/>
            <pc:sldLayoutMk cId="1974617842" sldId="2147484014"/>
          </pc:sldLayoutMkLst>
        </pc:sldLayoutChg>
        <pc:sldLayoutChg chg="add">
          <pc:chgData name="Angela Robbins" userId="S::angela.robbins_elearningdoc.com#ext#@cisco.onmicrosoft.com::e406273b-12cd-460d-a763-85132e1718ac" providerId="AD" clId="Web-{B197D640-47B3-A0B0-9759-2CFD0629C665}" dt="2022-10-21T23:04:30.859" v="1744"/>
          <pc:sldLayoutMkLst>
            <pc:docMk/>
            <pc:sldMasterMk cId="0" sldId="2147483700"/>
            <pc:sldLayoutMk cId="1198843304" sldId="2147484015"/>
          </pc:sldLayoutMkLst>
        </pc:sldLayoutChg>
        <pc:sldLayoutChg chg="add">
          <pc:chgData name="Angela Robbins" userId="S::angela.robbins_elearningdoc.com#ext#@cisco.onmicrosoft.com::e406273b-12cd-460d-a763-85132e1718ac" providerId="AD" clId="Web-{B197D640-47B3-A0B0-9759-2CFD0629C665}" dt="2022-10-21T23:04:30.859" v="1744"/>
          <pc:sldLayoutMkLst>
            <pc:docMk/>
            <pc:sldMasterMk cId="0" sldId="2147483700"/>
            <pc:sldLayoutMk cId="1851544963" sldId="2147484027"/>
          </pc:sldLayoutMkLst>
        </pc:sldLayoutChg>
        <pc:sldLayoutChg chg="add">
          <pc:chgData name="Angela Robbins" userId="S::angela.robbins_elearningdoc.com#ext#@cisco.onmicrosoft.com::e406273b-12cd-460d-a763-85132e1718ac" providerId="AD" clId="Web-{B197D640-47B3-A0B0-9759-2CFD0629C665}" dt="2022-10-21T23:04:30.859" v="1744"/>
          <pc:sldLayoutMkLst>
            <pc:docMk/>
            <pc:sldMasterMk cId="0" sldId="2147483700"/>
            <pc:sldLayoutMk cId="2257996623" sldId="2147484029"/>
          </pc:sldLayoutMkLst>
        </pc:sldLayoutChg>
        <pc:sldLayoutChg chg="add">
          <pc:chgData name="Angela Robbins" userId="S::angela.robbins_elearningdoc.com#ext#@cisco.onmicrosoft.com::e406273b-12cd-460d-a763-85132e1718ac" providerId="AD" clId="Web-{B197D640-47B3-A0B0-9759-2CFD0629C665}" dt="2022-10-21T23:04:30.859" v="1744"/>
          <pc:sldLayoutMkLst>
            <pc:docMk/>
            <pc:sldMasterMk cId="0" sldId="2147483700"/>
            <pc:sldLayoutMk cId="2699250104" sldId="2147484031"/>
          </pc:sldLayoutMkLst>
        </pc:sldLayoutChg>
      </pc:sldMasterChg>
    </pc:docChg>
  </pc:docChgLst>
  <pc:docChgLst>
    <pc:chgData name="Brie Nelson" userId="S::brie_elearningdoc.com#ext#@cisco.onmicrosoft.com::712abed6-64c6-4c4c-80f1-14676a42bb74" providerId="AD" clId="Web-{228DF5FB-419D-A73D-1101-29818553EE94}"/>
    <pc:docChg chg="modSld">
      <pc:chgData name="Brie Nelson" userId="S::brie_elearningdoc.com#ext#@cisco.onmicrosoft.com::712abed6-64c6-4c4c-80f1-14676a42bb74" providerId="AD" clId="Web-{228DF5FB-419D-A73D-1101-29818553EE94}" dt="2022-11-07T15:26:32.525" v="15" actId="20577"/>
      <pc:docMkLst>
        <pc:docMk/>
      </pc:docMkLst>
      <pc:sldChg chg="modSp">
        <pc:chgData name="Brie Nelson" userId="S::brie_elearningdoc.com#ext#@cisco.onmicrosoft.com::712abed6-64c6-4c4c-80f1-14676a42bb74" providerId="AD" clId="Web-{228DF5FB-419D-A73D-1101-29818553EE94}" dt="2022-11-07T15:17:36.778" v="2" actId="1076"/>
        <pc:sldMkLst>
          <pc:docMk/>
          <pc:sldMk cId="0" sldId="305"/>
        </pc:sldMkLst>
        <pc:spChg chg="mod">
          <ac:chgData name="Brie Nelson" userId="S::brie_elearningdoc.com#ext#@cisco.onmicrosoft.com::712abed6-64c6-4c4c-80f1-14676a42bb74" providerId="AD" clId="Web-{228DF5FB-419D-A73D-1101-29818553EE94}" dt="2022-11-07T15:17:36.778" v="2" actId="1076"/>
          <ac:spMkLst>
            <pc:docMk/>
            <pc:sldMk cId="0" sldId="305"/>
            <ac:spMk id="3" creationId="{00000000-0000-0000-0000-000000000000}"/>
          </ac:spMkLst>
        </pc:spChg>
      </pc:sldChg>
      <pc:sldChg chg="modSp">
        <pc:chgData name="Brie Nelson" userId="S::brie_elearningdoc.com#ext#@cisco.onmicrosoft.com::712abed6-64c6-4c4c-80f1-14676a42bb74" providerId="AD" clId="Web-{228DF5FB-419D-A73D-1101-29818553EE94}" dt="2022-11-07T15:20:11.109" v="6" actId="1076"/>
        <pc:sldMkLst>
          <pc:docMk/>
          <pc:sldMk cId="0" sldId="306"/>
        </pc:sldMkLst>
        <pc:spChg chg="mod">
          <ac:chgData name="Brie Nelson" userId="S::brie_elearningdoc.com#ext#@cisco.onmicrosoft.com::712abed6-64c6-4c4c-80f1-14676a42bb74" providerId="AD" clId="Web-{228DF5FB-419D-A73D-1101-29818553EE94}" dt="2022-11-07T15:20:11.109" v="6" actId="1076"/>
          <ac:spMkLst>
            <pc:docMk/>
            <pc:sldMk cId="0" sldId="306"/>
            <ac:spMk id="3" creationId="{00000000-0000-0000-0000-000000000000}"/>
          </ac:spMkLst>
        </pc:spChg>
        <pc:graphicFrameChg chg="mod">
          <ac:chgData name="Brie Nelson" userId="S::brie_elearningdoc.com#ext#@cisco.onmicrosoft.com::712abed6-64c6-4c4c-80f1-14676a42bb74" providerId="AD" clId="Web-{228DF5FB-419D-A73D-1101-29818553EE94}" dt="2022-11-07T15:18:12.919" v="3" actId="1076"/>
          <ac:graphicFrameMkLst>
            <pc:docMk/>
            <pc:sldMk cId="0" sldId="306"/>
            <ac:graphicFrameMk id="6" creationId="{CEA739AB-83E7-3356-BA00-BC3B68876B93}"/>
          </ac:graphicFrameMkLst>
        </pc:graphicFrameChg>
      </pc:sldChg>
      <pc:sldChg chg="modSp">
        <pc:chgData name="Brie Nelson" userId="S::brie_elearningdoc.com#ext#@cisco.onmicrosoft.com::712abed6-64c6-4c4c-80f1-14676a42bb74" providerId="AD" clId="Web-{228DF5FB-419D-A73D-1101-29818553EE94}" dt="2022-11-07T15:26:32.525" v="15" actId="20577"/>
        <pc:sldMkLst>
          <pc:docMk/>
          <pc:sldMk cId="0" sldId="1076"/>
        </pc:sldMkLst>
        <pc:spChg chg="mod">
          <ac:chgData name="Brie Nelson" userId="S::brie_elearningdoc.com#ext#@cisco.onmicrosoft.com::712abed6-64c6-4c4c-80f1-14676a42bb74" providerId="AD" clId="Web-{228DF5FB-419D-A73D-1101-29818553EE94}" dt="2022-11-07T15:26:32.525" v="15" actId="20577"/>
          <ac:spMkLst>
            <pc:docMk/>
            <pc:sldMk cId="0" sldId="1076"/>
            <ac:spMk id="3" creationId="{00000000-0000-0000-0000-000000000000}"/>
          </ac:spMkLst>
        </pc:spChg>
      </pc:sldChg>
    </pc:docChg>
  </pc:docChgLst>
  <pc:docChgLst>
    <pc:chgData name="Brie Nelson" userId="S::brie_elearningdoc.com#ext#@cisco.onmicrosoft.com::712abed6-64c6-4c4c-80f1-14676a42bb74" providerId="AD" clId="Web-{B5DF5305-BEDB-7DB7-8EE6-72607548B51D}"/>
    <pc:docChg chg="modSld">
      <pc:chgData name="Brie Nelson" userId="S::brie_elearningdoc.com#ext#@cisco.onmicrosoft.com::712abed6-64c6-4c4c-80f1-14676a42bb74" providerId="AD" clId="Web-{B5DF5305-BEDB-7DB7-8EE6-72607548B51D}" dt="2022-11-09T04:00:53.022" v="443" actId="1076"/>
      <pc:docMkLst>
        <pc:docMk/>
      </pc:docMkLst>
      <pc:sldChg chg="addSp modSp">
        <pc:chgData name="Brie Nelson" userId="S::brie_elearningdoc.com#ext#@cisco.onmicrosoft.com::712abed6-64c6-4c4c-80f1-14676a42bb74" providerId="AD" clId="Web-{B5DF5305-BEDB-7DB7-8EE6-72607548B51D}" dt="2022-11-08T20:27:36.931" v="132" actId="20577"/>
        <pc:sldMkLst>
          <pc:docMk/>
          <pc:sldMk cId="0" sldId="265"/>
        </pc:sldMkLst>
        <pc:spChg chg="mod">
          <ac:chgData name="Brie Nelson" userId="S::brie_elearningdoc.com#ext#@cisco.onmicrosoft.com::712abed6-64c6-4c4c-80f1-14676a42bb74" providerId="AD" clId="Web-{B5DF5305-BEDB-7DB7-8EE6-72607548B51D}" dt="2022-11-08T20:26:51.602" v="129" actId="1076"/>
          <ac:spMkLst>
            <pc:docMk/>
            <pc:sldMk cId="0" sldId="265"/>
            <ac:spMk id="4" creationId="{497A7A50-4C43-EBA2-7260-16C582964CBB}"/>
          </ac:spMkLst>
        </pc:spChg>
        <pc:spChg chg="mod">
          <ac:chgData name="Brie Nelson" userId="S::brie_elearningdoc.com#ext#@cisco.onmicrosoft.com::712abed6-64c6-4c4c-80f1-14676a42bb74" providerId="AD" clId="Web-{B5DF5305-BEDB-7DB7-8EE6-72607548B51D}" dt="2022-11-08T20:27:36.931" v="132" actId="20577"/>
          <ac:spMkLst>
            <pc:docMk/>
            <pc:sldMk cId="0" sldId="265"/>
            <ac:spMk id="6" creationId="{6D89B345-A757-DF46-F572-6BE889C2E262}"/>
          </ac:spMkLst>
        </pc:spChg>
        <pc:spChg chg="mod">
          <ac:chgData name="Brie Nelson" userId="S::brie_elearningdoc.com#ext#@cisco.onmicrosoft.com::712abed6-64c6-4c4c-80f1-14676a42bb74" providerId="AD" clId="Web-{B5DF5305-BEDB-7DB7-8EE6-72607548B51D}" dt="2022-11-08T20:23:47.767" v="104" actId="1076"/>
          <ac:spMkLst>
            <pc:docMk/>
            <pc:sldMk cId="0" sldId="265"/>
            <ac:spMk id="10" creationId="{23476DEE-323A-BCC9-417E-7E2398592EEA}"/>
          </ac:spMkLst>
        </pc:spChg>
        <pc:spChg chg="add mod">
          <ac:chgData name="Brie Nelson" userId="S::brie_elearningdoc.com#ext#@cisco.onmicrosoft.com::712abed6-64c6-4c4c-80f1-14676a42bb74" providerId="AD" clId="Web-{B5DF5305-BEDB-7DB7-8EE6-72607548B51D}" dt="2022-11-08T20:26:24.007" v="128" actId="20577"/>
          <ac:spMkLst>
            <pc:docMk/>
            <pc:sldMk cId="0" sldId="265"/>
            <ac:spMk id="11" creationId="{266BA6ED-C283-8897-EB93-B4A4BACB1627}"/>
          </ac:spMkLst>
        </pc:spChg>
        <pc:picChg chg="mod">
          <ac:chgData name="Brie Nelson" userId="S::brie_elearningdoc.com#ext#@cisco.onmicrosoft.com::712abed6-64c6-4c4c-80f1-14676a42bb74" providerId="AD" clId="Web-{B5DF5305-BEDB-7DB7-8EE6-72607548B51D}" dt="2022-11-08T20:24:28.159" v="107" actId="1076"/>
          <ac:picMkLst>
            <pc:docMk/>
            <pc:sldMk cId="0" sldId="265"/>
            <ac:picMk id="7" creationId="{B777CC10-BA94-442B-AAFF-0EBFE2BF92C3}"/>
          </ac:picMkLst>
        </pc:picChg>
        <pc:picChg chg="mod">
          <ac:chgData name="Brie Nelson" userId="S::brie_elearningdoc.com#ext#@cisco.onmicrosoft.com::712abed6-64c6-4c4c-80f1-14676a42bb74" providerId="AD" clId="Web-{B5DF5305-BEDB-7DB7-8EE6-72607548B51D}" dt="2022-11-08T20:24:33.159" v="108" actId="1076"/>
          <ac:picMkLst>
            <pc:docMk/>
            <pc:sldMk cId="0" sldId="265"/>
            <ac:picMk id="8" creationId="{C8BCD13E-FE88-47E9-AA21-E33081D2D358}"/>
          </ac:picMkLst>
        </pc:picChg>
        <pc:picChg chg="mod">
          <ac:chgData name="Brie Nelson" userId="S::brie_elearningdoc.com#ext#@cisco.onmicrosoft.com::712abed6-64c6-4c4c-80f1-14676a42bb74" providerId="AD" clId="Web-{B5DF5305-BEDB-7DB7-8EE6-72607548B51D}" dt="2022-11-08T20:23:52.705" v="105" actId="1076"/>
          <ac:picMkLst>
            <pc:docMk/>
            <pc:sldMk cId="0" sldId="265"/>
            <ac:picMk id="9" creationId="{97A371F7-1288-63EC-3C37-1572F27C3720}"/>
          </ac:picMkLst>
        </pc:picChg>
      </pc:sldChg>
      <pc:sldChg chg="modSp">
        <pc:chgData name="Brie Nelson" userId="S::brie_elearningdoc.com#ext#@cisco.onmicrosoft.com::712abed6-64c6-4c4c-80f1-14676a42bb74" providerId="AD" clId="Web-{B5DF5305-BEDB-7DB7-8EE6-72607548B51D}" dt="2022-11-08T20:37:56.813" v="188" actId="1076"/>
        <pc:sldMkLst>
          <pc:docMk/>
          <pc:sldMk cId="0" sldId="266"/>
        </pc:sldMkLst>
        <pc:spChg chg="mod">
          <ac:chgData name="Brie Nelson" userId="S::brie_elearningdoc.com#ext#@cisco.onmicrosoft.com::712abed6-64c6-4c4c-80f1-14676a42bb74" providerId="AD" clId="Web-{B5DF5305-BEDB-7DB7-8EE6-72607548B51D}" dt="2022-11-08T20:37:56.813" v="188" actId="1076"/>
          <ac:spMkLst>
            <pc:docMk/>
            <pc:sldMk cId="0" sldId="266"/>
            <ac:spMk id="5" creationId="{00000000-0000-0000-0000-000000000000}"/>
          </ac:spMkLst>
        </pc:spChg>
      </pc:sldChg>
      <pc:sldChg chg="modSp">
        <pc:chgData name="Brie Nelson" userId="S::brie_elearningdoc.com#ext#@cisco.onmicrosoft.com::712abed6-64c6-4c4c-80f1-14676a42bb74" providerId="AD" clId="Web-{B5DF5305-BEDB-7DB7-8EE6-72607548B51D}" dt="2022-11-08T20:41:09.272" v="190" actId="20577"/>
        <pc:sldMkLst>
          <pc:docMk/>
          <pc:sldMk cId="0" sldId="267"/>
        </pc:sldMkLst>
        <pc:spChg chg="mod">
          <ac:chgData name="Brie Nelson" userId="S::brie_elearningdoc.com#ext#@cisco.onmicrosoft.com::712abed6-64c6-4c4c-80f1-14676a42bb74" providerId="AD" clId="Web-{B5DF5305-BEDB-7DB7-8EE6-72607548B51D}" dt="2022-11-08T20:41:09.272" v="190" actId="20577"/>
          <ac:spMkLst>
            <pc:docMk/>
            <pc:sldMk cId="0" sldId="267"/>
            <ac:spMk id="5" creationId="{00000000-0000-0000-0000-000000000000}"/>
          </ac:spMkLst>
        </pc:spChg>
      </pc:sldChg>
      <pc:sldChg chg="modSp">
        <pc:chgData name="Brie Nelson" userId="S::brie_elearningdoc.com#ext#@cisco.onmicrosoft.com::712abed6-64c6-4c4c-80f1-14676a42bb74" providerId="AD" clId="Web-{B5DF5305-BEDB-7DB7-8EE6-72607548B51D}" dt="2022-11-08T20:47:40.802" v="193" actId="20577"/>
        <pc:sldMkLst>
          <pc:docMk/>
          <pc:sldMk cId="0" sldId="272"/>
        </pc:sldMkLst>
        <pc:spChg chg="mod">
          <ac:chgData name="Brie Nelson" userId="S::brie_elearningdoc.com#ext#@cisco.onmicrosoft.com::712abed6-64c6-4c4c-80f1-14676a42bb74" providerId="AD" clId="Web-{B5DF5305-BEDB-7DB7-8EE6-72607548B51D}" dt="2022-11-08T20:47:40.802" v="193" actId="20577"/>
          <ac:spMkLst>
            <pc:docMk/>
            <pc:sldMk cId="0" sldId="272"/>
            <ac:spMk id="5" creationId="{00000000-0000-0000-0000-000000000000}"/>
          </ac:spMkLst>
        </pc:spChg>
      </pc:sldChg>
      <pc:sldChg chg="modSp">
        <pc:chgData name="Brie Nelson" userId="S::brie_elearningdoc.com#ext#@cisco.onmicrosoft.com::712abed6-64c6-4c4c-80f1-14676a42bb74" providerId="AD" clId="Web-{B5DF5305-BEDB-7DB7-8EE6-72607548B51D}" dt="2022-11-08T21:06:48.905" v="212" actId="1076"/>
        <pc:sldMkLst>
          <pc:docMk/>
          <pc:sldMk cId="0" sldId="283"/>
        </pc:sldMkLst>
        <pc:spChg chg="mod">
          <ac:chgData name="Brie Nelson" userId="S::brie_elearningdoc.com#ext#@cisco.onmicrosoft.com::712abed6-64c6-4c4c-80f1-14676a42bb74" providerId="AD" clId="Web-{B5DF5305-BEDB-7DB7-8EE6-72607548B51D}" dt="2022-11-08T21:06:48.905" v="212" actId="1076"/>
          <ac:spMkLst>
            <pc:docMk/>
            <pc:sldMk cId="0" sldId="283"/>
            <ac:spMk id="5" creationId="{00000000-0000-0000-0000-000000000000}"/>
          </ac:spMkLst>
        </pc:spChg>
      </pc:sldChg>
      <pc:sldChg chg="modSp">
        <pc:chgData name="Brie Nelson" userId="S::brie_elearningdoc.com#ext#@cisco.onmicrosoft.com::712abed6-64c6-4c4c-80f1-14676a42bb74" providerId="AD" clId="Web-{B5DF5305-BEDB-7DB7-8EE6-72607548B51D}" dt="2022-11-09T02:15:57.202" v="224" actId="20577"/>
        <pc:sldMkLst>
          <pc:docMk/>
          <pc:sldMk cId="0" sldId="285"/>
        </pc:sldMkLst>
        <pc:spChg chg="mod">
          <ac:chgData name="Brie Nelson" userId="S::brie_elearningdoc.com#ext#@cisco.onmicrosoft.com::712abed6-64c6-4c4c-80f1-14676a42bb74" providerId="AD" clId="Web-{B5DF5305-BEDB-7DB7-8EE6-72607548B51D}" dt="2022-11-09T02:15:57.202" v="224" actId="20577"/>
          <ac:spMkLst>
            <pc:docMk/>
            <pc:sldMk cId="0" sldId="285"/>
            <ac:spMk id="5" creationId="{00000000-0000-0000-0000-000000000000}"/>
          </ac:spMkLst>
        </pc:spChg>
      </pc:sldChg>
      <pc:sldChg chg="modSp">
        <pc:chgData name="Brie Nelson" userId="S::brie_elearningdoc.com#ext#@cisco.onmicrosoft.com::712abed6-64c6-4c4c-80f1-14676a42bb74" providerId="AD" clId="Web-{B5DF5305-BEDB-7DB7-8EE6-72607548B51D}" dt="2022-11-09T03:16:59.537" v="263" actId="20577"/>
        <pc:sldMkLst>
          <pc:docMk/>
          <pc:sldMk cId="0" sldId="286"/>
        </pc:sldMkLst>
        <pc:spChg chg="mod">
          <ac:chgData name="Brie Nelson" userId="S::brie_elearningdoc.com#ext#@cisco.onmicrosoft.com::712abed6-64c6-4c4c-80f1-14676a42bb74" providerId="AD" clId="Web-{B5DF5305-BEDB-7DB7-8EE6-72607548B51D}" dt="2022-11-09T03:16:59.537" v="263" actId="20577"/>
          <ac:spMkLst>
            <pc:docMk/>
            <pc:sldMk cId="0" sldId="286"/>
            <ac:spMk id="5" creationId="{00000000-0000-0000-0000-000000000000}"/>
          </ac:spMkLst>
        </pc:spChg>
      </pc:sldChg>
      <pc:sldChg chg="modSp">
        <pc:chgData name="Brie Nelson" userId="S::brie_elearningdoc.com#ext#@cisco.onmicrosoft.com::712abed6-64c6-4c4c-80f1-14676a42bb74" providerId="AD" clId="Web-{B5DF5305-BEDB-7DB7-8EE6-72607548B51D}" dt="2022-11-09T02:54:51.178" v="248"/>
        <pc:sldMkLst>
          <pc:docMk/>
          <pc:sldMk cId="0" sldId="287"/>
        </pc:sldMkLst>
        <pc:spChg chg="mod">
          <ac:chgData name="Brie Nelson" userId="S::brie_elearningdoc.com#ext#@cisco.onmicrosoft.com::712abed6-64c6-4c4c-80f1-14676a42bb74" providerId="AD" clId="Web-{B5DF5305-BEDB-7DB7-8EE6-72607548B51D}" dt="2022-11-09T02:49:11.311" v="244" actId="20577"/>
          <ac:spMkLst>
            <pc:docMk/>
            <pc:sldMk cId="0" sldId="287"/>
            <ac:spMk id="5" creationId="{00000000-0000-0000-0000-000000000000}"/>
          </ac:spMkLst>
        </pc:spChg>
        <pc:graphicFrameChg chg="mod modGraphic">
          <ac:chgData name="Brie Nelson" userId="S::brie_elearningdoc.com#ext#@cisco.onmicrosoft.com::712abed6-64c6-4c4c-80f1-14676a42bb74" providerId="AD" clId="Web-{B5DF5305-BEDB-7DB7-8EE6-72607548B51D}" dt="2022-11-09T02:54:51.178" v="248"/>
          <ac:graphicFrameMkLst>
            <pc:docMk/>
            <pc:sldMk cId="0" sldId="287"/>
            <ac:graphicFrameMk id="4" creationId="{DDFD4C45-F28A-1BBF-9F8F-07FB7244494E}"/>
          </ac:graphicFrameMkLst>
        </pc:graphicFrameChg>
      </pc:sldChg>
      <pc:sldChg chg="modSp">
        <pc:chgData name="Brie Nelson" userId="S::brie_elearningdoc.com#ext#@cisco.onmicrosoft.com::712abed6-64c6-4c4c-80f1-14676a42bb74" providerId="AD" clId="Web-{B5DF5305-BEDB-7DB7-8EE6-72607548B51D}" dt="2022-11-09T03:24:40.220" v="286" actId="14100"/>
        <pc:sldMkLst>
          <pc:docMk/>
          <pc:sldMk cId="0" sldId="289"/>
        </pc:sldMkLst>
        <pc:spChg chg="mod">
          <ac:chgData name="Brie Nelson" userId="S::brie_elearningdoc.com#ext#@cisco.onmicrosoft.com::712abed6-64c6-4c4c-80f1-14676a42bb74" providerId="AD" clId="Web-{B5DF5305-BEDB-7DB7-8EE6-72607548B51D}" dt="2022-11-09T03:24:35.470" v="285" actId="20577"/>
          <ac:spMkLst>
            <pc:docMk/>
            <pc:sldMk cId="0" sldId="289"/>
            <ac:spMk id="3" creationId="{00000000-0000-0000-0000-000000000000}"/>
          </ac:spMkLst>
        </pc:spChg>
        <pc:spChg chg="mod">
          <ac:chgData name="Brie Nelson" userId="S::brie_elearningdoc.com#ext#@cisco.onmicrosoft.com::712abed6-64c6-4c4c-80f1-14676a42bb74" providerId="AD" clId="Web-{B5DF5305-BEDB-7DB7-8EE6-72607548B51D}" dt="2022-11-09T03:24:40.220" v="286" actId="14100"/>
          <ac:spMkLst>
            <pc:docMk/>
            <pc:sldMk cId="0" sldId="289"/>
            <ac:spMk id="5" creationId="{00000000-0000-0000-0000-000000000000}"/>
          </ac:spMkLst>
        </pc:spChg>
      </pc:sldChg>
      <pc:sldChg chg="modSp">
        <pc:chgData name="Brie Nelson" userId="S::brie_elearningdoc.com#ext#@cisco.onmicrosoft.com::712abed6-64c6-4c4c-80f1-14676a42bb74" providerId="AD" clId="Web-{B5DF5305-BEDB-7DB7-8EE6-72607548B51D}" dt="2022-11-09T03:37:25.505" v="302"/>
        <pc:sldMkLst>
          <pc:docMk/>
          <pc:sldMk cId="0" sldId="294"/>
        </pc:sldMkLst>
        <pc:spChg chg="mod">
          <ac:chgData name="Brie Nelson" userId="S::brie_elearningdoc.com#ext#@cisco.onmicrosoft.com::712abed6-64c6-4c4c-80f1-14676a42bb74" providerId="AD" clId="Web-{B5DF5305-BEDB-7DB7-8EE6-72607548B51D}" dt="2022-11-09T03:35:15.328" v="295" actId="1076"/>
          <ac:spMkLst>
            <pc:docMk/>
            <pc:sldMk cId="0" sldId="294"/>
            <ac:spMk id="5" creationId="{00000000-0000-0000-0000-000000000000}"/>
          </ac:spMkLst>
        </pc:spChg>
        <pc:graphicFrameChg chg="modGraphic">
          <ac:chgData name="Brie Nelson" userId="S::brie_elearningdoc.com#ext#@cisco.onmicrosoft.com::712abed6-64c6-4c4c-80f1-14676a42bb74" providerId="AD" clId="Web-{B5DF5305-BEDB-7DB7-8EE6-72607548B51D}" dt="2022-11-09T03:37:25.505" v="302"/>
          <ac:graphicFrameMkLst>
            <pc:docMk/>
            <pc:sldMk cId="0" sldId="294"/>
            <ac:graphicFrameMk id="6" creationId="{1058249E-31DD-FFC4-7B5F-97D73251296D}"/>
          </ac:graphicFrameMkLst>
        </pc:graphicFrameChg>
      </pc:sldChg>
      <pc:sldChg chg="modSp">
        <pc:chgData name="Brie Nelson" userId="S::brie_elearningdoc.com#ext#@cisco.onmicrosoft.com::712abed6-64c6-4c4c-80f1-14676a42bb74" providerId="AD" clId="Web-{B5DF5305-BEDB-7DB7-8EE6-72607548B51D}" dt="2022-11-09T03:52:49.714" v="317" actId="20577"/>
        <pc:sldMkLst>
          <pc:docMk/>
          <pc:sldMk cId="0" sldId="297"/>
        </pc:sldMkLst>
        <pc:spChg chg="mod">
          <ac:chgData name="Brie Nelson" userId="S::brie_elearningdoc.com#ext#@cisco.onmicrosoft.com::712abed6-64c6-4c4c-80f1-14676a42bb74" providerId="AD" clId="Web-{B5DF5305-BEDB-7DB7-8EE6-72607548B51D}" dt="2022-11-09T03:52:49.714" v="317" actId="20577"/>
          <ac:spMkLst>
            <pc:docMk/>
            <pc:sldMk cId="0" sldId="297"/>
            <ac:spMk id="5" creationId="{00000000-0000-0000-0000-000000000000}"/>
          </ac:spMkLst>
        </pc:spChg>
      </pc:sldChg>
      <pc:sldChg chg="modSp">
        <pc:chgData name="Brie Nelson" userId="S::brie_elearningdoc.com#ext#@cisco.onmicrosoft.com::712abed6-64c6-4c4c-80f1-14676a42bb74" providerId="AD" clId="Web-{B5DF5305-BEDB-7DB7-8EE6-72607548B51D}" dt="2022-11-08T20:06:52.028" v="2"/>
        <pc:sldMkLst>
          <pc:docMk/>
          <pc:sldMk cId="1525672446" sldId="1077"/>
        </pc:sldMkLst>
        <pc:graphicFrameChg chg="modGraphic">
          <ac:chgData name="Brie Nelson" userId="S::brie_elearningdoc.com#ext#@cisco.onmicrosoft.com::712abed6-64c6-4c4c-80f1-14676a42bb74" providerId="AD" clId="Web-{B5DF5305-BEDB-7DB7-8EE6-72607548B51D}" dt="2022-11-08T20:06:52.028" v="2"/>
          <ac:graphicFrameMkLst>
            <pc:docMk/>
            <pc:sldMk cId="1525672446" sldId="1077"/>
            <ac:graphicFrameMk id="4" creationId="{40064EF4-EE2B-342C-EA9E-699582F380FF}"/>
          </ac:graphicFrameMkLst>
        </pc:graphicFrameChg>
      </pc:sldChg>
      <pc:sldChg chg="modSp">
        <pc:chgData name="Brie Nelson" userId="S::brie_elearningdoc.com#ext#@cisco.onmicrosoft.com::712abed6-64c6-4c4c-80f1-14676a42bb74" providerId="AD" clId="Web-{B5DF5305-BEDB-7DB7-8EE6-72607548B51D}" dt="2022-11-08T20:52:02.405" v="202" actId="20577"/>
        <pc:sldMkLst>
          <pc:docMk/>
          <pc:sldMk cId="3252905662" sldId="1081"/>
        </pc:sldMkLst>
        <pc:spChg chg="mod">
          <ac:chgData name="Brie Nelson" userId="S::brie_elearningdoc.com#ext#@cisco.onmicrosoft.com::712abed6-64c6-4c4c-80f1-14676a42bb74" providerId="AD" clId="Web-{B5DF5305-BEDB-7DB7-8EE6-72607548B51D}" dt="2022-11-08T20:52:02.405" v="202" actId="20577"/>
          <ac:spMkLst>
            <pc:docMk/>
            <pc:sldMk cId="3252905662" sldId="1081"/>
            <ac:spMk id="5" creationId="{00000000-0000-0000-0000-000000000000}"/>
          </ac:spMkLst>
        </pc:spChg>
      </pc:sldChg>
      <pc:sldChg chg="modSp">
        <pc:chgData name="Brie Nelson" userId="S::brie_elearningdoc.com#ext#@cisco.onmicrosoft.com::712abed6-64c6-4c4c-80f1-14676a42bb74" providerId="AD" clId="Web-{B5DF5305-BEDB-7DB7-8EE6-72607548B51D}" dt="2022-11-09T03:48:24.302" v="308"/>
        <pc:sldMkLst>
          <pc:docMk/>
          <pc:sldMk cId="826392832" sldId="1089"/>
        </pc:sldMkLst>
        <pc:graphicFrameChg chg="mod modGraphic">
          <ac:chgData name="Brie Nelson" userId="S::brie_elearningdoc.com#ext#@cisco.onmicrosoft.com::712abed6-64c6-4c4c-80f1-14676a42bb74" providerId="AD" clId="Web-{B5DF5305-BEDB-7DB7-8EE6-72607548B51D}" dt="2022-11-09T03:48:24.302" v="308"/>
          <ac:graphicFrameMkLst>
            <pc:docMk/>
            <pc:sldMk cId="826392832" sldId="1089"/>
            <ac:graphicFrameMk id="4" creationId="{94BC45E4-E3FD-B157-EB90-FFC60455258F}"/>
          </ac:graphicFrameMkLst>
        </pc:graphicFrameChg>
      </pc:sldChg>
      <pc:sldChg chg="modSp">
        <pc:chgData name="Brie Nelson" userId="S::brie_elearningdoc.com#ext#@cisco.onmicrosoft.com::712abed6-64c6-4c4c-80f1-14676a42bb74" providerId="AD" clId="Web-{B5DF5305-BEDB-7DB7-8EE6-72607548B51D}" dt="2022-11-09T03:51:29.228" v="315" actId="20577"/>
        <pc:sldMkLst>
          <pc:docMk/>
          <pc:sldMk cId="92120793" sldId="1091"/>
        </pc:sldMkLst>
        <pc:spChg chg="mod">
          <ac:chgData name="Brie Nelson" userId="S::brie_elearningdoc.com#ext#@cisco.onmicrosoft.com::712abed6-64c6-4c4c-80f1-14676a42bb74" providerId="AD" clId="Web-{B5DF5305-BEDB-7DB7-8EE6-72607548B51D}" dt="2022-11-09T03:51:29.228" v="315" actId="20577"/>
          <ac:spMkLst>
            <pc:docMk/>
            <pc:sldMk cId="92120793" sldId="1091"/>
            <ac:spMk id="5" creationId="{00000000-0000-0000-0000-000000000000}"/>
          </ac:spMkLst>
        </pc:spChg>
      </pc:sldChg>
      <pc:sldChg chg="addSp modSp">
        <pc:chgData name="Brie Nelson" userId="S::brie_elearningdoc.com#ext#@cisco.onmicrosoft.com::712abed6-64c6-4c4c-80f1-14676a42bb74" providerId="AD" clId="Web-{B5DF5305-BEDB-7DB7-8EE6-72607548B51D}" dt="2022-11-09T04:00:53.022" v="443" actId="1076"/>
        <pc:sldMkLst>
          <pc:docMk/>
          <pc:sldMk cId="1567832863" sldId="1092"/>
        </pc:sldMkLst>
        <pc:graphicFrameChg chg="add mod modGraphic">
          <ac:chgData name="Brie Nelson" userId="S::brie_elearningdoc.com#ext#@cisco.onmicrosoft.com::712abed6-64c6-4c4c-80f1-14676a42bb74" providerId="AD" clId="Web-{B5DF5305-BEDB-7DB7-8EE6-72607548B51D}" dt="2022-11-09T04:00:53.022" v="443" actId="1076"/>
          <ac:graphicFrameMkLst>
            <pc:docMk/>
            <pc:sldMk cId="1567832863" sldId="1092"/>
            <ac:graphicFrameMk id="7" creationId="{C8DB8294-B777-DE09-0937-58B1F113ABA5}"/>
          </ac:graphicFrameMkLst>
        </pc:graphicFrameChg>
      </pc:sldChg>
      <pc:sldChg chg="modSp">
        <pc:chgData name="Brie Nelson" userId="S::brie_elearningdoc.com#ext#@cisco.onmicrosoft.com::712abed6-64c6-4c4c-80f1-14676a42bb74" providerId="AD" clId="Web-{B5DF5305-BEDB-7DB7-8EE6-72607548B51D}" dt="2022-11-09T03:45:38.439" v="306"/>
        <pc:sldMkLst>
          <pc:docMk/>
          <pc:sldMk cId="2426840431" sldId="1100"/>
        </pc:sldMkLst>
        <pc:spChg chg="mod">
          <ac:chgData name="Brie Nelson" userId="S::brie_elearningdoc.com#ext#@cisco.onmicrosoft.com::712abed6-64c6-4c4c-80f1-14676a42bb74" providerId="AD" clId="Web-{B5DF5305-BEDB-7DB7-8EE6-72607548B51D}" dt="2022-11-08T20:59:20.764" v="204" actId="20577"/>
          <ac:spMkLst>
            <pc:docMk/>
            <pc:sldMk cId="2426840431" sldId="1100"/>
            <ac:spMk id="5" creationId="{00000000-0000-0000-0000-000000000000}"/>
          </ac:spMkLst>
        </pc:spChg>
        <pc:graphicFrameChg chg="modGraphic">
          <ac:chgData name="Brie Nelson" userId="S::brie_elearningdoc.com#ext#@cisco.onmicrosoft.com::712abed6-64c6-4c4c-80f1-14676a42bb74" providerId="AD" clId="Web-{B5DF5305-BEDB-7DB7-8EE6-72607548B51D}" dt="2022-11-09T03:45:38.439" v="306"/>
          <ac:graphicFrameMkLst>
            <pc:docMk/>
            <pc:sldMk cId="2426840431" sldId="1100"/>
            <ac:graphicFrameMk id="4" creationId="{1AD3C29F-41C0-9869-D3D6-5C93E373967B}"/>
          </ac:graphicFrameMkLst>
        </pc:graphicFrame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789897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Cybersecurity Essentials 3.0
Module 10: Cybersecurity Principles, Practices, and Processes
</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10: Cybersecurity Principles, Practices, and Processes
10.1: The Three Dimensions
</a:t>
            </a:r>
            <a:endParaRPr lang="en-US">
              <a:cs typeface="Calibri"/>
            </a:endParaRP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10: Cybersecurity Principles, Practices, and Processes
10.1: The Three Dimensions
10.1.1: Avatar</a:t>
            </a:r>
          </a:p>
          <a:p>
            <a:r>
              <a:rPr lang="en-US"/>
              <a:t>10.1.2: The Cybersecurity Cube
</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Cybersecurity Principles, Practices, and Processes
10.1: The Three Dimensions
10.1.3: CIA Triad – The Principle of Confidentiality</a:t>
            </a:r>
            <a:endParaRPr lang="pt-BR" dirty="0"/>
          </a:p>
          <a:p>
            <a:r>
              <a:rPr lang="en-US" dirty="0"/>
              <a:t>10.1.4: Activity - Protecting Data Privacy</a:t>
            </a:r>
          </a:p>
          <a:p>
            <a:r>
              <a:rPr lang="en-US" dirty="0"/>
              <a:t>10.1.5: Avatar
</a:t>
            </a:r>
            <a:endParaRPr lang="en-US" dirty="0">
              <a:cs typeface="Calibri"/>
            </a:endParaRP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Cybersecurity Principles, Practices, and Processes
10.1: The Three Dimensions
10.1.6: Data Integrity
10.1.7: Activity - Availability</a:t>
            </a:r>
            <a:endParaRPr lang="pt-BR" dirty="0"/>
          </a:p>
          <a:p>
            <a:r>
              <a:rPr lang="en-US" dirty="0"/>
              <a:t>10.1.8: Avatar
</a:t>
            </a:r>
            <a:endParaRPr lang="en-US" dirty="0">
              <a:cs typeface="Calibri"/>
            </a:endParaRP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10: Cybersecurity Principles, Practices, and Processes
10.1: The Three Dimensions
10.1.9: Ensuring Availability
</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10: Cybersecurity Principles, Practices, and Processes
10.1: The Three Dimensions
10.1.9: Ensuring Availability (Cont.)
</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31865067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10: Cybersecurity Principles, Practices, and Processes
10.2: States of Data</a:t>
            </a:r>
            <a:endParaRPr lang="pt-BR"/>
          </a:p>
          <a:p>
            <a:r>
              <a:rPr lang="en-US"/>
              <a:t>
</a:t>
            </a:r>
            <a:endParaRPr lang="en-US">
              <a:cs typeface="Calibri"/>
            </a:endParaRP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10: Cybersecurity Principles, Practices, and Processes
10.2: States of Data</a:t>
            </a:r>
          </a:p>
          <a:p>
            <a:r>
              <a:rPr lang="en-US"/>
              <a:t>10.2.1: Avatar: States of Data
10.2.2: Data at Rest
</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10: Cybersecurity Principles, Practices, and Processes
10.2: States of Data
10.2.3: Challenges of Protecting Stored Data</a:t>
            </a:r>
            <a:endParaRPr lang="pt-BR"/>
          </a:p>
          <a:p>
            <a:r>
              <a:rPr lang="en-US"/>
              <a:t>10.2.4: Avatar
</a:t>
            </a:r>
            <a:endParaRPr lang="en-US">
              <a:cs typeface="Calibri"/>
            </a:endParaRP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10: Cybersecurity Principles, Practices, and Processes
10.2: States of Data
10.2.5: Methods of Transmitting Data
</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10: Cybersecurity Principles, Practices, and Processes
10.2: States of Data
10.2.5: Methods of Transmitting Data (Cont.)
</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240791015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10: Cybersecurity Principles, Practices, and Processes
10.2: States of Data
10.2.6: Challenges of Data in Transit
</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Cybersecurity Principles, Practices, and Processes
10.2: States of Data
10.2.7: Data in Process</a:t>
            </a:r>
            <a:endParaRPr lang="pt-BR" dirty="0"/>
          </a:p>
          <a:p>
            <a:r>
              <a:rPr lang="en-US" dirty="0"/>
              <a:t>10.2.8: Avatar</a:t>
            </a:r>
          </a:p>
          <a:p>
            <a:r>
              <a:rPr lang="en-US" dirty="0"/>
              <a:t>10.2.9: Activity - Oh No! A Security Breach…
</a:t>
            </a:r>
            <a:endParaRPr lang="en-US" dirty="0">
              <a:cs typeface="Calibri"/>
            </a:endParaRP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Cybersecurity Principles, Practices, and Processes
10.2: States of Data
10.2.7: Data in Process (Cont.)</a:t>
            </a:r>
            <a:endParaRPr lang="pt-BR" dirty="0"/>
          </a:p>
          <a:p>
            <a:r>
              <a:rPr lang="en-US" dirty="0"/>
              <a:t>10.2.8: Avatar</a:t>
            </a:r>
          </a:p>
          <a:p>
            <a:r>
              <a:rPr lang="en-US" dirty="0"/>
              <a:t>10.2.9: Activity - Oh No! A Security Breach…
</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10: Cybersecurity Principles, Practices, and Processes
10.3: Cybersecurity Countermeasures</a:t>
            </a:r>
            <a:endParaRPr lang="pt-BR"/>
          </a:p>
          <a:p>
            <a:r>
              <a:rPr lang="en-US"/>
              <a:t>
</a:t>
            </a:r>
            <a:endParaRPr lang="en-US">
              <a:cs typeface="Calibri"/>
            </a:endParaRP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10: Cybersecurity Principles, Practices, and Processes
10.3: Cybersecurity Countermeasures</a:t>
            </a:r>
          </a:p>
          <a:p>
            <a:r>
              <a:rPr lang="en-US"/>
              <a:t>10.3.1: Avatar
10.3.2: Hardware-Based and Software-Based Technologies
</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10: Cybersecurity Principles, Practices, and Processes
10.3: Cybersecurity Countermeasures
10.3.2: Hardware-Based and Software-Based Technologies (Cont.)
</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223852294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10: Cybersecurity Principles, Practices, and Processes
10.3: Cybersecurity Countermeasures
10.3.3: Establishing a Culture of Cybersecurity Awareness
</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10: Cybersecurity Principles, Practices, and Processes
10.3: Cybersecurity Countermeasures
10.3.3: Establishing a Culture of Cybersecurity Awareness (Cont.)
10.3.4: Avatar</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236021334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10: Cybersecurity Principles, Practices, and Processes
10.3: Cybersecurity Countermeasures
10.3.5: Policies
</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10: Cybersecurity Principles, Practices, and Processes
10.3: Cybersecurity Countermeasures
10.3.5: Policies (Cont.)
</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375085294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Cybersecurity Principles, Practices, and Processes
10.3: Cybersecurity Countermeasures
10.3.6: Standards</a:t>
            </a:r>
          </a:p>
          <a:p>
            <a:r>
              <a:rPr lang="en-US" dirty="0"/>
              <a:t>10.3.7: Activity - Apply Your Knowledge
</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Cybersecurity Principles, Practices, and Processes
10.3: Cybersecurity Countermeasures
10.3.8: Guidelines</a:t>
            </a:r>
          </a:p>
          <a:p>
            <a:r>
              <a:rPr lang="en-US" dirty="0"/>
              <a:t>10.3.9: Activity - Procedures
</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INTRO">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457200" y="1543050"/>
            <a:ext cx="6400800" cy="1828800"/>
          </a:xfrm>
          <a:prstGeom prst="rect">
            <a:avLst/>
          </a:prstGeom>
          <a:noFill/>
          <a:ln/>
        </p:spPr>
        <p:txBody>
          <a:bodyPr wrap="square" rtlCol="0"/>
          <a:lstStyle>
            <a:lvl1pPr marL="0" indent="0">
              <a:buNone/>
              <a:defRPr lang="en-US" sz="3600" dirty="0">
                <a:solidFill>
                  <a:srgbClr val="AFE8FB"/>
                </a:solidFill>
                <a:latin typeface="Arial" pitchFamily="34" charset="0"/>
                <a:ea typeface="Arial" pitchFamily="34" charset="-122"/>
                <a:cs typeface="Arial" pitchFamily="34" charset="-120"/>
              </a:defRPr>
            </a:lvl1pPr>
          </a:lstStyle>
          <a:p>
            <a:pPr marL="0" indent="0">
              <a:buNone/>
            </a:pPr>
            <a:r>
              <a:rPr lang="en-US" sz="3600">
                <a:solidFill>
                  <a:srgbClr val="AFE8FB"/>
                </a:solidFill>
                <a:latin typeface="Arial" pitchFamily="34" charset="0"/>
                <a:ea typeface="Arial" pitchFamily="34" charset="-122"/>
                <a:cs typeface="Arial" pitchFamily="34" charset="-120"/>
              </a:rPr>
              <a:t>(custom placeholder text!)</a:t>
            </a:r>
            <a:endParaRPr lang="en-US" sz="3600"/>
          </a:p>
        </p:txBody>
      </p:sp>
      <p:sp>
        <p:nvSpPr>
          <p:cNvPr id="3" name="Text 0"/>
          <p:cNvSpPr>
            <a:spLocks noGrp="1"/>
          </p:cNvSpPr>
          <p:nvPr>
            <p:ph type="body" idx="101" hasCustomPrompt="1"/>
          </p:nvPr>
        </p:nvSpPr>
        <p:spPr>
          <a:xfrm>
            <a:off x="457200" y="4114800"/>
            <a:ext cx="3657600" cy="914400"/>
          </a:xfrm>
          <a:prstGeom prst="rect">
            <a:avLst/>
          </a:prstGeom>
          <a:noFill/>
          <a:ln/>
        </p:spPr>
        <p:txBody>
          <a:bodyPr wrap="square" rtlCol="0"/>
          <a:lstStyle>
            <a:lvl1pPr marL="0" indent="0">
              <a:buNone/>
              <a:defRPr lang="en-US" sz="1200" dirty="0">
                <a:solidFill>
                  <a:srgbClr val="AFE8FB"/>
                </a:solidFill>
                <a:latin typeface="Arial" pitchFamily="34" charset="0"/>
                <a:ea typeface="Arial" pitchFamily="34" charset="-122"/>
                <a:cs typeface="Arial" pitchFamily="34" charset="-120"/>
              </a:defRPr>
            </a:lvl1pPr>
          </a:lstStyle>
          <a:p>
            <a:pPr marL="0" indent="0">
              <a:buNone/>
            </a:pPr>
            <a:r>
              <a:rPr lang="en-US" sz="1200">
                <a:solidFill>
                  <a:srgbClr val="AFE8FB"/>
                </a:solidFill>
                <a:latin typeface="Arial" pitchFamily="34" charset="0"/>
                <a:ea typeface="Arial" pitchFamily="34" charset="-122"/>
                <a:cs typeface="Arial" pitchFamily="34" charset="-120"/>
              </a:rPr>
              <a:t>(custom placeholder text!)</a:t>
            </a:r>
            <a:endParaRPr lang="en-US" sz="1200"/>
          </a:p>
        </p:txBody>
      </p:sp>
      <p:pic>
        <p:nvPicPr>
          <p:cNvPr id="4" name="Image 0" descr="C:/Users/ahungerf/git/netacad-vudu/src/pptx/assets/Cisco_logo.png"/>
          <p:cNvPicPr>
            <a:picLocks noChangeAspect="1"/>
          </p:cNvPicPr>
          <p:nvPr/>
        </p:nvPicPr>
        <p:blipFill>
          <a:blip r:embed="rId3"/>
          <a:srcRect t="-33333" b="-33333"/>
          <a:stretch/>
        </p:blipFill>
        <p:spPr>
          <a:xfrm>
            <a:off x="457200" y="257175"/>
            <a:ext cx="914400" cy="91440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INTRO_AL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457200" y="1543050"/>
            <a:ext cx="6400800" cy="2571750"/>
          </a:xfrm>
          <a:prstGeom prst="rect">
            <a:avLst/>
          </a:prstGeom>
          <a:noFill/>
          <a:ln/>
        </p:spPr>
        <p:txBody>
          <a:bodyPr wrap="square" rtlCol="0"/>
          <a:lstStyle>
            <a:lvl1pPr marL="0" indent="0">
              <a:buNone/>
              <a:defRPr lang="en-US" sz="4200" dirty="0">
                <a:solidFill>
                  <a:srgbClr val="AFE8FB"/>
                </a:solidFill>
                <a:latin typeface="Arial" pitchFamily="34" charset="0"/>
                <a:ea typeface="Arial" pitchFamily="34" charset="-122"/>
                <a:cs typeface="Arial" pitchFamily="34" charset="-120"/>
              </a:defRPr>
            </a:lvl1pPr>
          </a:lstStyle>
          <a:p>
            <a:pPr marL="0" indent="0">
              <a:buNone/>
            </a:pPr>
            <a:r>
              <a:rPr lang="en-US" sz="4200">
                <a:solidFill>
                  <a:srgbClr val="AFE8FB"/>
                </a:solidFill>
                <a:latin typeface="Arial" pitchFamily="34" charset="0"/>
                <a:ea typeface="Arial" pitchFamily="34" charset="-122"/>
                <a:cs typeface="Arial" pitchFamily="34" charset="-120"/>
              </a:rPr>
              <a:t>(custom placeholder text!)</a:t>
            </a:r>
            <a:endParaRPr lang="en-US" sz="4200"/>
          </a:p>
        </p:txBody>
      </p:sp>
      <p:sp>
        <p:nvSpPr>
          <p:cNvPr id="3" name="Text 0"/>
          <p:cNvSpPr>
            <a:spLocks noGrp="1"/>
          </p:cNvSpPr>
          <p:nvPr>
            <p:ph type="body" idx="101" hasCustomPrompt="1"/>
          </p:nvPr>
        </p:nvSpPr>
        <p:spPr>
          <a:xfrm>
            <a:off x="457200" y="4114800"/>
            <a:ext cx="3657600" cy="914400"/>
          </a:xfrm>
          <a:prstGeom prst="rect">
            <a:avLst/>
          </a:prstGeom>
          <a:noFill/>
          <a:ln/>
        </p:spPr>
        <p:txBody>
          <a:bodyPr wrap="square" rtlCol="0"/>
          <a:lstStyle>
            <a:lvl1pPr marL="0" indent="0">
              <a:buNone/>
              <a:defRPr lang="en-US" sz="1200" dirty="0">
                <a:solidFill>
                  <a:srgbClr val="AFE8FB"/>
                </a:solidFill>
                <a:latin typeface="Arial" pitchFamily="34" charset="0"/>
                <a:ea typeface="Arial" pitchFamily="34" charset="-122"/>
                <a:cs typeface="Arial" pitchFamily="34" charset="-120"/>
              </a:defRPr>
            </a:lvl1pPr>
          </a:lstStyle>
          <a:p>
            <a:pPr marL="0" indent="0">
              <a:buNone/>
            </a:pPr>
            <a:r>
              <a:rPr lang="en-US" sz="1200">
                <a:solidFill>
                  <a:srgbClr val="AFE8FB"/>
                </a:solidFill>
                <a:latin typeface="Arial" pitchFamily="34" charset="0"/>
                <a:ea typeface="Arial" pitchFamily="34" charset="-122"/>
                <a:cs typeface="Arial" pitchFamily="34" charset="-120"/>
              </a:rPr>
              <a:t>(custom placeholder text!)</a:t>
            </a:r>
            <a:endParaRPr lang="en-US" sz="1200"/>
          </a:p>
        </p:txBody>
      </p:sp>
      <p:pic>
        <p:nvPicPr>
          <p:cNvPr id="4" name="Image 0" descr="C:/Users/ahungerf/git/netacad-vudu/src/pptx/assets/Cisco_logo.png"/>
          <p:cNvPicPr>
            <a:picLocks noChangeAspect="1"/>
          </p:cNvPicPr>
          <p:nvPr/>
        </p:nvPicPr>
        <p:blipFill>
          <a:blip r:embed="rId3"/>
          <a:srcRect t="-33333" b="-33333"/>
          <a:stretch/>
        </p:blipFill>
        <p:spPr>
          <a:xfrm>
            <a:off x="457200" y="257175"/>
            <a:ext cx="914400" cy="91440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INST_INTRO">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0" y="0"/>
            <a:ext cx="9144000" cy="274320"/>
          </a:xfrm>
          <a:prstGeom prst="rect">
            <a:avLst/>
          </a:prstGeom>
          <a:noFill/>
          <a:ln/>
        </p:spPr>
        <p:txBody>
          <a:bodyPr wrap="square" rtlCol="0"/>
          <a:lstStyle>
            <a:lvl1pPr marL="0" indent="0">
              <a:buNone/>
              <a:defRPr lang="en-US" sz="1600" dirty="0">
                <a:solidFill>
                  <a:srgbClr val="024C69"/>
                </a:solidFill>
                <a:latin typeface="Arial" pitchFamily="34" charset="0"/>
                <a:ea typeface="Arial" pitchFamily="34" charset="-122"/>
                <a:cs typeface="Arial" pitchFamily="34" charset="-120"/>
              </a:defRPr>
            </a:lvl1pPr>
          </a:lstStyle>
          <a:p>
            <a:pPr marL="0" indent="0">
              <a:buNone/>
            </a:pPr>
            <a:r>
              <a:rPr lang="en-US" sz="1600">
                <a:solidFill>
                  <a:srgbClr val="024C69"/>
                </a:solidFill>
                <a:latin typeface="Arial" pitchFamily="34" charset="0"/>
                <a:ea typeface="Arial" pitchFamily="34" charset="-122"/>
                <a:cs typeface="Arial" pitchFamily="34" charset="-120"/>
              </a:rPr>
              <a:t>(custom placeholder text!)</a:t>
            </a:r>
            <a:endParaRPr lang="en-US" sz="1600"/>
          </a:p>
        </p:txBody>
      </p:sp>
      <p:sp>
        <p:nvSpPr>
          <p:cNvPr id="3" name="Text 0"/>
          <p:cNvSpPr/>
          <p:nvPr/>
        </p:nvSpPr>
        <p:spPr>
          <a:xfrm>
            <a:off x="914400" y="4629150"/>
            <a:ext cx="7772400" cy="228600"/>
          </a:xfrm>
          <a:prstGeom prst="rect">
            <a:avLst/>
          </a:prstGeom>
          <a:noFill/>
          <a:ln/>
        </p:spPr>
        <p:txBody>
          <a:bodyPr wrap="square" rtlCol="0" anchor="t">
            <a:normAutofit/>
          </a:bodyPr>
          <a:lstStyle/>
          <a:p>
            <a:pPr algn="r"/>
            <a:r>
              <a:rPr lang="en-US" sz="600">
                <a:solidFill>
                  <a:srgbClr val="D9D9D9"/>
                </a:solidFill>
              </a:rPr>
              <a:t>© 2020  Cisco and/or its affiliates. All rights reserved.   Cisco Confidential</a:t>
            </a:r>
            <a:endParaRPr lang="en-US" sz="600"/>
          </a:p>
        </p:txBody>
      </p:sp>
      <p:pic>
        <p:nvPicPr>
          <p:cNvPr id="4" name="Image 0" descr="C:/Users/ahungerf/git/netacad-vudu/src/pptx/assets/Cisco_logo_sm.png"/>
          <p:cNvPicPr>
            <a:picLocks noChangeAspect="1"/>
          </p:cNvPicPr>
          <p:nvPr/>
        </p:nvPicPr>
        <p:blipFill>
          <a:blip r:embed="rId2"/>
          <a:stretch>
            <a:fillRect/>
          </a:stretch>
        </p:blipFill>
        <p:spPr>
          <a:xfrm>
            <a:off x="457200" y="4629150"/>
            <a:ext cx="365760" cy="182880"/>
          </a:xfrm>
          <a:prstGeom prst="rect">
            <a:avLst/>
          </a:prstGeom>
        </p:spPr>
      </p:pic>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nchor="t"/>
          <a:lstStyle>
            <a:lvl1pPr>
              <a:defRPr sz="600">
                <a:solidFill>
                  <a:srgbClr val="D9D9D9"/>
                </a:solidFill>
              </a:defRPr>
            </a:lvl1pPr>
          </a:lstStyle>
          <a:p>
            <a:pPr algn="r"/>
            <a:fld id="{F7021451-1387-4CA6-816F-3879F97B5CBC}" type="slidenum">
              <a:rPr lang="en-US" b="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BLOCK">
    <p:bg>
      <p:bgPr>
        <a:solidFill>
          <a:srgbClr val="00394F"/>
        </a:solid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457200" y="2057400"/>
            <a:ext cx="8229600" cy="914400"/>
          </a:xfrm>
          <a:prstGeom prst="rect">
            <a:avLst/>
          </a:prstGeom>
          <a:noFill/>
          <a:ln/>
        </p:spPr>
        <p:txBody>
          <a:bodyPr wrap="square" rtlCol="0"/>
          <a:lstStyle>
            <a:lvl1pPr marL="0" indent="0">
              <a:buNone/>
              <a:defRPr lang="en-US" sz="4600" dirty="0">
                <a:solidFill>
                  <a:srgbClr val="B1E8FA"/>
                </a:solidFill>
                <a:latin typeface="Arial" pitchFamily="34" charset="0"/>
                <a:ea typeface="Arial" pitchFamily="34" charset="-122"/>
                <a:cs typeface="Arial" pitchFamily="34" charset="-120"/>
              </a:defRPr>
            </a:lvl1pPr>
          </a:lstStyle>
          <a:p>
            <a:pPr marL="0" indent="0">
              <a:buNone/>
            </a:pPr>
            <a:r>
              <a:rPr lang="en-US" sz="4600">
                <a:solidFill>
                  <a:srgbClr val="B1E8FA"/>
                </a:solidFill>
                <a:latin typeface="Arial" pitchFamily="34" charset="0"/>
                <a:ea typeface="Arial" pitchFamily="34" charset="-122"/>
                <a:cs typeface="Arial" pitchFamily="34" charset="-120"/>
              </a:rPr>
              <a:t>(custom placeholder text!)</a:t>
            </a:r>
            <a:endParaRPr lang="en-US" sz="4600"/>
          </a:p>
        </p:txBody>
      </p:sp>
      <p:sp>
        <p:nvSpPr>
          <p:cNvPr id="3" name="Text 0"/>
          <p:cNvSpPr/>
          <p:nvPr/>
        </p:nvSpPr>
        <p:spPr>
          <a:xfrm>
            <a:off x="914400" y="4629150"/>
            <a:ext cx="7772400" cy="228600"/>
          </a:xfrm>
          <a:prstGeom prst="rect">
            <a:avLst/>
          </a:prstGeom>
          <a:noFill/>
          <a:ln/>
        </p:spPr>
        <p:txBody>
          <a:bodyPr wrap="square" rtlCol="0" anchor="t">
            <a:normAutofit/>
          </a:bodyPr>
          <a:lstStyle/>
          <a:p>
            <a:pPr algn="r"/>
            <a:r>
              <a:rPr lang="en-US" sz="600">
                <a:solidFill>
                  <a:srgbClr val="D9D9D9"/>
                </a:solidFill>
              </a:rPr>
              <a:t>© 2020  Cisco and/or its affiliates. All rights reserved.   Cisco Confidential</a:t>
            </a:r>
            <a:endParaRPr lang="en-US" sz="600"/>
          </a:p>
        </p:txBody>
      </p:sp>
      <p:pic>
        <p:nvPicPr>
          <p:cNvPr id="4" name="Image 0" descr="C:/Users/ahungerf/git/netacad-vudu/src/pptx/assets/Cisco_logo_sm.png"/>
          <p:cNvPicPr>
            <a:picLocks noChangeAspect="1"/>
          </p:cNvPicPr>
          <p:nvPr/>
        </p:nvPicPr>
        <p:blipFill>
          <a:blip r:embed="rId2"/>
          <a:srcRect t="-16667" b="-16667"/>
          <a:stretch/>
        </p:blipFill>
        <p:spPr>
          <a:xfrm>
            <a:off x="457200" y="4629150"/>
            <a:ext cx="365760" cy="365760"/>
          </a:xfrm>
          <a:prstGeom prst="rect">
            <a:avLst/>
          </a:prstGeom>
        </p:spPr>
      </p:pic>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nchor="t"/>
          <a:lstStyle>
            <a:lvl1pPr>
              <a:defRPr sz="600">
                <a:solidFill>
                  <a:srgbClr val="D9D9D9"/>
                </a:solidFill>
              </a:defRPr>
            </a:lvl1pPr>
          </a:lstStyle>
          <a:p>
            <a:pPr algn="r"/>
            <a:fld id="{F7021451-1387-4CA6-816F-3879F97B5CBC}" type="slidenum">
              <a:rPr lang="en-US" b="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CHUNK">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0" y="274320"/>
            <a:ext cx="9144000" cy="914400"/>
          </a:xfrm>
          <a:prstGeom prst="rect">
            <a:avLst/>
          </a:prstGeom>
          <a:noFill/>
          <a:ln/>
        </p:spPr>
        <p:txBody>
          <a:bodyPr wrap="square" rtlCol="0"/>
          <a:lstStyle>
            <a:lvl1pPr marL="0" indent="0">
              <a:buNone/>
              <a:defRPr lang="en-US" sz="2200" dirty="0">
                <a:solidFill>
                  <a:srgbClr val="024C69"/>
                </a:solidFill>
                <a:latin typeface="Arial" pitchFamily="34" charset="0"/>
                <a:ea typeface="Arial" pitchFamily="34" charset="-122"/>
                <a:cs typeface="Arial" pitchFamily="34" charset="-120"/>
              </a:defRPr>
            </a:lvl1pPr>
          </a:lstStyle>
          <a:p>
            <a:pPr marL="0" indent="0">
              <a:buNone/>
            </a:pPr>
            <a:r>
              <a:rPr lang="en-US" sz="2200">
                <a:solidFill>
                  <a:srgbClr val="024C69"/>
                </a:solidFill>
                <a:latin typeface="Arial" pitchFamily="34" charset="0"/>
                <a:ea typeface="Arial" pitchFamily="34" charset="-122"/>
                <a:cs typeface="Arial" pitchFamily="34" charset="-120"/>
              </a:rPr>
              <a:t>(custom placeholder text!)</a:t>
            </a:r>
            <a:endParaRPr lang="en-US" sz="2200"/>
          </a:p>
        </p:txBody>
      </p:sp>
      <p:sp>
        <p:nvSpPr>
          <p:cNvPr id="3" name="Text 0"/>
          <p:cNvSpPr>
            <a:spLocks noGrp="1"/>
          </p:cNvSpPr>
          <p:nvPr>
            <p:ph type="body" idx="101" hasCustomPrompt="1"/>
          </p:nvPr>
        </p:nvSpPr>
        <p:spPr>
          <a:xfrm>
            <a:off x="0" y="0"/>
            <a:ext cx="9144000" cy="274320"/>
          </a:xfrm>
          <a:prstGeom prst="rect">
            <a:avLst/>
          </a:prstGeom>
          <a:noFill/>
          <a:ln/>
        </p:spPr>
        <p:txBody>
          <a:bodyPr wrap="square" rtlCol="0"/>
          <a:lstStyle>
            <a:lvl1pPr marL="0" indent="0">
              <a:buNone/>
              <a:defRPr lang="en-US" sz="1600" dirty="0">
                <a:solidFill>
                  <a:srgbClr val="024C69"/>
                </a:solidFill>
                <a:latin typeface="Arial" pitchFamily="34" charset="0"/>
                <a:ea typeface="Arial" pitchFamily="34" charset="-122"/>
                <a:cs typeface="Arial" pitchFamily="34" charset="-120"/>
              </a:defRPr>
            </a:lvl1pPr>
          </a:lstStyle>
          <a:p>
            <a:pPr marL="0" indent="0">
              <a:buNone/>
            </a:pPr>
            <a:r>
              <a:rPr lang="en-US" sz="1600">
                <a:solidFill>
                  <a:srgbClr val="024C69"/>
                </a:solidFill>
                <a:latin typeface="Arial" pitchFamily="34" charset="0"/>
                <a:ea typeface="Arial" pitchFamily="34" charset="-122"/>
                <a:cs typeface="Arial" pitchFamily="34" charset="-120"/>
              </a:rPr>
              <a:t>(custom placeholder text!)</a:t>
            </a:r>
            <a:endParaRPr lang="en-US" sz="1600"/>
          </a:p>
        </p:txBody>
      </p:sp>
      <p:sp>
        <p:nvSpPr>
          <p:cNvPr id="4" name="Text 0"/>
          <p:cNvSpPr/>
          <p:nvPr/>
        </p:nvSpPr>
        <p:spPr>
          <a:xfrm>
            <a:off x="914400" y="4629150"/>
            <a:ext cx="7772400" cy="228600"/>
          </a:xfrm>
          <a:prstGeom prst="rect">
            <a:avLst/>
          </a:prstGeom>
          <a:noFill/>
          <a:ln/>
        </p:spPr>
        <p:txBody>
          <a:bodyPr wrap="square" rtlCol="0" anchor="t">
            <a:normAutofit/>
          </a:bodyPr>
          <a:lstStyle/>
          <a:p>
            <a:pPr algn="r"/>
            <a:r>
              <a:rPr lang="en-US" sz="600">
                <a:solidFill>
                  <a:srgbClr val="D9D9D9"/>
                </a:solidFill>
              </a:rPr>
              <a:t>© 2020  Cisco and/or its affiliates. All rights reserved.   Cisco Confidential</a:t>
            </a:r>
            <a:endParaRPr lang="en-US" sz="600"/>
          </a:p>
        </p:txBody>
      </p:sp>
      <p:pic>
        <p:nvPicPr>
          <p:cNvPr id="5" name="Image 0" descr="C:/Users/ahungerf/git/netacad-vudu/src/pptx/assets/Cisco_logo_sm.png"/>
          <p:cNvPicPr>
            <a:picLocks noChangeAspect="1"/>
          </p:cNvPicPr>
          <p:nvPr/>
        </p:nvPicPr>
        <p:blipFill>
          <a:blip r:embed="rId2"/>
          <a:stretch>
            <a:fillRect/>
          </a:stretch>
        </p:blipFill>
        <p:spPr>
          <a:xfrm>
            <a:off x="457200" y="4629150"/>
            <a:ext cx="365760" cy="182880"/>
          </a:xfrm>
          <a:prstGeom prst="rect">
            <a:avLst/>
          </a:prstGeom>
        </p:spPr>
      </p:pic>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nchor="t"/>
          <a:lstStyle>
            <a:lvl1pPr>
              <a:defRPr sz="600">
                <a:solidFill>
                  <a:srgbClr val="D9D9D9"/>
                </a:solidFill>
              </a:defRPr>
            </a:lvl1pPr>
          </a:lstStyle>
          <a:p>
            <a:pPr algn="r"/>
            <a:fld id="{F7021451-1387-4CA6-816F-3879F97B5CBC}" type="slidenum">
              <a:rPr lang="en-US" b="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3_Title Slide-animated gradient">
    <p:bg>
      <p:bgPr>
        <a:solidFill>
          <a:schemeClr val="accent5"/>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2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3086725553"/>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5_Title Slide-animated gradient">
    <p:bg>
      <p:bgPr>
        <a:solidFill>
          <a:schemeClr val="accent5"/>
        </a:solidFill>
        <a:effectLst/>
      </p:bgPr>
    </p:bg>
    <p:spTree>
      <p:nvGrpSpPr>
        <p:cNvPr id="1" name=""/>
        <p:cNvGrpSpPr/>
        <p:nvPr/>
      </p:nvGrpSpPr>
      <p:grpSpPr>
        <a:xfrm>
          <a:off x="0" y="0"/>
          <a:ext cx="0" cy="0"/>
          <a:chOff x="0" y="0"/>
          <a:chExt cx="0" cy="0"/>
        </a:xfrm>
      </p:grpSpPr>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1"/>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rgbClr val="004C69"/>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accent1"/>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chemeClr val="accent1"/>
                </a:solidFill>
                <a:latin typeface="+mj-lt"/>
                <a:cs typeface="CiscoSans Thin"/>
              </a:defRPr>
            </a:lvl1pPr>
          </a:lstStyle>
          <a:p>
            <a:r>
              <a:rPr lang="en-US"/>
              <a:t>Click to edit Master title style</a:t>
            </a:r>
          </a:p>
        </p:txBody>
      </p:sp>
    </p:spTree>
    <p:extLst>
      <p:ext uri="{BB962C8B-B14F-4D97-AF65-F5344CB8AC3E}">
        <p14:creationId xmlns:p14="http://schemas.microsoft.com/office/powerpoint/2010/main" val="3653042546"/>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6_Title Slide-animated gradient">
    <p:bg>
      <p:bgPr>
        <a:solidFill>
          <a:schemeClr val="accent5"/>
        </a:solidFill>
        <a:effectLst/>
      </p:bgPr>
    </p:bg>
    <p:spTree>
      <p:nvGrpSpPr>
        <p:cNvPr id="1" name=""/>
        <p:cNvGrpSpPr/>
        <p:nvPr/>
      </p:nvGrpSpPr>
      <p:grpSpPr>
        <a:xfrm>
          <a:off x="0" y="0"/>
          <a:ext cx="0" cy="0"/>
          <a:chOff x="0" y="0"/>
          <a:chExt cx="0" cy="0"/>
        </a:xfrm>
      </p:grpSpPr>
      <p:sp>
        <p:nvSpPr>
          <p:cNvPr id="2" name="Rectangle 1"/>
          <p:cNvSpPr/>
          <p:nvPr userDrawn="1"/>
        </p:nvSpPr>
        <p:spPr>
          <a:xfrm>
            <a:off x="0" y="0"/>
            <a:ext cx="9144000" cy="514350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p>
        </p:txBody>
      </p:sp>
    </p:spTree>
    <p:extLst>
      <p:ext uri="{BB962C8B-B14F-4D97-AF65-F5344CB8AC3E}">
        <p14:creationId xmlns:p14="http://schemas.microsoft.com/office/powerpoint/2010/main" val="1974617842"/>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3_Segue">
    <p:bg>
      <p:bgPr>
        <a:solidFill>
          <a:schemeClr val="bg1"/>
        </a:solidFill>
        <a:effectLst/>
      </p:bgPr>
    </p:bg>
    <p:spTree>
      <p:nvGrpSpPr>
        <p:cNvPr id="1" name=""/>
        <p:cNvGrpSpPr/>
        <p:nvPr/>
      </p:nvGrpSpPr>
      <p:grpSpPr>
        <a:xfrm>
          <a:off x="0" y="0"/>
          <a:ext cx="0" cy="0"/>
          <a:chOff x="0" y="0"/>
          <a:chExt cx="0" cy="0"/>
        </a:xfrm>
      </p:grpSpPr>
      <p:sp>
        <p:nvSpPr>
          <p:cNvPr id="7" name="Rectangle 6"/>
          <p:cNvSpPr/>
          <p:nvPr userDrawn="1"/>
        </p:nvSpPr>
        <p:spPr>
          <a:xfrm>
            <a:off x="0" y="0"/>
            <a:ext cx="9144000" cy="5143499"/>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1"/>
          <p:cNvSpPr>
            <a:spLocks noGrp="1"/>
          </p:cNvSpPr>
          <p:nvPr>
            <p:ph type="ctrTitle"/>
          </p:nvPr>
        </p:nvSpPr>
        <p:spPr>
          <a:xfrm>
            <a:off x="416425" y="915409"/>
            <a:ext cx="7598042" cy="2569946"/>
          </a:xfrm>
          <a:prstGeom prst="rect">
            <a:avLst/>
          </a:prstGeom>
        </p:spPr>
        <p:txBody>
          <a:bodyPr anchor="b">
            <a:noAutofit/>
          </a:bodyPr>
          <a:lstStyle>
            <a:lvl1pPr marL="0" indent="0" algn="l">
              <a:lnSpc>
                <a:spcPct val="90000"/>
              </a:lnSpc>
              <a:buFont typeface="Arial" panose="020B0604020202020204" pitchFamily="34" charset="0"/>
              <a:buNone/>
              <a:defRPr sz="4600" b="0" i="0" spc="0" baseline="0">
                <a:solidFill>
                  <a:schemeClr val="accent5"/>
                </a:solidFill>
                <a:latin typeface="+mj-lt"/>
                <a:cs typeface="CiscoSans Thin"/>
              </a:defRPr>
            </a:lvl1pPr>
          </a:lstStyle>
          <a:p>
            <a:r>
              <a:rPr lang="en-US"/>
              <a:t>Click to edit Master title style</a:t>
            </a:r>
          </a:p>
        </p:txBody>
      </p:sp>
      <p:sp>
        <p:nvSpPr>
          <p:cNvPr id="8" name="Rectangle 7"/>
          <p:cNvSpPr>
            <a:spLocks noChangeArrowheads="1"/>
          </p:cNvSpPr>
          <p:nvPr userDrawn="1"/>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5">
                    <a:lumMod val="50000"/>
                  </a:schemeClr>
                </a:solidFill>
                <a:latin typeface="+mn-lt"/>
                <a:ea typeface="+mn-ea"/>
                <a:cs typeface="CiscoSans Thin"/>
              </a:rPr>
              <a:pPr algn="r" defTabSz="610744" fontAlgn="auto">
                <a:spcBef>
                  <a:spcPts val="0"/>
                </a:spcBef>
                <a:spcAft>
                  <a:spcPts val="0"/>
                </a:spcAft>
                <a:defRPr/>
              </a:pPr>
              <a:t>‹#›</a:t>
            </a:fld>
            <a:endParaRPr lang="en-US" sz="600">
              <a:solidFill>
                <a:schemeClr val="accent5">
                  <a:lumMod val="50000"/>
                </a:schemeClr>
              </a:solidFill>
              <a:latin typeface="+mn-lt"/>
              <a:ea typeface="+mn-ea"/>
              <a:cs typeface="CiscoSans Thin"/>
            </a:endParaRPr>
          </a:p>
        </p:txBody>
      </p:sp>
      <p:sp>
        <p:nvSpPr>
          <p:cNvPr id="9" name="Rectangle 4"/>
          <p:cNvSpPr>
            <a:spLocks noChangeArrowheads="1"/>
          </p:cNvSpPr>
          <p:nvPr userDrawn="1"/>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a:solidFill>
                  <a:schemeClr val="accent5">
                    <a:lumMod val="50000"/>
                  </a:schemeClr>
                </a:solidFill>
                <a:latin typeface="+mn-lt"/>
                <a:ea typeface="+mn-ea"/>
                <a:cs typeface="CiscoSans Thin"/>
              </a:rPr>
              <a:t>© 2016  Cisco and/or its affiliates. All rights reserved.   Cisco Confidential</a:t>
            </a:r>
          </a:p>
        </p:txBody>
      </p:sp>
      <p:grpSp>
        <p:nvGrpSpPr>
          <p:cNvPr id="11" name="Group 4"/>
          <p:cNvGrpSpPr>
            <a:grpSpLocks noChangeAspect="1"/>
          </p:cNvGrpSpPr>
          <p:nvPr userDrawn="1"/>
        </p:nvGrpSpPr>
        <p:grpSpPr bwMode="auto">
          <a:xfrm>
            <a:off x="508039" y="4715197"/>
            <a:ext cx="340257" cy="180974"/>
            <a:chOff x="310" y="249"/>
            <a:chExt cx="502" cy="267"/>
          </a:xfrm>
          <a:solidFill>
            <a:srgbClr val="086D8E"/>
          </a:solidFill>
        </p:grpSpPr>
        <p:sp>
          <p:nvSpPr>
            <p:cNvPr id="12"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4"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1890854121"/>
      </p:ext>
    </p:extLst>
  </p:cSld>
  <p:clrMapOvr>
    <a:masterClrMapping/>
  </p:clrMapOvr>
  <p:transition spd="slow">
    <p:wip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Multi_Slide">
    <p:spTree>
      <p:nvGrpSpPr>
        <p:cNvPr id="1" name=""/>
        <p:cNvGrpSpPr/>
        <p:nvPr/>
      </p:nvGrpSpPr>
      <p:grpSpPr>
        <a:xfrm>
          <a:off x="0" y="0"/>
          <a:ext cx="0" cy="0"/>
          <a:chOff x="0" y="0"/>
          <a:chExt cx="0" cy="0"/>
        </a:xfrm>
      </p:grpSpPr>
      <p:sp>
        <p:nvSpPr>
          <p:cNvPr id="5" name="Content Placeholder 2"/>
          <p:cNvSpPr>
            <a:spLocks noGrp="1"/>
          </p:cNvSpPr>
          <p:nvPr>
            <p:ph idx="1"/>
          </p:nvPr>
        </p:nvSpPr>
        <p:spPr>
          <a:xfrm>
            <a:off x="474662" y="1347788"/>
            <a:ext cx="8280057" cy="3073946"/>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sz="2000" b="0" i="0" baseline="0">
                <a:solidFill>
                  <a:schemeClr val="bg1"/>
                </a:solidFill>
                <a:latin typeface="+mn-lt"/>
                <a:cs typeface="CiscoSans ExtraLight"/>
              </a:defRPr>
            </a:lvl1pPr>
          </a:lstStyle>
          <a:p>
            <a:pPr lvl="0"/>
            <a:r>
              <a:rPr lang="en-US"/>
              <a:t>Click to edit Master text styles</a:t>
            </a:r>
          </a:p>
        </p:txBody>
      </p:sp>
      <p:sp>
        <p:nvSpPr>
          <p:cNvPr id="4" name="Title Placeholder 5"/>
          <p:cNvSpPr>
            <a:spLocks noGrp="1"/>
          </p:cNvSpPr>
          <p:nvPr>
            <p:ph type="title"/>
          </p:nvPr>
        </p:nvSpPr>
        <p:spPr bwMode="auto">
          <a:xfrm>
            <a:off x="437766"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rgbClr val="004C69"/>
                </a:solidFill>
              </a:defRPr>
            </a:lvl1pPr>
          </a:lstStyle>
          <a:p>
            <a:pPr lvl="0"/>
            <a:r>
              <a:rPr lang="en-US"/>
              <a:t>Click to edit Master title style</a:t>
            </a:r>
            <a:endParaRPr lang="en-GB"/>
          </a:p>
        </p:txBody>
      </p:sp>
    </p:spTree>
    <p:extLst>
      <p:ext uri="{BB962C8B-B14F-4D97-AF65-F5344CB8AC3E}">
        <p14:creationId xmlns:p14="http://schemas.microsoft.com/office/powerpoint/2010/main" val="542967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4222912136"/>
      </p:ext>
    </p:extLst>
  </p:cSld>
  <p:clrMapOvr>
    <a:overrideClrMapping bg1="lt1" tx1="dk1" bg2="lt2" tx2="dk2" accent1="accent1" accent2="accent2" accent3="accent3" accent4="accent4" accent5="accent5" accent6="accent6" hlink="hlink" folHlink="folHlink"/>
  </p:clrMapOvr>
  <p:transition spd="med">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2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p>
        </p:txBody>
      </p:sp>
      <p:sp>
        <p:nvSpPr>
          <p:cNvPr id="12" name="Oval 11"/>
          <p:cNvSpPr/>
          <p:nvPr/>
        </p:nvSpPr>
        <p:spPr>
          <a:xfrm>
            <a:off x="575610" y="2552550"/>
            <a:ext cx="698624" cy="698624"/>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a:solidFill>
                <a:srgbClr val="FFFFFF"/>
              </a:solidFill>
              <a:cs typeface="Arial"/>
            </a:endParaRPr>
          </a:p>
        </p:txBody>
      </p:sp>
      <p:sp>
        <p:nvSpPr>
          <p:cNvPr id="15" name="Oval 14"/>
          <p:cNvSpPr/>
          <p:nvPr/>
        </p:nvSpPr>
        <p:spPr>
          <a:xfrm>
            <a:off x="575610" y="1426607"/>
            <a:ext cx="698624" cy="698624"/>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a:ln>
                <a:solidFill>
                  <a:schemeClr val="bg2"/>
                </a:solidFill>
              </a:ln>
              <a:solidFill>
                <a:schemeClr val="bg1"/>
              </a:solidFill>
              <a:cs typeface="Arial"/>
            </a:endParaRPr>
          </a:p>
        </p:txBody>
      </p:sp>
      <p:sp>
        <p:nvSpPr>
          <p:cNvPr id="22" name="Oval 21"/>
          <p:cNvSpPr/>
          <p:nvPr/>
        </p:nvSpPr>
        <p:spPr>
          <a:xfrm>
            <a:off x="575610" y="3653093"/>
            <a:ext cx="698624" cy="698624"/>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a:solidFill>
                <a:srgbClr val="049FD9"/>
              </a:solidFill>
              <a:cs typeface="Arial"/>
            </a:endParaRPr>
          </a:p>
        </p:txBody>
      </p:sp>
      <p:sp>
        <p:nvSpPr>
          <p:cNvPr id="24" name="Text Placeholder 17"/>
          <p:cNvSpPr>
            <a:spLocks noGrp="1"/>
          </p:cNvSpPr>
          <p:nvPr>
            <p:ph type="body" sz="quarter" idx="13"/>
          </p:nvPr>
        </p:nvSpPr>
        <p:spPr>
          <a:xfrm>
            <a:off x="1365250" y="1432522"/>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365250" y="25577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365250" y="36530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8" name="Text Placeholder 17"/>
          <p:cNvSpPr>
            <a:spLocks noGrp="1"/>
          </p:cNvSpPr>
          <p:nvPr>
            <p:ph type="body" sz="quarter" idx="17" hasCustomPrompt="1"/>
          </p:nvPr>
        </p:nvSpPr>
        <p:spPr>
          <a:xfrm>
            <a:off x="575610" y="2552550"/>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2</a:t>
            </a:r>
          </a:p>
        </p:txBody>
      </p:sp>
      <p:sp>
        <p:nvSpPr>
          <p:cNvPr id="29" name="Text Placeholder 17"/>
          <p:cNvSpPr>
            <a:spLocks noGrp="1"/>
          </p:cNvSpPr>
          <p:nvPr>
            <p:ph type="body" sz="quarter" idx="18" hasCustomPrompt="1"/>
          </p:nvPr>
        </p:nvSpPr>
        <p:spPr>
          <a:xfrm>
            <a:off x="575611" y="3651140"/>
            <a:ext cx="698624" cy="693381"/>
          </a:xfrm>
          <a:prstGeom prst="rect">
            <a:avLst/>
          </a:prstGeom>
          <a:ln>
            <a:noFill/>
          </a:ln>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3</a:t>
            </a:r>
          </a:p>
        </p:txBody>
      </p:sp>
      <p:sp>
        <p:nvSpPr>
          <p:cNvPr id="13" name="Text Placeholder 17"/>
          <p:cNvSpPr>
            <a:spLocks noGrp="1"/>
          </p:cNvSpPr>
          <p:nvPr>
            <p:ph type="body" sz="quarter" idx="19" hasCustomPrompt="1"/>
          </p:nvPr>
        </p:nvSpPr>
        <p:spPr>
          <a:xfrm>
            <a:off x="575610" y="1427248"/>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1</a:t>
            </a:r>
          </a:p>
        </p:txBody>
      </p:sp>
    </p:spTree>
    <p:extLst>
      <p:ext uri="{BB962C8B-B14F-4D97-AF65-F5344CB8AC3E}">
        <p14:creationId xmlns:p14="http://schemas.microsoft.com/office/powerpoint/2010/main" val="3053872667"/>
      </p:ext>
    </p:extLst>
  </p:cSld>
  <p:clrMapOvr>
    <a:masterClrMapping/>
  </p:clrMapOvr>
  <p:transition spd="slow">
    <p:wip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5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p>
        </p:txBody>
      </p:sp>
      <p:sp>
        <p:nvSpPr>
          <p:cNvPr id="12" name="Oval 1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a:ln>
                <a:solidFill>
                  <a:schemeClr val="bg2"/>
                </a:solidFill>
              </a:ln>
              <a:solidFill>
                <a:schemeClr val="accent5"/>
              </a:solidFill>
              <a:cs typeface="Arial"/>
            </a:endParaRPr>
          </a:p>
        </p:txBody>
      </p:sp>
      <p:sp>
        <p:nvSpPr>
          <p:cNvPr id="15" name="Oval 14"/>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a:ln>
                <a:solidFill>
                  <a:schemeClr val="bg2"/>
                </a:solidFill>
              </a:ln>
              <a:solidFill>
                <a:schemeClr val="accent5"/>
              </a:solidFill>
              <a:cs typeface="Arial"/>
            </a:endParaRPr>
          </a:p>
        </p:txBody>
      </p:sp>
      <p:sp>
        <p:nvSpPr>
          <p:cNvPr id="22" name="Oval 21"/>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a:ln>
                <a:solidFill>
                  <a:schemeClr val="bg2"/>
                </a:solidFill>
              </a:ln>
              <a:solidFill>
                <a:schemeClr val="accent5"/>
              </a:solidFill>
              <a:cs typeface="Arial"/>
            </a:endParaRPr>
          </a:p>
        </p:txBody>
      </p:sp>
      <p:sp>
        <p:nvSpPr>
          <p:cNvPr id="24" name="Text Placeholder 17"/>
          <p:cNvSpPr>
            <a:spLocks noGrp="1"/>
          </p:cNvSpPr>
          <p:nvPr>
            <p:ph type="body" sz="quarter" idx="13"/>
          </p:nvPr>
        </p:nvSpPr>
        <p:spPr>
          <a:xfrm>
            <a:off x="1172384" y="1334842"/>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172385" y="198456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172385" y="262744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7"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1</a:t>
            </a:r>
          </a:p>
        </p:txBody>
      </p:sp>
      <p:sp>
        <p:nvSpPr>
          <p:cNvPr id="28"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2</a:t>
            </a:r>
          </a:p>
        </p:txBody>
      </p:sp>
      <p:sp>
        <p:nvSpPr>
          <p:cNvPr id="29"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3</a:t>
            </a:r>
          </a:p>
        </p:txBody>
      </p:sp>
      <p:sp>
        <p:nvSpPr>
          <p:cNvPr id="13" name="Oval 12"/>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a:ln>
                <a:solidFill>
                  <a:schemeClr val="bg2"/>
                </a:solidFill>
              </a:ln>
              <a:solidFill>
                <a:schemeClr val="accent5"/>
              </a:solidFill>
              <a:cs typeface="Arial"/>
            </a:endParaRPr>
          </a:p>
        </p:txBody>
      </p:sp>
      <p:sp>
        <p:nvSpPr>
          <p:cNvPr id="14" name="Text Placeholder 17"/>
          <p:cNvSpPr>
            <a:spLocks noGrp="1"/>
          </p:cNvSpPr>
          <p:nvPr>
            <p:ph type="body" sz="quarter" idx="19"/>
          </p:nvPr>
        </p:nvSpPr>
        <p:spPr>
          <a:xfrm>
            <a:off x="1172386" y="327458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6"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4</a:t>
            </a:r>
          </a:p>
        </p:txBody>
      </p:sp>
      <p:sp>
        <p:nvSpPr>
          <p:cNvPr id="17" name="Oval 16"/>
          <p:cNvSpPr/>
          <p:nvPr/>
        </p:nvSpPr>
        <p:spPr>
          <a:xfrm>
            <a:off x="575613" y="3921716"/>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a:ln>
                <a:solidFill>
                  <a:schemeClr val="bg2"/>
                </a:solidFill>
              </a:ln>
              <a:solidFill>
                <a:schemeClr val="accent5"/>
              </a:solidFill>
              <a:cs typeface="Arial"/>
            </a:endParaRPr>
          </a:p>
        </p:txBody>
      </p:sp>
      <p:sp>
        <p:nvSpPr>
          <p:cNvPr id="18" name="Text Placeholder 17"/>
          <p:cNvSpPr>
            <a:spLocks noGrp="1"/>
          </p:cNvSpPr>
          <p:nvPr>
            <p:ph type="body" sz="quarter" idx="21"/>
          </p:nvPr>
        </p:nvSpPr>
        <p:spPr>
          <a:xfrm>
            <a:off x="1172387" y="392171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9" name="Text Placeholder 17"/>
          <p:cNvSpPr>
            <a:spLocks noGrp="1"/>
          </p:cNvSpPr>
          <p:nvPr>
            <p:ph type="body" sz="quarter" idx="22" hasCustomPrompt="1"/>
          </p:nvPr>
        </p:nvSpPr>
        <p:spPr>
          <a:xfrm>
            <a:off x="575614" y="3919763"/>
            <a:ext cx="464815" cy="461327"/>
          </a:xfrm>
          <a:prstGeom prst="rect">
            <a:avLst/>
          </a:prstGeom>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5</a:t>
            </a:r>
          </a:p>
        </p:txBody>
      </p:sp>
    </p:spTree>
    <p:extLst>
      <p:ext uri="{BB962C8B-B14F-4D97-AF65-F5344CB8AC3E}">
        <p14:creationId xmlns:p14="http://schemas.microsoft.com/office/powerpoint/2010/main" val="2962125011"/>
      </p:ext>
    </p:extLst>
  </p:cSld>
  <p:clrMapOvr>
    <a:masterClrMapping/>
  </p:clrMapOvr>
  <p:transition spd="slow">
    <p:wip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6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04C69"/>
                </a:solidFill>
              </a:defRPr>
            </a:lvl1pPr>
          </a:lstStyle>
          <a:p>
            <a:r>
              <a:rPr lang="en-US"/>
              <a:t>Click to edit Master title style</a:t>
            </a:r>
          </a:p>
        </p:txBody>
      </p:sp>
      <p:sp>
        <p:nvSpPr>
          <p:cNvPr id="42" name="Oval 4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a:ln>
                <a:solidFill>
                  <a:schemeClr val="bg2"/>
                </a:solidFill>
              </a:ln>
              <a:solidFill>
                <a:schemeClr val="bg2"/>
              </a:solidFill>
              <a:cs typeface="Arial"/>
            </a:endParaRPr>
          </a:p>
        </p:txBody>
      </p:sp>
      <p:sp>
        <p:nvSpPr>
          <p:cNvPr id="43" name="Oval 42"/>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a:ln>
                <a:solidFill>
                  <a:schemeClr val="bg2"/>
                </a:solidFill>
              </a:ln>
              <a:solidFill>
                <a:srgbClr val="FFFFFF"/>
              </a:solidFill>
              <a:cs typeface="Arial"/>
            </a:endParaRPr>
          </a:p>
        </p:txBody>
      </p:sp>
      <p:sp>
        <p:nvSpPr>
          <p:cNvPr id="44" name="Oval 43"/>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a:ln>
                <a:solidFill>
                  <a:schemeClr val="bg2"/>
                </a:solidFill>
              </a:ln>
              <a:solidFill>
                <a:schemeClr val="bg2"/>
              </a:solidFill>
              <a:cs typeface="Arial"/>
            </a:endParaRPr>
          </a:p>
        </p:txBody>
      </p:sp>
      <p:sp>
        <p:nvSpPr>
          <p:cNvPr id="45" name="Text Placeholder 17"/>
          <p:cNvSpPr>
            <a:spLocks noGrp="1"/>
          </p:cNvSpPr>
          <p:nvPr>
            <p:ph type="body" sz="quarter" idx="13"/>
          </p:nvPr>
        </p:nvSpPr>
        <p:spPr>
          <a:xfrm>
            <a:off x="1172384" y="133484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6" name="Text Placeholder 17"/>
          <p:cNvSpPr>
            <a:spLocks noGrp="1"/>
          </p:cNvSpPr>
          <p:nvPr>
            <p:ph type="body" sz="quarter" idx="14"/>
          </p:nvPr>
        </p:nvSpPr>
        <p:spPr>
          <a:xfrm>
            <a:off x="1172385" y="198456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7" name="Text Placeholder 17"/>
          <p:cNvSpPr>
            <a:spLocks noGrp="1"/>
          </p:cNvSpPr>
          <p:nvPr>
            <p:ph type="body" sz="quarter" idx="15"/>
          </p:nvPr>
        </p:nvSpPr>
        <p:spPr>
          <a:xfrm>
            <a:off x="1172385" y="262744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8"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1</a:t>
            </a:r>
          </a:p>
        </p:txBody>
      </p:sp>
      <p:sp>
        <p:nvSpPr>
          <p:cNvPr id="49"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2</a:t>
            </a:r>
          </a:p>
        </p:txBody>
      </p:sp>
      <p:sp>
        <p:nvSpPr>
          <p:cNvPr id="50"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3</a:t>
            </a:r>
          </a:p>
        </p:txBody>
      </p:sp>
      <p:sp>
        <p:nvSpPr>
          <p:cNvPr id="51" name="Oval 50"/>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a:ln>
                <a:solidFill>
                  <a:schemeClr val="bg2"/>
                </a:solidFill>
              </a:ln>
              <a:solidFill>
                <a:schemeClr val="bg2"/>
              </a:solidFill>
              <a:cs typeface="Arial"/>
            </a:endParaRPr>
          </a:p>
        </p:txBody>
      </p:sp>
      <p:sp>
        <p:nvSpPr>
          <p:cNvPr id="52" name="Text Placeholder 17"/>
          <p:cNvSpPr>
            <a:spLocks noGrp="1"/>
          </p:cNvSpPr>
          <p:nvPr>
            <p:ph type="body" sz="quarter" idx="19"/>
          </p:nvPr>
        </p:nvSpPr>
        <p:spPr>
          <a:xfrm>
            <a:off x="1172386" y="327458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3"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4</a:t>
            </a:r>
          </a:p>
        </p:txBody>
      </p:sp>
      <p:sp>
        <p:nvSpPr>
          <p:cNvPr id="54" name="Oval 53"/>
          <p:cNvSpPr/>
          <p:nvPr/>
        </p:nvSpPr>
        <p:spPr>
          <a:xfrm>
            <a:off x="575613" y="3921716"/>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a:ln>
                <a:solidFill>
                  <a:schemeClr val="bg2"/>
                </a:solidFill>
              </a:ln>
              <a:solidFill>
                <a:schemeClr val="bg2"/>
              </a:solidFill>
              <a:cs typeface="Arial"/>
            </a:endParaRPr>
          </a:p>
        </p:txBody>
      </p:sp>
      <p:sp>
        <p:nvSpPr>
          <p:cNvPr id="55" name="Text Placeholder 17"/>
          <p:cNvSpPr>
            <a:spLocks noGrp="1"/>
          </p:cNvSpPr>
          <p:nvPr>
            <p:ph type="body" sz="quarter" idx="21"/>
          </p:nvPr>
        </p:nvSpPr>
        <p:spPr>
          <a:xfrm>
            <a:off x="1172387" y="392171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6" name="Text Placeholder 17"/>
          <p:cNvSpPr>
            <a:spLocks noGrp="1"/>
          </p:cNvSpPr>
          <p:nvPr>
            <p:ph type="body" sz="quarter" idx="22" hasCustomPrompt="1"/>
          </p:nvPr>
        </p:nvSpPr>
        <p:spPr>
          <a:xfrm>
            <a:off x="575614" y="391976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5</a:t>
            </a:r>
          </a:p>
        </p:txBody>
      </p:sp>
      <p:sp>
        <p:nvSpPr>
          <p:cNvPr id="57" name="Oval 56"/>
          <p:cNvSpPr/>
          <p:nvPr/>
        </p:nvSpPr>
        <p:spPr>
          <a:xfrm>
            <a:off x="4414576" y="1983084"/>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a:ln>
                <a:solidFill>
                  <a:schemeClr val="bg2"/>
                </a:solidFill>
              </a:ln>
              <a:solidFill>
                <a:schemeClr val="bg2"/>
              </a:solidFill>
              <a:cs typeface="Arial"/>
            </a:endParaRPr>
          </a:p>
        </p:txBody>
      </p:sp>
      <p:sp>
        <p:nvSpPr>
          <p:cNvPr id="58" name="Oval 57"/>
          <p:cNvSpPr/>
          <p:nvPr/>
        </p:nvSpPr>
        <p:spPr>
          <a:xfrm>
            <a:off x="4414575" y="1332693"/>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a:ln>
                <a:solidFill>
                  <a:schemeClr val="bg2"/>
                </a:solidFill>
              </a:ln>
              <a:solidFill>
                <a:schemeClr val="bg2"/>
              </a:solidFill>
              <a:cs typeface="Arial"/>
            </a:endParaRPr>
          </a:p>
        </p:txBody>
      </p:sp>
      <p:sp>
        <p:nvSpPr>
          <p:cNvPr id="59" name="Oval 58"/>
          <p:cNvSpPr/>
          <p:nvPr/>
        </p:nvSpPr>
        <p:spPr>
          <a:xfrm>
            <a:off x="4414576" y="2631212"/>
            <a:ext cx="464815" cy="464815"/>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a:ln>
                <a:solidFill>
                  <a:schemeClr val="bg2"/>
                </a:solidFill>
              </a:ln>
              <a:solidFill>
                <a:schemeClr val="bg2"/>
              </a:solidFill>
              <a:cs typeface="Arial"/>
            </a:endParaRPr>
          </a:p>
        </p:txBody>
      </p:sp>
      <p:sp>
        <p:nvSpPr>
          <p:cNvPr id="60" name="Text Placeholder 17"/>
          <p:cNvSpPr>
            <a:spLocks noGrp="1"/>
          </p:cNvSpPr>
          <p:nvPr>
            <p:ph type="body" sz="quarter" idx="23"/>
          </p:nvPr>
        </p:nvSpPr>
        <p:spPr>
          <a:xfrm>
            <a:off x="5011349" y="1338608"/>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1" name="Text Placeholder 17"/>
          <p:cNvSpPr>
            <a:spLocks noGrp="1"/>
          </p:cNvSpPr>
          <p:nvPr>
            <p:ph type="body" sz="quarter" idx="24"/>
          </p:nvPr>
        </p:nvSpPr>
        <p:spPr>
          <a:xfrm>
            <a:off x="5011350" y="198832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2" name="Text Placeholder 17"/>
          <p:cNvSpPr>
            <a:spLocks noGrp="1"/>
          </p:cNvSpPr>
          <p:nvPr>
            <p:ph type="body" sz="quarter" idx="25"/>
          </p:nvPr>
        </p:nvSpPr>
        <p:spPr>
          <a:xfrm>
            <a:off x="5011350" y="263121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3" name="Text Placeholder 17"/>
          <p:cNvSpPr>
            <a:spLocks noGrp="1"/>
          </p:cNvSpPr>
          <p:nvPr>
            <p:ph type="body" sz="quarter" idx="26" hasCustomPrompt="1"/>
          </p:nvPr>
        </p:nvSpPr>
        <p:spPr>
          <a:xfrm>
            <a:off x="4414576" y="1331287"/>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6</a:t>
            </a:r>
          </a:p>
        </p:txBody>
      </p:sp>
      <p:sp>
        <p:nvSpPr>
          <p:cNvPr id="64" name="Text Placeholder 17"/>
          <p:cNvSpPr>
            <a:spLocks noGrp="1"/>
          </p:cNvSpPr>
          <p:nvPr>
            <p:ph type="body" sz="quarter" idx="27" hasCustomPrompt="1"/>
          </p:nvPr>
        </p:nvSpPr>
        <p:spPr>
          <a:xfrm>
            <a:off x="4414576" y="198308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7</a:t>
            </a:r>
          </a:p>
        </p:txBody>
      </p:sp>
      <p:sp>
        <p:nvSpPr>
          <p:cNvPr id="65" name="Text Placeholder 17"/>
          <p:cNvSpPr>
            <a:spLocks noGrp="1"/>
          </p:cNvSpPr>
          <p:nvPr>
            <p:ph type="body" sz="quarter" idx="28" hasCustomPrompt="1"/>
          </p:nvPr>
        </p:nvSpPr>
        <p:spPr>
          <a:xfrm>
            <a:off x="4414577" y="262925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8</a:t>
            </a:r>
          </a:p>
        </p:txBody>
      </p:sp>
      <p:sp>
        <p:nvSpPr>
          <p:cNvPr id="66" name="Oval 65"/>
          <p:cNvSpPr/>
          <p:nvPr/>
        </p:nvSpPr>
        <p:spPr>
          <a:xfrm>
            <a:off x="4414577" y="3278347"/>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a:ln>
                <a:solidFill>
                  <a:schemeClr val="bg2"/>
                </a:solidFill>
              </a:ln>
              <a:solidFill>
                <a:schemeClr val="bg2"/>
              </a:solidFill>
              <a:cs typeface="Arial"/>
            </a:endParaRPr>
          </a:p>
        </p:txBody>
      </p:sp>
      <p:sp>
        <p:nvSpPr>
          <p:cNvPr id="67" name="Text Placeholder 17"/>
          <p:cNvSpPr>
            <a:spLocks noGrp="1"/>
          </p:cNvSpPr>
          <p:nvPr>
            <p:ph type="body" sz="quarter" idx="29"/>
          </p:nvPr>
        </p:nvSpPr>
        <p:spPr>
          <a:xfrm>
            <a:off x="5011351" y="327834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8" name="Text Placeholder 17"/>
          <p:cNvSpPr>
            <a:spLocks noGrp="1"/>
          </p:cNvSpPr>
          <p:nvPr>
            <p:ph type="body" sz="quarter" idx="30" hasCustomPrompt="1"/>
          </p:nvPr>
        </p:nvSpPr>
        <p:spPr>
          <a:xfrm>
            <a:off x="4414578" y="327639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9</a:t>
            </a:r>
          </a:p>
        </p:txBody>
      </p:sp>
      <p:sp>
        <p:nvSpPr>
          <p:cNvPr id="69" name="Oval 68"/>
          <p:cNvSpPr/>
          <p:nvPr/>
        </p:nvSpPr>
        <p:spPr>
          <a:xfrm>
            <a:off x="4414578" y="3925482"/>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a:ln>
                <a:solidFill>
                  <a:schemeClr val="bg2"/>
                </a:solidFill>
              </a:ln>
              <a:solidFill>
                <a:schemeClr val="bg2"/>
              </a:solidFill>
              <a:cs typeface="Arial"/>
            </a:endParaRPr>
          </a:p>
        </p:txBody>
      </p:sp>
      <p:sp>
        <p:nvSpPr>
          <p:cNvPr id="70" name="Text Placeholder 17"/>
          <p:cNvSpPr>
            <a:spLocks noGrp="1"/>
          </p:cNvSpPr>
          <p:nvPr>
            <p:ph type="body" sz="quarter" idx="31"/>
          </p:nvPr>
        </p:nvSpPr>
        <p:spPr>
          <a:xfrm>
            <a:off x="5011352" y="392548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71" name="Text Placeholder 17"/>
          <p:cNvSpPr>
            <a:spLocks noGrp="1"/>
          </p:cNvSpPr>
          <p:nvPr>
            <p:ph type="body" sz="quarter" idx="32" hasCustomPrompt="1"/>
          </p:nvPr>
        </p:nvSpPr>
        <p:spPr>
          <a:xfrm>
            <a:off x="4414579" y="392352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10</a:t>
            </a:r>
          </a:p>
        </p:txBody>
      </p:sp>
    </p:spTree>
    <p:extLst>
      <p:ext uri="{BB962C8B-B14F-4D97-AF65-F5344CB8AC3E}">
        <p14:creationId xmlns:p14="http://schemas.microsoft.com/office/powerpoint/2010/main" val="3643099958"/>
      </p:ext>
    </p:extLst>
  </p:cSld>
  <p:clrMapOvr>
    <a:masterClrMapping/>
  </p:clrMapOvr>
  <p:transition spd="slow">
    <p:wip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p:cSld name="1_Closing Slide">
    <p:bg>
      <p:bgPr>
        <a:solidFill>
          <a:schemeClr val="accent5"/>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1"/>
            <a:ext cx="9143999" cy="5165874"/>
          </a:xfrm>
          <a:prstGeom prst="rect">
            <a:avLst/>
          </a:prstGeom>
        </p:spPr>
      </p:pic>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1198843304"/>
      </p:ext>
    </p:extLst>
  </p:cSld>
  <p:clrMapOvr>
    <a:masterClrMapping/>
  </p:clrMapOvr>
  <p:transition spd="slow">
    <p:wip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Closing Slide">
    <p:bg>
      <p:bgPr>
        <a:solidFill>
          <a:schemeClr val="accent5"/>
        </a:solidFill>
        <a:effectLst/>
      </p:bgPr>
    </p:bg>
    <p:spTree>
      <p:nvGrpSpPr>
        <p:cNvPr id="1" name=""/>
        <p:cNvGrpSpPr/>
        <p:nvPr/>
      </p:nvGrpSpPr>
      <p:grpSpPr>
        <a:xfrm>
          <a:off x="0" y="0"/>
          <a:ext cx="0" cy="0"/>
          <a:chOff x="0" y="0"/>
          <a:chExt cx="0" cy="0"/>
        </a:xfrm>
      </p:grpSpPr>
      <p:sp>
        <p:nvSpPr>
          <p:cNvPr id="3" name="Rectangle 2"/>
          <p:cNvSpPr/>
          <p:nvPr userDrawn="1"/>
        </p:nvSpPr>
        <p:spPr>
          <a:xfrm>
            <a:off x="0" y="0"/>
            <a:ext cx="9144000" cy="5143500"/>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147974899"/>
      </p:ext>
    </p:extLst>
  </p:cSld>
  <p:clrMapOvr>
    <a:masterClrMapping/>
  </p:clrMapOvr>
  <p:transition spd="slow">
    <p:wip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p:cSld name="3_Closing Slide">
    <p:bg>
      <p:bgPr>
        <a:solidFill>
          <a:schemeClr val="accent5"/>
        </a:solidFill>
        <a:effectLst/>
      </p:bgPr>
    </p:bg>
    <p:spTree>
      <p:nvGrpSpPr>
        <p:cNvPr id="1" name=""/>
        <p:cNvGrpSpPr/>
        <p:nvPr/>
      </p:nvGrpSpPr>
      <p:grpSpPr>
        <a:xfrm>
          <a:off x="0" y="0"/>
          <a:ext cx="0" cy="0"/>
          <a:chOff x="0" y="0"/>
          <a:chExt cx="0" cy="0"/>
        </a:xfrm>
      </p:grpSpPr>
      <p:grpSp>
        <p:nvGrpSpPr>
          <p:cNvPr id="4" name="Group 4"/>
          <p:cNvGrpSpPr>
            <a:grpSpLocks noChangeAspect="1"/>
          </p:cNvGrpSpPr>
          <p:nvPr userDrawn="1"/>
        </p:nvGrpSpPr>
        <p:grpSpPr bwMode="auto">
          <a:xfrm>
            <a:off x="3746294" y="2129856"/>
            <a:ext cx="1617944" cy="860542"/>
            <a:chOff x="310" y="249"/>
            <a:chExt cx="502" cy="267"/>
          </a:xfrm>
          <a:solidFill>
            <a:schemeClr val="accent1">
              <a:lumMod val="75000"/>
            </a:schemeClr>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1851544963"/>
      </p:ext>
    </p:extLst>
  </p:cSld>
  <p:clrMapOvr>
    <a:masterClrMapping/>
  </p:clrMapOvr>
  <p:transition spd="slow">
    <p:wip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9925010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4.xml"/><Relationship Id="rId13" Type="http://schemas.openxmlformats.org/officeDocument/2006/relationships/slideLayout" Target="../slideLayouts/slideLayout19.xml"/><Relationship Id="rId3" Type="http://schemas.openxmlformats.org/officeDocument/2006/relationships/slideLayout" Target="../slideLayouts/slideLayout9.xml"/><Relationship Id="rId7" Type="http://schemas.openxmlformats.org/officeDocument/2006/relationships/slideLayout" Target="../slideLayouts/slideLayout13.xml"/><Relationship Id="rId12" Type="http://schemas.openxmlformats.org/officeDocument/2006/relationships/slideLayout" Target="../slideLayouts/slideLayout18.xml"/><Relationship Id="rId2" Type="http://schemas.openxmlformats.org/officeDocument/2006/relationships/slideLayout" Target="../slideLayouts/slideLayout8.xml"/><Relationship Id="rId1" Type="http://schemas.openxmlformats.org/officeDocument/2006/relationships/slideLayout" Target="../slideLayouts/slideLayout7.xml"/><Relationship Id="rId6" Type="http://schemas.openxmlformats.org/officeDocument/2006/relationships/slideLayout" Target="../slideLayouts/slideLayout12.xml"/><Relationship Id="rId11" Type="http://schemas.openxmlformats.org/officeDocument/2006/relationships/slideLayout" Target="../slideLayouts/slideLayout17.xml"/><Relationship Id="rId5" Type="http://schemas.openxmlformats.org/officeDocument/2006/relationships/slideLayout" Target="../slideLayouts/slideLayout11.xml"/><Relationship Id="rId10" Type="http://schemas.openxmlformats.org/officeDocument/2006/relationships/slideLayout" Target="../slideLayouts/slideLayout16.xml"/><Relationship Id="rId4" Type="http://schemas.openxmlformats.org/officeDocument/2006/relationships/slideLayout" Target="../slideLayouts/slideLayout10.xml"/><Relationship Id="rId9" Type="http://schemas.openxmlformats.org/officeDocument/2006/relationships/slideLayout" Target="../slideLayouts/slideLayout15.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nchor="t"/>
          <a:lstStyle>
            <a:lvl1pPr>
              <a:defRPr sz="600">
                <a:solidFill>
                  <a:srgbClr val="D9D9D9"/>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5"/>
          <p:cNvSpPr>
            <a:spLocks noGrp="1"/>
          </p:cNvSpPr>
          <p:nvPr>
            <p:ph type="title"/>
          </p:nvPr>
        </p:nvSpPr>
        <p:spPr bwMode="auto">
          <a:xfrm>
            <a:off x="438150"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4" tIns="45712" rIns="91424" bIns="45712" numCol="1" anchor="ctr" anchorCtr="0" compatLnSpc="1">
            <a:prstTxWarp prst="textNoShape">
              <a:avLst/>
            </a:prstTxWarp>
          </a:bodyPr>
          <a:lstStyle/>
          <a:p>
            <a:pPr lvl="0"/>
            <a:r>
              <a:rPr lang="en-GB" altLang="en-US"/>
              <a:t>Title Goes Here</a:t>
            </a:r>
          </a:p>
        </p:txBody>
      </p:sp>
      <p:sp>
        <p:nvSpPr>
          <p:cNvPr id="12" name="Rectangle 7"/>
          <p:cNvSpPr>
            <a:spLocks noChangeArrowheads="1"/>
          </p:cNvSpPr>
          <p:nvPr/>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3">
                    <a:lumMod val="85000"/>
                  </a:schemeClr>
                </a:solidFill>
                <a:latin typeface="+mn-lt"/>
                <a:ea typeface="+mn-ea"/>
                <a:cs typeface="CiscoSans Thin"/>
              </a:rPr>
              <a:pPr algn="r" defTabSz="610744" fontAlgn="auto">
                <a:spcBef>
                  <a:spcPts val="0"/>
                </a:spcBef>
                <a:spcAft>
                  <a:spcPts val="0"/>
                </a:spcAft>
                <a:defRPr/>
              </a:pPr>
              <a:t>‹#›</a:t>
            </a:fld>
            <a:endParaRPr lang="en-US" sz="600">
              <a:solidFill>
                <a:schemeClr val="accent3">
                  <a:lumMod val="85000"/>
                </a:schemeClr>
              </a:solidFill>
              <a:latin typeface="+mn-lt"/>
              <a:ea typeface="+mn-ea"/>
              <a:cs typeface="CiscoSans Thin"/>
            </a:endParaRPr>
          </a:p>
        </p:txBody>
      </p:sp>
      <p:sp>
        <p:nvSpPr>
          <p:cNvPr id="13" name="Rectangle 4"/>
          <p:cNvSpPr>
            <a:spLocks noChangeArrowheads="1"/>
          </p:cNvSpPr>
          <p:nvPr/>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a:solidFill>
                  <a:schemeClr val="accent3">
                    <a:lumMod val="85000"/>
                  </a:schemeClr>
                </a:solidFill>
                <a:latin typeface="+mn-lt"/>
                <a:ea typeface="+mn-ea"/>
                <a:cs typeface="CiscoSans Thin"/>
              </a:rPr>
              <a:t>© 2016  Cisco and/or its affiliates. All rights reserved.   Cisco Confidential</a:t>
            </a:r>
          </a:p>
        </p:txBody>
      </p:sp>
      <p:grpSp>
        <p:nvGrpSpPr>
          <p:cNvPr id="6" name="Group 4"/>
          <p:cNvGrpSpPr>
            <a:grpSpLocks noChangeAspect="1"/>
          </p:cNvGrpSpPr>
          <p:nvPr/>
        </p:nvGrpSpPr>
        <p:grpSpPr bwMode="auto">
          <a:xfrm>
            <a:off x="508039" y="4715197"/>
            <a:ext cx="340257" cy="180974"/>
            <a:chOff x="310" y="249"/>
            <a:chExt cx="502" cy="267"/>
          </a:xfrm>
          <a:solidFill>
            <a:schemeClr val="accent5"/>
          </a:solidFill>
        </p:grpSpPr>
        <p:sp>
          <p:nvSpPr>
            <p:cNvPr id="7"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cSld>
  <p:clrMap bg1="lt1" tx1="dk1" bg2="lt2" tx2="dk2" accent1="accent1" accent2="accent2" accent3="accent3" accent4="accent4" accent5="accent5" accent6="accent6" hlink="hlink" folHlink="folHlink"/>
  <p:sldLayoutIdLst>
    <p:sldLayoutId id="2147483962" r:id="rId1"/>
    <p:sldLayoutId id="2147484013" r:id="rId2"/>
    <p:sldLayoutId id="2147484014" r:id="rId3"/>
    <p:sldLayoutId id="2147483965" r:id="rId4"/>
    <p:sldLayoutId id="2147483967" r:id="rId5"/>
    <p:sldLayoutId id="2147483995" r:id="rId6"/>
    <p:sldLayoutId id="2147484007" r:id="rId7"/>
    <p:sldLayoutId id="2147484010" r:id="rId8"/>
    <p:sldLayoutId id="2147484011" r:id="rId9"/>
    <p:sldLayoutId id="2147484015" r:id="rId10"/>
    <p:sldLayoutId id="2147483998" r:id="rId11"/>
    <p:sldLayoutId id="2147484027" r:id="rId12"/>
    <p:sldLayoutId id="2147484031" r:id="rId13"/>
  </p:sldLayoutIdLst>
  <p:transition spd="slow">
    <p:wipe/>
  </p:transition>
  <p:txStyles>
    <p:titleStyle>
      <a:lvl1pPr algn="l" defTabSz="684213" rtl="0" eaLnBrk="1" fontAlgn="base" hangingPunct="1">
        <a:lnSpc>
          <a:spcPct val="80000"/>
        </a:lnSpc>
        <a:spcBef>
          <a:spcPct val="0"/>
        </a:spcBef>
        <a:spcAft>
          <a:spcPct val="0"/>
        </a:spcAft>
        <a:defRPr lang="en-US" sz="3200" kern="1200" dirty="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p:titleStyle>
    <p:bodyStyle>
      <a:lvl1pPr marL="169863" indent="-169863" algn="l" defTabSz="684213" rtl="0" eaLnBrk="1" fontAlgn="base" hangingPunct="1">
        <a:lnSpc>
          <a:spcPct val="95000"/>
        </a:lnSpc>
        <a:spcBef>
          <a:spcPts val="1075"/>
        </a:spcBef>
        <a:spcAft>
          <a:spcPct val="0"/>
        </a:spcAft>
        <a:buClr>
          <a:schemeClr val="tx2"/>
        </a:buClr>
        <a:buSzPct val="90000"/>
        <a:buFont typeface="Arial" charset="0"/>
        <a:buChar char="•"/>
        <a:defRPr lang="en-US" sz="1500" kern="1200" dirty="0">
          <a:solidFill>
            <a:schemeClr val="tx1"/>
          </a:solidFill>
          <a:latin typeface="+mn-lt"/>
          <a:ea typeface="ＭＳ Ｐゴシック" charset="0"/>
          <a:cs typeface="CiscoSans"/>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777" rtl="0" eaLnBrk="1" latinLnBrk="0" hangingPunct="1">
        <a:defRPr sz="1400" kern="1200">
          <a:solidFill>
            <a:schemeClr val="tx1"/>
          </a:solidFill>
          <a:latin typeface="+mn-lt"/>
          <a:ea typeface="+mn-ea"/>
          <a:cs typeface="+mn-cs"/>
        </a:defRPr>
      </a:lvl1pPr>
      <a:lvl2pPr marL="342886" algn="l" defTabSz="685777" rtl="0" eaLnBrk="1" latinLnBrk="0" hangingPunct="1">
        <a:defRPr sz="1400" kern="1200">
          <a:solidFill>
            <a:schemeClr val="tx1"/>
          </a:solidFill>
          <a:latin typeface="+mn-lt"/>
          <a:ea typeface="+mn-ea"/>
          <a:cs typeface="+mn-cs"/>
        </a:defRPr>
      </a:lvl2pPr>
      <a:lvl3pPr marL="685777" algn="l" defTabSz="685777" rtl="0" eaLnBrk="1" latinLnBrk="0" hangingPunct="1">
        <a:defRPr sz="1400" kern="1200">
          <a:solidFill>
            <a:schemeClr val="tx1"/>
          </a:solidFill>
          <a:latin typeface="+mn-lt"/>
          <a:ea typeface="+mn-ea"/>
          <a:cs typeface="+mn-cs"/>
        </a:defRPr>
      </a:lvl3pPr>
      <a:lvl4pPr marL="1028665" algn="l" defTabSz="685777" rtl="0" eaLnBrk="1" latinLnBrk="0" hangingPunct="1">
        <a:defRPr sz="1400" kern="1200">
          <a:solidFill>
            <a:schemeClr val="tx1"/>
          </a:solidFill>
          <a:latin typeface="+mn-lt"/>
          <a:ea typeface="+mn-ea"/>
          <a:cs typeface="+mn-cs"/>
        </a:defRPr>
      </a:lvl4pPr>
      <a:lvl5pPr marL="1371555" algn="l" defTabSz="685777" rtl="0" eaLnBrk="1" latinLnBrk="0" hangingPunct="1">
        <a:defRPr sz="1400" kern="1200">
          <a:solidFill>
            <a:schemeClr val="tx1"/>
          </a:solidFill>
          <a:latin typeface="+mn-lt"/>
          <a:ea typeface="+mn-ea"/>
          <a:cs typeface="+mn-cs"/>
        </a:defRPr>
      </a:lvl5pPr>
      <a:lvl6pPr marL="1714441" algn="l" defTabSz="685777" rtl="0" eaLnBrk="1" latinLnBrk="0" hangingPunct="1">
        <a:defRPr sz="1400" kern="1200">
          <a:solidFill>
            <a:schemeClr val="tx1"/>
          </a:solidFill>
          <a:latin typeface="+mn-lt"/>
          <a:ea typeface="+mn-ea"/>
          <a:cs typeface="+mn-cs"/>
        </a:defRPr>
      </a:lvl6pPr>
      <a:lvl7pPr marL="2057332" algn="l" defTabSz="685777" rtl="0" eaLnBrk="1" latinLnBrk="0" hangingPunct="1">
        <a:defRPr sz="1400" kern="1200">
          <a:solidFill>
            <a:schemeClr val="tx1"/>
          </a:solidFill>
          <a:latin typeface="+mn-lt"/>
          <a:ea typeface="+mn-ea"/>
          <a:cs typeface="+mn-cs"/>
        </a:defRPr>
      </a:lvl7pPr>
      <a:lvl8pPr marL="2400220" algn="l" defTabSz="685777" rtl="0" eaLnBrk="1" latinLnBrk="0" hangingPunct="1">
        <a:defRPr sz="1400" kern="1200">
          <a:solidFill>
            <a:schemeClr val="tx1"/>
          </a:solidFill>
          <a:latin typeface="+mn-lt"/>
          <a:ea typeface="+mn-ea"/>
          <a:cs typeface="+mn-cs"/>
        </a:defRPr>
      </a:lvl8pPr>
      <a:lvl9pPr marL="2743110" algn="l" defTabSz="685777" rtl="0" eaLnBrk="1" latinLnBrk="0" hangingPunct="1">
        <a:defRPr sz="1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336"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6.xml"/><Relationship Id="rId5" Type="http://schemas.openxmlformats.org/officeDocument/2006/relationships/image" Target="../media/image8.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show="0">
  <p:cSld name="Slide 1">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457200" y="1543050"/>
            <a:ext cx="6400800" cy="1828800"/>
          </a:xfrm>
          <a:prstGeom prst="rect">
            <a:avLst/>
          </a:prstGeom>
          <a:noFill/>
          <a:ln/>
        </p:spPr>
        <p:txBody>
          <a:bodyPr wrap="square" rtlCol="0" anchor="t"/>
          <a:lstStyle/>
          <a:p>
            <a:pPr marL="0" indent="0">
              <a:buNone/>
            </a:pPr>
            <a:r>
              <a:rPr lang="en-US" sz="3600" dirty="0">
                <a:solidFill>
                  <a:srgbClr val="AFE8FB"/>
                </a:solidFill>
                <a:latin typeface="Arial" pitchFamily="34" charset="0"/>
                <a:ea typeface="Arial" pitchFamily="34" charset="-122"/>
                <a:cs typeface="Arial" pitchFamily="34" charset="-120"/>
              </a:rPr>
              <a:t>Module 10: Cybersecurity Principles, Practices, and Processes</a:t>
            </a:r>
            <a:endParaRPr lang="en-US" sz="3600" dirty="0"/>
          </a:p>
        </p:txBody>
      </p:sp>
      <p:sp>
        <p:nvSpPr>
          <p:cNvPr id="5" name="Text Placeholder 4"/>
          <p:cNvSpPr>
            <a:spLocks noGrp="1"/>
          </p:cNvSpPr>
          <p:nvPr>
            <p:ph type="body" idx="101"/>
          </p:nvPr>
        </p:nvSpPr>
        <p:spPr/>
        <p:txBody>
          <a:bodyPr/>
          <a:lstStyle/>
          <a:p>
            <a:endParaRPr 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457200" y="2057400"/>
            <a:ext cx="8229600" cy="914400"/>
          </a:xfrm>
          <a:prstGeom prst="rect">
            <a:avLst/>
          </a:prstGeom>
          <a:noFill/>
          <a:ln/>
        </p:spPr>
        <p:txBody>
          <a:bodyPr wrap="square" rtlCol="0"/>
          <a:lstStyle/>
          <a:p>
            <a:pPr marL="0" indent="0">
              <a:buNone/>
            </a:pPr>
            <a:r>
              <a:rPr lang="en-US" sz="4600">
                <a:solidFill>
                  <a:srgbClr val="B1E8FA"/>
                </a:solidFill>
                <a:latin typeface="Arial" pitchFamily="34" charset="0"/>
                <a:ea typeface="Arial" pitchFamily="34" charset="-122"/>
                <a:cs typeface="Arial" pitchFamily="34" charset="-120"/>
              </a:rPr>
              <a:t>10.1 The Three Dimensions</a:t>
            </a:r>
            <a:endParaRPr lang="en-US" sz="4600"/>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nchor="t"/>
          <a:lstStyle>
            <a:lvl1pPr>
              <a:defRPr sz="600">
                <a:solidFill>
                  <a:srgbClr val="D9D9D9"/>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a:solidFill>
                  <a:srgbClr val="024C69"/>
                </a:solidFill>
                <a:latin typeface="Arial" pitchFamily="34" charset="0"/>
                <a:ea typeface="Arial" pitchFamily="34" charset="-122"/>
                <a:cs typeface="Arial" pitchFamily="34" charset="-120"/>
              </a:rPr>
              <a:t>The Three Dimensions</a:t>
            </a:r>
            <a:endParaRPr lang="en-US" sz="1600"/>
          </a:p>
        </p:txBody>
      </p:sp>
      <p:sp>
        <p:nvSpPr>
          <p:cNvPr id="3" name="Text 0"/>
          <p:cNvSpPr>
            <a:spLocks noGrp="1"/>
          </p:cNvSpPr>
          <p:nvPr>
            <p:ph type="body" idx="100" hasCustomPrompt="1"/>
          </p:nvPr>
        </p:nvSpPr>
        <p:spPr>
          <a:xfrm>
            <a:off x="0" y="274320"/>
            <a:ext cx="9144000" cy="450731"/>
          </a:xfrm>
          <a:prstGeom prst="rect">
            <a:avLst/>
          </a:prstGeom>
          <a:noFill/>
          <a:ln/>
        </p:spPr>
        <p:txBody>
          <a:bodyPr wrap="square" rtlCol="0" anchor="t"/>
          <a:lstStyle/>
          <a:p>
            <a:pPr marL="0" indent="0">
              <a:buNone/>
            </a:pPr>
            <a:r>
              <a:rPr lang="en-US" sz="2200">
                <a:solidFill>
                  <a:srgbClr val="024C69"/>
                </a:solidFill>
                <a:latin typeface="Arial" pitchFamily="34" charset="0"/>
                <a:ea typeface="Arial" pitchFamily="34" charset="-122"/>
                <a:cs typeface="Arial" pitchFamily="34" charset="-120"/>
              </a:rPr>
              <a:t>The Cybersecurity Cube</a:t>
            </a:r>
            <a:endParaRPr lang="en-US" sz="2200"/>
          </a:p>
        </p:txBody>
      </p:sp>
      <p:sp>
        <p:nvSpPr>
          <p:cNvPr id="11" name="TextBox 10">
            <a:extLst>
              <a:ext uri="{FF2B5EF4-FFF2-40B4-BE49-F238E27FC236}">
                <a16:creationId xmlns:a16="http://schemas.microsoft.com/office/drawing/2014/main" id="{266BA6ED-C283-8897-EB93-B4A4BACB1627}"/>
              </a:ext>
            </a:extLst>
          </p:cNvPr>
          <p:cNvSpPr txBox="1"/>
          <p:nvPr/>
        </p:nvSpPr>
        <p:spPr>
          <a:xfrm>
            <a:off x="317947" y="768708"/>
            <a:ext cx="8544326"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a:latin typeface="Arial"/>
                <a:cs typeface="Arial"/>
              </a:rPr>
              <a:t>The cybersecurity cube provides a useful way to think about protecting data and includes the three dimensions of information security.</a:t>
            </a:r>
            <a:endParaRPr lang="en-US">
              <a:cs typeface="Arial"/>
            </a:endParaRPr>
          </a:p>
        </p:txBody>
      </p:sp>
      <p:sp>
        <p:nvSpPr>
          <p:cNvPr id="4" name="CaixaDeTexto 3">
            <a:extLst>
              <a:ext uri="{FF2B5EF4-FFF2-40B4-BE49-F238E27FC236}">
                <a16:creationId xmlns:a16="http://schemas.microsoft.com/office/drawing/2014/main" id="{497A7A50-4C43-EBA2-7260-16C582964CBB}"/>
              </a:ext>
            </a:extLst>
          </p:cNvPr>
          <p:cNvSpPr txBox="1"/>
          <p:nvPr/>
        </p:nvSpPr>
        <p:spPr>
          <a:xfrm>
            <a:off x="369388" y="1421216"/>
            <a:ext cx="2415963" cy="140656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pt-BR" sz="1400">
                <a:latin typeface="Arial"/>
                <a:cs typeface="Arial"/>
              </a:rPr>
              <a:t>1. Security Principles</a:t>
            </a:r>
          </a:p>
          <a:p>
            <a:r>
              <a:rPr lang="pt-BR" sz="1400">
                <a:latin typeface="Arial"/>
                <a:cs typeface="Arial"/>
              </a:rPr>
              <a:t>identify the goals to protect cyberspace.</a:t>
            </a:r>
          </a:p>
          <a:p>
            <a:pPr marL="285750" indent="-285750">
              <a:buFont typeface="Arial"/>
              <a:buChar char="•"/>
            </a:pPr>
            <a:r>
              <a:rPr lang="pt-BR" sz="1400">
                <a:latin typeface="Arial"/>
                <a:cs typeface="Arial"/>
              </a:rPr>
              <a:t>Data </a:t>
            </a:r>
            <a:r>
              <a:rPr lang="pt-BR" sz="1400" b="1">
                <a:latin typeface="Arial"/>
                <a:cs typeface="Arial"/>
              </a:rPr>
              <a:t>confidentiality</a:t>
            </a:r>
            <a:endParaRPr lang="pt-BR" sz="1400">
              <a:latin typeface="Arial"/>
              <a:cs typeface="Arial"/>
            </a:endParaRPr>
          </a:p>
          <a:p>
            <a:pPr marL="285750" indent="-285750">
              <a:buFont typeface="Arial"/>
              <a:buChar char="•"/>
            </a:pPr>
            <a:r>
              <a:rPr lang="pt-BR" sz="1400">
                <a:latin typeface="Arial"/>
                <a:cs typeface="Arial"/>
              </a:rPr>
              <a:t>Data </a:t>
            </a:r>
            <a:r>
              <a:rPr lang="pt-BR" sz="1400" b="1">
                <a:latin typeface="Arial"/>
                <a:cs typeface="Arial"/>
              </a:rPr>
              <a:t>integrity</a:t>
            </a:r>
            <a:endParaRPr lang="pt-BR" sz="1400">
              <a:latin typeface="Arial"/>
              <a:cs typeface="Arial"/>
            </a:endParaRPr>
          </a:p>
          <a:p>
            <a:pPr marL="285750" indent="-285750">
              <a:buFont typeface="Arial"/>
              <a:buChar char="•"/>
            </a:pPr>
            <a:r>
              <a:rPr lang="pt-BR" sz="1400">
                <a:latin typeface="Arial"/>
                <a:cs typeface="Arial"/>
              </a:rPr>
              <a:t>Data </a:t>
            </a:r>
            <a:r>
              <a:rPr lang="pt-BR" sz="1400" b="1">
                <a:latin typeface="Arial"/>
                <a:cs typeface="Arial"/>
              </a:rPr>
              <a:t>availability</a:t>
            </a:r>
            <a:endParaRPr lang="pt-BR" sz="1400">
              <a:latin typeface="Arial"/>
              <a:cs typeface="Arial"/>
            </a:endParaRPr>
          </a:p>
        </p:txBody>
      </p:sp>
      <p:pic>
        <p:nvPicPr>
          <p:cNvPr id="7" name="Imagem 7" descr="Uma imagem contendo Gráfico&#10;&#10;Descrição gerada automaticamente">
            <a:extLst>
              <a:ext uri="{FF2B5EF4-FFF2-40B4-BE49-F238E27FC236}">
                <a16:creationId xmlns:a16="http://schemas.microsoft.com/office/drawing/2014/main" id="{B777CC10-BA94-442B-AAFF-0EBFE2BF92C3}"/>
              </a:ext>
            </a:extLst>
          </p:cNvPr>
          <p:cNvPicPr>
            <a:picLocks noChangeAspect="1"/>
          </p:cNvPicPr>
          <p:nvPr/>
        </p:nvPicPr>
        <p:blipFill>
          <a:blip r:embed="rId3"/>
          <a:stretch>
            <a:fillRect/>
          </a:stretch>
        </p:blipFill>
        <p:spPr>
          <a:xfrm>
            <a:off x="469488" y="3227199"/>
            <a:ext cx="2038350" cy="1362075"/>
          </a:xfrm>
          <a:prstGeom prst="rect">
            <a:avLst/>
          </a:prstGeom>
        </p:spPr>
      </p:pic>
      <p:sp>
        <p:nvSpPr>
          <p:cNvPr id="6" name="CaixaDeTexto 5">
            <a:extLst>
              <a:ext uri="{FF2B5EF4-FFF2-40B4-BE49-F238E27FC236}">
                <a16:creationId xmlns:a16="http://schemas.microsoft.com/office/drawing/2014/main" id="{6D89B345-A757-DF46-F572-6BE889C2E262}"/>
              </a:ext>
            </a:extLst>
          </p:cNvPr>
          <p:cNvSpPr txBox="1"/>
          <p:nvPr/>
        </p:nvSpPr>
        <p:spPr>
          <a:xfrm>
            <a:off x="3274484" y="1421217"/>
            <a:ext cx="2165684" cy="160043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a:latin typeface="Arial"/>
                <a:cs typeface="Calibri"/>
              </a:rPr>
              <a:t>2. Data States</a:t>
            </a:r>
          </a:p>
          <a:p>
            <a:r>
              <a:rPr lang="en-US" sz="1400">
                <a:latin typeface="Arial"/>
                <a:cs typeface="Calibri"/>
              </a:rPr>
              <a:t>represent the three possible data states.</a:t>
            </a:r>
          </a:p>
          <a:p>
            <a:pPr marL="285750" indent="-285750">
              <a:buFont typeface="Arial"/>
              <a:buChar char="•"/>
            </a:pPr>
            <a:r>
              <a:rPr lang="en-US" sz="1400">
                <a:latin typeface="Arial"/>
                <a:cs typeface="Calibri"/>
              </a:rPr>
              <a:t>Data </a:t>
            </a:r>
            <a:r>
              <a:rPr lang="en-US" sz="1400" b="1">
                <a:latin typeface="Arial"/>
                <a:cs typeface="Calibri"/>
              </a:rPr>
              <a:t>in transit</a:t>
            </a:r>
            <a:endParaRPr lang="en-US" sz="1400">
              <a:latin typeface="Arial"/>
              <a:cs typeface="Calibri"/>
            </a:endParaRPr>
          </a:p>
          <a:p>
            <a:pPr marL="285750" indent="-285750">
              <a:buFont typeface="Arial"/>
              <a:buChar char="•"/>
            </a:pPr>
            <a:r>
              <a:rPr lang="en-US" sz="1400">
                <a:latin typeface="Arial"/>
                <a:cs typeface="Calibri"/>
              </a:rPr>
              <a:t>Data </a:t>
            </a:r>
            <a:r>
              <a:rPr lang="en-US" sz="1400" b="1">
                <a:latin typeface="Arial"/>
                <a:cs typeface="Calibri"/>
              </a:rPr>
              <a:t>at rest</a:t>
            </a:r>
            <a:r>
              <a:rPr lang="en-US" sz="1400">
                <a:latin typeface="Arial"/>
                <a:cs typeface="Calibri"/>
              </a:rPr>
              <a:t> or in storage</a:t>
            </a:r>
          </a:p>
          <a:p>
            <a:pPr marL="285750" indent="-285750">
              <a:buFont typeface="Arial"/>
              <a:buChar char="•"/>
            </a:pPr>
            <a:r>
              <a:rPr lang="en-US" sz="1400">
                <a:latin typeface="Arial"/>
                <a:cs typeface="Calibri"/>
              </a:rPr>
              <a:t>Data </a:t>
            </a:r>
            <a:r>
              <a:rPr lang="en-US" sz="1400" b="1">
                <a:latin typeface="Arial"/>
                <a:cs typeface="Calibri"/>
              </a:rPr>
              <a:t>in process</a:t>
            </a:r>
            <a:endParaRPr lang="en-US" sz="1400">
              <a:latin typeface="Arial"/>
              <a:cs typeface="Calibri"/>
            </a:endParaRPr>
          </a:p>
        </p:txBody>
      </p:sp>
      <p:pic>
        <p:nvPicPr>
          <p:cNvPr id="8" name="Imagem 8" descr="Uma imagem contendo Gráfico&#10;&#10;Descrição gerada automaticamente">
            <a:extLst>
              <a:ext uri="{FF2B5EF4-FFF2-40B4-BE49-F238E27FC236}">
                <a16:creationId xmlns:a16="http://schemas.microsoft.com/office/drawing/2014/main" id="{C8BCD13E-FE88-47E9-AA21-E33081D2D358}"/>
              </a:ext>
            </a:extLst>
          </p:cNvPr>
          <p:cNvPicPr>
            <a:picLocks noChangeAspect="1"/>
          </p:cNvPicPr>
          <p:nvPr/>
        </p:nvPicPr>
        <p:blipFill>
          <a:blip r:embed="rId4"/>
          <a:stretch>
            <a:fillRect/>
          </a:stretch>
        </p:blipFill>
        <p:spPr>
          <a:xfrm>
            <a:off x="3363042" y="3226443"/>
            <a:ext cx="1988568" cy="1379687"/>
          </a:xfrm>
          <a:prstGeom prst="rect">
            <a:avLst/>
          </a:prstGeom>
        </p:spPr>
      </p:pic>
      <p:sp>
        <p:nvSpPr>
          <p:cNvPr id="10" name="CaixaDeTexto 9">
            <a:extLst>
              <a:ext uri="{FF2B5EF4-FFF2-40B4-BE49-F238E27FC236}">
                <a16:creationId xmlns:a16="http://schemas.microsoft.com/office/drawing/2014/main" id="{23476DEE-323A-BCC9-417E-7E2398592EEA}"/>
              </a:ext>
            </a:extLst>
          </p:cNvPr>
          <p:cNvSpPr txBox="1"/>
          <p:nvPr/>
        </p:nvSpPr>
        <p:spPr>
          <a:xfrm>
            <a:off x="5625754" y="1421225"/>
            <a:ext cx="3222808" cy="181588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a:latin typeface="Arial"/>
                <a:cs typeface="Arial"/>
              </a:rPr>
              <a:t>3. Safeguards</a:t>
            </a:r>
          </a:p>
          <a:p>
            <a:r>
              <a:rPr lang="en-US" sz="1400">
                <a:latin typeface="Arial"/>
                <a:cs typeface="Arial"/>
              </a:rPr>
              <a:t>define the pillars on which to base our cybersecurity defenses to protect data and infrastructure in the digital realm.</a:t>
            </a:r>
          </a:p>
          <a:p>
            <a:pPr marL="285750" indent="-285750">
              <a:buFont typeface="Arial"/>
              <a:buChar char="•"/>
            </a:pPr>
            <a:r>
              <a:rPr lang="en-US" sz="1400" b="1">
                <a:latin typeface="Arial"/>
                <a:cs typeface="Arial"/>
              </a:rPr>
              <a:t>Technology</a:t>
            </a:r>
          </a:p>
          <a:p>
            <a:pPr marL="285750" indent="-285750">
              <a:buFont typeface="Arial"/>
              <a:buChar char="•"/>
            </a:pPr>
            <a:r>
              <a:rPr lang="en-US" sz="1400" b="1">
                <a:latin typeface="Arial"/>
                <a:cs typeface="Arial"/>
              </a:rPr>
              <a:t>Policy and practices</a:t>
            </a:r>
            <a:endParaRPr lang="en-US">
              <a:latin typeface="Calibri" panose="020F0502020204030204"/>
              <a:cs typeface="Calibri" panose="020F0502020204030204"/>
            </a:endParaRPr>
          </a:p>
          <a:p>
            <a:pPr marL="285750" indent="-285750">
              <a:buFont typeface="Arial"/>
              <a:buChar char="•"/>
            </a:pPr>
            <a:r>
              <a:rPr lang="en-US" sz="1400">
                <a:latin typeface="Arial"/>
                <a:cs typeface="Arial"/>
              </a:rPr>
              <a:t>Improving education, training, and awareness in </a:t>
            </a:r>
            <a:r>
              <a:rPr lang="en-US" sz="1400" b="1">
                <a:latin typeface="Arial"/>
                <a:cs typeface="Arial"/>
              </a:rPr>
              <a:t>people</a:t>
            </a:r>
            <a:endParaRPr lang="en-US" sz="1400">
              <a:latin typeface="Arial"/>
              <a:cs typeface="Arial"/>
            </a:endParaRPr>
          </a:p>
        </p:txBody>
      </p:sp>
      <p:pic>
        <p:nvPicPr>
          <p:cNvPr id="9" name="Imagem 9">
            <a:extLst>
              <a:ext uri="{FF2B5EF4-FFF2-40B4-BE49-F238E27FC236}">
                <a16:creationId xmlns:a16="http://schemas.microsoft.com/office/drawing/2014/main" id="{97A371F7-1288-63EC-3C37-1572F27C3720}"/>
              </a:ext>
            </a:extLst>
          </p:cNvPr>
          <p:cNvPicPr>
            <a:picLocks noChangeAspect="1"/>
          </p:cNvPicPr>
          <p:nvPr/>
        </p:nvPicPr>
        <p:blipFill>
          <a:blip r:embed="rId5"/>
          <a:stretch>
            <a:fillRect/>
          </a:stretch>
        </p:blipFill>
        <p:spPr>
          <a:xfrm>
            <a:off x="6233665" y="3262349"/>
            <a:ext cx="1990725" cy="1323975"/>
          </a:xfrm>
          <a:prstGeom prst="rect">
            <a:avLst/>
          </a:prstGeom>
        </p:spPr>
      </p:pic>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nchor="t"/>
          <a:lstStyle>
            <a:lvl1pPr>
              <a:defRPr sz="600">
                <a:solidFill>
                  <a:srgbClr val="D9D9D9"/>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a:solidFill>
                  <a:srgbClr val="024C69"/>
                </a:solidFill>
                <a:latin typeface="Arial" pitchFamily="34" charset="0"/>
                <a:ea typeface="Arial" pitchFamily="34" charset="-122"/>
                <a:cs typeface="Arial" pitchFamily="34" charset="-120"/>
              </a:rPr>
              <a:t>The Three Dimensions</a:t>
            </a:r>
            <a:endParaRPr lang="en-US" sz="1600"/>
          </a:p>
        </p:txBody>
      </p:sp>
      <p:sp>
        <p:nvSpPr>
          <p:cNvPr id="3" name="Text 0"/>
          <p:cNvSpPr>
            <a:spLocks noGrp="1"/>
          </p:cNvSpPr>
          <p:nvPr>
            <p:ph type="body" idx="100" hasCustomPrompt="1"/>
          </p:nvPr>
        </p:nvSpPr>
        <p:spPr>
          <a:xfrm>
            <a:off x="0" y="274320"/>
            <a:ext cx="9144000" cy="536995"/>
          </a:xfrm>
          <a:prstGeom prst="rect">
            <a:avLst/>
          </a:prstGeom>
          <a:noFill/>
          <a:ln/>
        </p:spPr>
        <p:txBody>
          <a:bodyPr wrap="square" rtlCol="0" anchor="t"/>
          <a:lstStyle/>
          <a:p>
            <a:pPr marL="0" indent="0">
              <a:buNone/>
            </a:pPr>
            <a:r>
              <a:rPr lang="en-US" sz="2200">
                <a:solidFill>
                  <a:srgbClr val="024C69"/>
                </a:solidFill>
                <a:latin typeface="Arial" pitchFamily="34" charset="0"/>
                <a:ea typeface="Arial" pitchFamily="34" charset="-122"/>
                <a:cs typeface="Arial" pitchFamily="34" charset="-120"/>
              </a:rPr>
              <a:t>CIA Triad – The Principle of Confidentiality</a:t>
            </a:r>
            <a:endParaRPr lang="en-US" sz="2200"/>
          </a:p>
        </p:txBody>
      </p:sp>
      <p:sp>
        <p:nvSpPr>
          <p:cNvPr id="5" name="Text 2"/>
          <p:cNvSpPr/>
          <p:nvPr/>
        </p:nvSpPr>
        <p:spPr>
          <a:xfrm>
            <a:off x="293139" y="883050"/>
            <a:ext cx="8229600" cy="3437279"/>
          </a:xfrm>
          <a:prstGeom prst="rect">
            <a:avLst/>
          </a:prstGeom>
          <a:noFill/>
          <a:ln/>
        </p:spPr>
        <p:txBody>
          <a:bodyPr wrap="square" lIns="91440" tIns="45720" rIns="91440" bIns="45720" rtlCol="0" anchor="t"/>
          <a:lstStyle/>
          <a:p>
            <a:pPr marL="285750" indent="-285750">
              <a:lnSpc>
                <a:spcPts val="2000"/>
              </a:lnSpc>
              <a:buFont typeface="Arial"/>
              <a:buChar char="•"/>
            </a:pPr>
            <a:r>
              <a:rPr lang="en-US" sz="1400" dirty="0">
                <a:solidFill>
                  <a:srgbClr val="000000"/>
                </a:solidFill>
                <a:latin typeface="Arial"/>
                <a:ea typeface="Arial" pitchFamily="34" charset="-122"/>
                <a:cs typeface="Arial"/>
              </a:rPr>
              <a:t>Tokenization is a substitution technique that can isolate data elements from exposure to other data systems.</a:t>
            </a:r>
            <a:endParaRPr lang="en-US" dirty="0"/>
          </a:p>
          <a:p>
            <a:pPr marL="742950" lvl="1" indent="-285750">
              <a:lnSpc>
                <a:spcPts val="2000"/>
              </a:lnSpc>
              <a:buFont typeface="Arial"/>
              <a:buChar char="•"/>
            </a:pPr>
            <a:r>
              <a:rPr lang="en-US" sz="1400" dirty="0">
                <a:solidFill>
                  <a:srgbClr val="000000"/>
                </a:solidFill>
                <a:latin typeface="Arial"/>
                <a:ea typeface="Arial" pitchFamily="34" charset="-122"/>
                <a:cs typeface="Arial"/>
              </a:rPr>
              <a:t>Tokenization can be used to accomplish confidentiality without using encryption.</a:t>
            </a:r>
            <a:endParaRPr lang="en-US" dirty="0">
              <a:cs typeface="Calibri" panose="020F0502020204030204"/>
            </a:endParaRPr>
          </a:p>
          <a:p>
            <a:pPr marL="742950" lvl="1" indent="-285750">
              <a:lnSpc>
                <a:spcPts val="2000"/>
              </a:lnSpc>
              <a:buFont typeface="Arial"/>
              <a:buChar char="•"/>
            </a:pPr>
            <a:r>
              <a:rPr lang="en-US" sz="1400" dirty="0">
                <a:solidFill>
                  <a:srgbClr val="000000"/>
                </a:solidFill>
                <a:latin typeface="Arial"/>
                <a:ea typeface="Arial" pitchFamily="34" charset="-122"/>
                <a:cs typeface="Arial"/>
              </a:rPr>
              <a:t>A random value with no mathematical relationship replaces original data. </a:t>
            </a:r>
            <a:endParaRPr lang="en-US" dirty="0">
              <a:solidFill>
                <a:srgbClr val="000000"/>
              </a:solidFill>
              <a:latin typeface="Calibri" panose="020F0502020204030204"/>
              <a:ea typeface="Arial" pitchFamily="34" charset="-122"/>
              <a:cs typeface="Calibri"/>
            </a:endParaRPr>
          </a:p>
          <a:p>
            <a:pPr marL="742950" lvl="1" indent="-285750">
              <a:lnSpc>
                <a:spcPts val="2000"/>
              </a:lnSpc>
              <a:buFont typeface="Arial"/>
              <a:buChar char="•"/>
            </a:pPr>
            <a:r>
              <a:rPr lang="en-US" sz="1400" dirty="0">
                <a:solidFill>
                  <a:srgbClr val="000000"/>
                </a:solidFill>
                <a:latin typeface="Arial"/>
                <a:ea typeface="Arial" pitchFamily="34" charset="-122"/>
                <a:cs typeface="Arial"/>
              </a:rPr>
              <a:t>Outside the system, a token has no value and is meaningless. </a:t>
            </a:r>
            <a:endParaRPr lang="en-US" dirty="0">
              <a:solidFill>
                <a:srgbClr val="000000"/>
              </a:solidFill>
              <a:latin typeface="Calibri" panose="020F0502020204030204"/>
              <a:ea typeface="Arial" pitchFamily="34" charset="-122"/>
              <a:cs typeface="Calibri"/>
            </a:endParaRPr>
          </a:p>
          <a:p>
            <a:pPr marL="742950" lvl="1" indent="-285750">
              <a:lnSpc>
                <a:spcPts val="2000"/>
              </a:lnSpc>
              <a:buFont typeface="Arial"/>
              <a:buChar char="•"/>
            </a:pPr>
            <a:r>
              <a:rPr lang="en-US" sz="1400" dirty="0">
                <a:solidFill>
                  <a:srgbClr val="000000"/>
                </a:solidFill>
                <a:latin typeface="Arial"/>
                <a:ea typeface="Arial" pitchFamily="34" charset="-122"/>
                <a:cs typeface="Arial"/>
              </a:rPr>
              <a:t>Tokenization can preserve the data format (its type and data length), which makes it useful for databases and card payment processing.</a:t>
            </a:r>
            <a:endParaRPr lang="en-US" dirty="0">
              <a:latin typeface="Calibri" panose="020F0502020204030204"/>
              <a:cs typeface="Calibri"/>
            </a:endParaRPr>
          </a:p>
          <a:p>
            <a:pPr lvl="1">
              <a:lnSpc>
                <a:spcPts val="2000"/>
              </a:lnSpc>
            </a:pPr>
            <a:endParaRPr lang="en-US" sz="1400" dirty="0">
              <a:latin typeface="Arial"/>
              <a:cs typeface="Arial"/>
            </a:endParaRPr>
          </a:p>
          <a:p>
            <a:pPr marL="285750" indent="-285750">
              <a:lnSpc>
                <a:spcPts val="2000"/>
              </a:lnSpc>
              <a:buFont typeface="Arial"/>
              <a:buChar char="•"/>
            </a:pPr>
            <a:r>
              <a:rPr lang="en-US" sz="1400" dirty="0">
                <a:latin typeface="Arial"/>
                <a:cs typeface="Arial"/>
              </a:rPr>
              <a:t>Rights management covers both digital rights management (DRM) and information rights management (IRM). </a:t>
            </a:r>
            <a:endParaRPr lang="en-US" dirty="0">
              <a:latin typeface="Calibri" panose="020F0502020204030204"/>
              <a:cs typeface="Calibri"/>
            </a:endParaRPr>
          </a:p>
          <a:p>
            <a:pPr marL="742950" lvl="1" indent="-285750">
              <a:lnSpc>
                <a:spcPts val="2000"/>
              </a:lnSpc>
              <a:buFont typeface="Arial"/>
              <a:buChar char="•"/>
            </a:pPr>
            <a:r>
              <a:rPr lang="en-US" sz="1400" dirty="0">
                <a:latin typeface="Arial"/>
                <a:cs typeface="Arial"/>
              </a:rPr>
              <a:t>DRM protects copyrighted material like music, films, or books.</a:t>
            </a:r>
            <a:endParaRPr lang="en-US" dirty="0">
              <a:latin typeface="Calibri" panose="020F0502020204030204"/>
              <a:cs typeface="Calibri"/>
            </a:endParaRPr>
          </a:p>
          <a:p>
            <a:pPr marL="742950" lvl="1" indent="-285750">
              <a:lnSpc>
                <a:spcPts val="2000"/>
              </a:lnSpc>
              <a:buFont typeface="Arial"/>
              <a:buChar char="•"/>
            </a:pPr>
            <a:r>
              <a:rPr lang="en-US" sz="1400" dirty="0">
                <a:latin typeface="Arial"/>
                <a:cs typeface="Arial"/>
              </a:rPr>
              <a:t>IRM is used with email and other files that are relevant to the activities and communications of an organization. </a:t>
            </a:r>
          </a:p>
          <a:p>
            <a:pPr>
              <a:lnSpc>
                <a:spcPts val="2000"/>
              </a:lnSpc>
            </a:pPr>
            <a:endParaRPr lang="en-US" sz="1400" dirty="0">
              <a:latin typeface="Arial"/>
              <a:cs typeface="Arial"/>
            </a:endParaRPr>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nchor="t"/>
          <a:lstStyle>
            <a:lvl1pPr>
              <a:defRPr sz="600">
                <a:solidFill>
                  <a:srgbClr val="D9D9D9"/>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a:solidFill>
                  <a:srgbClr val="024C69"/>
                </a:solidFill>
                <a:latin typeface="Arial" pitchFamily="34" charset="0"/>
                <a:ea typeface="Arial" pitchFamily="34" charset="-122"/>
                <a:cs typeface="Arial" pitchFamily="34" charset="-120"/>
              </a:rPr>
              <a:t>The Three Dimensions</a:t>
            </a:r>
            <a:endParaRPr lang="en-US" sz="1600"/>
          </a:p>
        </p:txBody>
      </p:sp>
      <p:sp>
        <p:nvSpPr>
          <p:cNvPr id="3" name="Text 0"/>
          <p:cNvSpPr>
            <a:spLocks noGrp="1"/>
          </p:cNvSpPr>
          <p:nvPr>
            <p:ph type="body" idx="100" hasCustomPrompt="1"/>
          </p:nvPr>
        </p:nvSpPr>
        <p:spPr>
          <a:xfrm>
            <a:off x="0" y="274320"/>
            <a:ext cx="9144000" cy="457039"/>
          </a:xfrm>
          <a:prstGeom prst="rect">
            <a:avLst/>
          </a:prstGeom>
          <a:noFill/>
          <a:ln/>
        </p:spPr>
        <p:txBody>
          <a:bodyPr wrap="square" rtlCol="0" anchor="t"/>
          <a:lstStyle/>
          <a:p>
            <a:pPr marL="0" indent="0">
              <a:buNone/>
            </a:pPr>
            <a:r>
              <a:rPr lang="en-US" sz="2200">
                <a:solidFill>
                  <a:srgbClr val="024C69"/>
                </a:solidFill>
                <a:latin typeface="Arial" pitchFamily="34" charset="0"/>
                <a:ea typeface="Arial" pitchFamily="34" charset="-122"/>
                <a:cs typeface="Arial" pitchFamily="34" charset="-120"/>
              </a:rPr>
              <a:t>Data Integrity</a:t>
            </a:r>
            <a:endParaRPr lang="en-US" sz="2200"/>
          </a:p>
        </p:txBody>
      </p:sp>
      <p:sp>
        <p:nvSpPr>
          <p:cNvPr id="5" name="Text 2"/>
          <p:cNvSpPr/>
          <p:nvPr/>
        </p:nvSpPr>
        <p:spPr>
          <a:xfrm>
            <a:off x="272103" y="966967"/>
            <a:ext cx="8229600" cy="2875191"/>
          </a:xfrm>
          <a:prstGeom prst="rect">
            <a:avLst/>
          </a:prstGeom>
          <a:noFill/>
          <a:ln/>
        </p:spPr>
        <p:txBody>
          <a:bodyPr wrap="square" lIns="91440" tIns="45720" rIns="91440" bIns="45720" rtlCol="0" anchor="t"/>
          <a:lstStyle/>
          <a:p>
            <a:pPr marL="285750" indent="-285750">
              <a:buFont typeface="Arial"/>
              <a:buChar char="•"/>
            </a:pPr>
            <a:r>
              <a:rPr lang="en-US" sz="1400">
                <a:solidFill>
                  <a:srgbClr val="000000"/>
                </a:solidFill>
                <a:latin typeface="Arial"/>
                <a:cs typeface="Arial"/>
              </a:rPr>
              <a:t>Integrity is the accuracy, consistency, and trustworthiness of data across its entire lifecycle.</a:t>
            </a:r>
          </a:p>
          <a:p>
            <a:pPr marL="285750" indent="-285750">
              <a:buFont typeface="Arial"/>
              <a:buChar char="•"/>
            </a:pPr>
            <a:r>
              <a:rPr lang="en-US" sz="1400">
                <a:solidFill>
                  <a:srgbClr val="000000"/>
                </a:solidFill>
                <a:latin typeface="Arial"/>
                <a:cs typeface="Arial"/>
              </a:rPr>
              <a:t>Data undergoes several operations, such as capture, storage, retrieval, update, and transfer. </a:t>
            </a:r>
          </a:p>
          <a:p>
            <a:pPr marL="285750" indent="-285750">
              <a:buFont typeface="Arial"/>
              <a:buChar char="•"/>
            </a:pPr>
            <a:r>
              <a:rPr lang="en-US" sz="1400">
                <a:solidFill>
                  <a:srgbClr val="000000"/>
                </a:solidFill>
                <a:latin typeface="Arial"/>
                <a:cs typeface="Arial"/>
              </a:rPr>
              <a:t>Data must remain unaltered by unauthorized entities during all these operations.</a:t>
            </a:r>
          </a:p>
          <a:p>
            <a:pPr marL="285750" indent="-285750">
              <a:buFont typeface="Arial"/>
              <a:buChar char="•"/>
            </a:pPr>
            <a:r>
              <a:rPr lang="en-US" sz="1400">
                <a:solidFill>
                  <a:srgbClr val="000000"/>
                </a:solidFill>
                <a:latin typeface="Arial"/>
                <a:cs typeface="Arial"/>
              </a:rPr>
              <a:t>Methods used to ensure data integrity include hashing, data validation checks, data consistency checks, and access controls. </a:t>
            </a:r>
          </a:p>
          <a:p>
            <a:pPr marL="285750" indent="-285750">
              <a:buFont typeface="Arial"/>
              <a:buChar char="•"/>
            </a:pPr>
            <a:r>
              <a:rPr lang="en-US" sz="1400">
                <a:solidFill>
                  <a:srgbClr val="000000"/>
                </a:solidFill>
                <a:latin typeface="Arial"/>
                <a:cs typeface="Arial"/>
              </a:rPr>
              <a:t>Data integrity is a fundamental component of information security.</a:t>
            </a:r>
            <a:endParaRPr lang="en-US" sz="1400">
              <a:latin typeface="Arial"/>
              <a:cs typeface="Arial"/>
            </a:endParaRPr>
          </a:p>
          <a:p>
            <a:pPr marL="285750" indent="-285750">
              <a:buFont typeface="Arial"/>
              <a:buChar char="•"/>
            </a:pPr>
            <a:r>
              <a:rPr lang="en-US" sz="1400">
                <a:latin typeface="Arial"/>
                <a:cs typeface="Arial"/>
              </a:rPr>
              <a:t>The levels of need for data integrity are:</a:t>
            </a:r>
            <a:endParaRPr lang="en-US" sz="1400"/>
          </a:p>
          <a:p>
            <a:pPr marL="742950" lvl="1" indent="-285750">
              <a:buFont typeface="Arial"/>
              <a:buChar char="•"/>
            </a:pPr>
            <a:r>
              <a:rPr lang="en-US" sz="1400">
                <a:solidFill>
                  <a:srgbClr val="000000"/>
                </a:solidFill>
                <a:latin typeface="Arial"/>
                <a:cs typeface="Arial"/>
              </a:rPr>
              <a:t>Critical </a:t>
            </a:r>
          </a:p>
          <a:p>
            <a:pPr marL="742950" lvl="1" indent="-285750">
              <a:buFont typeface="Arial"/>
              <a:buChar char="•"/>
            </a:pPr>
            <a:r>
              <a:rPr lang="en-US" sz="1400">
                <a:latin typeface="Arial"/>
                <a:cs typeface="Arial"/>
              </a:rPr>
              <a:t>High </a:t>
            </a:r>
          </a:p>
          <a:p>
            <a:pPr marL="742950" lvl="1" indent="-285750">
              <a:buFont typeface="Arial"/>
              <a:buChar char="•"/>
            </a:pPr>
            <a:r>
              <a:rPr lang="en-US" sz="1400">
                <a:latin typeface="Arial"/>
                <a:cs typeface="Arial"/>
              </a:rPr>
              <a:t>Medium </a:t>
            </a:r>
          </a:p>
          <a:p>
            <a:pPr marL="742950" lvl="1" indent="-285750">
              <a:buFont typeface="Arial"/>
              <a:buChar char="•"/>
            </a:pPr>
            <a:r>
              <a:rPr lang="en-US" sz="1400">
                <a:latin typeface="Arial"/>
                <a:cs typeface="Arial"/>
              </a:rPr>
              <a:t>Low </a:t>
            </a:r>
          </a:p>
          <a:p>
            <a:endParaRPr lang="en-US" sz="1400">
              <a:latin typeface="Arial"/>
              <a:cs typeface="Arial"/>
            </a:endParaRPr>
          </a:p>
          <a:p>
            <a:endParaRPr lang="en-US" sz="1400">
              <a:latin typeface="Arial"/>
              <a:cs typeface="Arial"/>
            </a:endParaRPr>
          </a:p>
          <a:p>
            <a:pPr>
              <a:lnSpc>
                <a:spcPts val="2000"/>
              </a:lnSpc>
            </a:pPr>
            <a:endParaRPr lang="en-US" sz="1400">
              <a:latin typeface="Arial"/>
              <a:cs typeface="Arial"/>
            </a:endParaRPr>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nchor="t"/>
          <a:lstStyle>
            <a:lvl1pPr>
              <a:defRPr sz="600">
                <a:solidFill>
                  <a:srgbClr val="D9D9D9"/>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a:solidFill>
                  <a:srgbClr val="024C69"/>
                </a:solidFill>
                <a:latin typeface="Arial" pitchFamily="34" charset="0"/>
                <a:ea typeface="Arial" pitchFamily="34" charset="-122"/>
                <a:cs typeface="Arial" pitchFamily="34" charset="-120"/>
              </a:rPr>
              <a:t>The Three Dimensions</a:t>
            </a:r>
            <a:endParaRPr lang="en-US" sz="1600"/>
          </a:p>
        </p:txBody>
      </p:sp>
      <p:sp>
        <p:nvSpPr>
          <p:cNvPr id="3" name="Text 0"/>
          <p:cNvSpPr>
            <a:spLocks noGrp="1"/>
          </p:cNvSpPr>
          <p:nvPr>
            <p:ph type="body" idx="100" hasCustomPrompt="1"/>
          </p:nvPr>
        </p:nvSpPr>
        <p:spPr>
          <a:xfrm>
            <a:off x="0" y="274320"/>
            <a:ext cx="9144000" cy="539412"/>
          </a:xfrm>
          <a:prstGeom prst="rect">
            <a:avLst/>
          </a:prstGeom>
          <a:noFill/>
          <a:ln/>
        </p:spPr>
        <p:txBody>
          <a:bodyPr wrap="square" rtlCol="0" anchor="t"/>
          <a:lstStyle/>
          <a:p>
            <a:pPr marL="0" indent="0">
              <a:buNone/>
            </a:pPr>
            <a:r>
              <a:rPr lang="en-US" sz="2200">
                <a:solidFill>
                  <a:srgbClr val="024C69"/>
                </a:solidFill>
                <a:latin typeface="Arial" pitchFamily="34" charset="0"/>
                <a:ea typeface="Arial" pitchFamily="34" charset="-122"/>
                <a:cs typeface="Arial" pitchFamily="34" charset="-120"/>
              </a:rPr>
              <a:t>Ensuring Availability</a:t>
            </a:r>
            <a:endParaRPr lang="en-US" sz="2200"/>
          </a:p>
        </p:txBody>
      </p:sp>
      <p:sp>
        <p:nvSpPr>
          <p:cNvPr id="5" name="Text 2"/>
          <p:cNvSpPr/>
          <p:nvPr/>
        </p:nvSpPr>
        <p:spPr>
          <a:xfrm>
            <a:off x="500063" y="959049"/>
            <a:ext cx="8229600" cy="2787410"/>
          </a:xfrm>
          <a:prstGeom prst="rect">
            <a:avLst/>
          </a:prstGeom>
          <a:noFill/>
          <a:ln/>
        </p:spPr>
        <p:txBody>
          <a:bodyPr wrap="square" lIns="91440" tIns="45720" rIns="91440" bIns="45720" rtlCol="0" anchor="t"/>
          <a:lstStyle/>
          <a:p>
            <a:r>
              <a:rPr lang="en-US" sz="1400">
                <a:solidFill>
                  <a:srgbClr val="000000"/>
                </a:solidFill>
                <a:latin typeface="Arial"/>
                <a:cs typeface="Arial"/>
              </a:rPr>
              <a:t>There are many measures that organizations can implement to ensure the availability of their services and systems.</a:t>
            </a:r>
            <a:endParaRPr lang="en-US"/>
          </a:p>
          <a:p>
            <a:endParaRPr lang="en-US" sz="1400">
              <a:solidFill>
                <a:srgbClr val="000000"/>
              </a:solidFill>
              <a:latin typeface="Arial"/>
              <a:cs typeface="Arial"/>
            </a:endParaRPr>
          </a:p>
          <a:p>
            <a:pPr marL="285750" indent="-285750">
              <a:buFont typeface="Arial"/>
              <a:buChar char="•"/>
            </a:pPr>
            <a:r>
              <a:rPr lang="en-US" sz="1400" b="1">
                <a:latin typeface="Arial"/>
                <a:cs typeface="Arial"/>
              </a:rPr>
              <a:t>Equipment maintenance</a:t>
            </a:r>
            <a:r>
              <a:rPr lang="en-US" sz="1400">
                <a:latin typeface="Arial"/>
                <a:cs typeface="Arial"/>
              </a:rPr>
              <a:t>: Regular equipment maintenance can dramatically improve system uptime. Maintenance includes component replacement, cleaning and alignment.</a:t>
            </a:r>
          </a:p>
          <a:p>
            <a:endParaRPr lang="en-US" sz="1400">
              <a:latin typeface="Arial"/>
              <a:cs typeface="Arial"/>
            </a:endParaRPr>
          </a:p>
          <a:p>
            <a:pPr marL="285750" indent="-285750">
              <a:buFont typeface="Arial"/>
              <a:buChar char="•"/>
            </a:pPr>
            <a:r>
              <a:rPr lang="en-US" sz="1400" b="1">
                <a:latin typeface="Arial"/>
                <a:cs typeface="Arial"/>
              </a:rPr>
              <a:t>Operating systems and software updates and patches:</a:t>
            </a:r>
            <a:r>
              <a:rPr lang="en-US" sz="1400">
                <a:latin typeface="Arial"/>
                <a:cs typeface="Arial"/>
              </a:rPr>
              <a:t> Modern operating systems, applications, and software are continuously updated to correct errors and eliminate vulnerabilities. </a:t>
            </a:r>
          </a:p>
          <a:p>
            <a:pPr marL="285750" indent="-285750">
              <a:buFont typeface="Arial"/>
              <a:buChar char="•"/>
            </a:pPr>
            <a:endParaRPr lang="en-US" sz="1400">
              <a:latin typeface="Arial"/>
              <a:cs typeface="Arial"/>
            </a:endParaRPr>
          </a:p>
          <a:p>
            <a:pPr marL="285750" indent="-285750">
              <a:lnSpc>
                <a:spcPts val="2000"/>
              </a:lnSpc>
              <a:buFont typeface="Arial"/>
              <a:buChar char="•"/>
            </a:pPr>
            <a:r>
              <a:rPr lang="en-US" sz="1400" b="1">
                <a:latin typeface="Arial"/>
                <a:cs typeface="Arial"/>
              </a:rPr>
              <a:t>Backup testing: </a:t>
            </a:r>
            <a:r>
              <a:rPr lang="en-US" sz="1400">
                <a:latin typeface="Arial"/>
                <a:cs typeface="Arial"/>
              </a:rPr>
              <a:t>Backup of organization data, configuration data, and personal data helps ensures availability. Backup systems and backed up data should also be tested to ensure they work properly, and that data can be recovered in the event of data loss.</a:t>
            </a:r>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nchor="t"/>
          <a:lstStyle>
            <a:lvl1pPr>
              <a:defRPr sz="600">
                <a:solidFill>
                  <a:srgbClr val="D9D9D9"/>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a:solidFill>
                  <a:srgbClr val="024C69"/>
                </a:solidFill>
                <a:latin typeface="Arial" pitchFamily="34" charset="0"/>
                <a:ea typeface="Arial" pitchFamily="34" charset="-122"/>
                <a:cs typeface="Arial" pitchFamily="34" charset="-120"/>
              </a:rPr>
              <a:t>The Three Dimensions</a:t>
            </a:r>
            <a:endParaRPr lang="en-US" sz="1600"/>
          </a:p>
        </p:txBody>
      </p:sp>
      <p:sp>
        <p:nvSpPr>
          <p:cNvPr id="3" name="Text 0"/>
          <p:cNvSpPr>
            <a:spLocks noGrp="1"/>
          </p:cNvSpPr>
          <p:nvPr>
            <p:ph type="body" idx="100" hasCustomPrompt="1"/>
          </p:nvPr>
        </p:nvSpPr>
        <p:spPr>
          <a:xfrm>
            <a:off x="0" y="274320"/>
            <a:ext cx="9144000" cy="463911"/>
          </a:xfrm>
          <a:prstGeom prst="rect">
            <a:avLst/>
          </a:prstGeom>
          <a:noFill/>
          <a:ln/>
        </p:spPr>
        <p:txBody>
          <a:bodyPr wrap="square" lIns="91440" tIns="45720" rIns="91440" bIns="45720" rtlCol="0" anchor="t"/>
          <a:lstStyle/>
          <a:p>
            <a:r>
              <a:rPr lang="en-US" sz="2200">
                <a:solidFill>
                  <a:srgbClr val="024C69"/>
                </a:solidFill>
                <a:latin typeface="Arial"/>
                <a:cs typeface="Arial"/>
              </a:rPr>
              <a:t>Ensuring Availability</a:t>
            </a:r>
            <a:r>
              <a:rPr lang="en-US">
                <a:latin typeface="Arial"/>
                <a:cs typeface="Arial"/>
              </a:rPr>
              <a:t> (Cont.)</a:t>
            </a:r>
            <a:endParaRPr lang="en-US" sz="2200"/>
          </a:p>
        </p:txBody>
      </p:sp>
      <p:sp>
        <p:nvSpPr>
          <p:cNvPr id="5" name="Text 2"/>
          <p:cNvSpPr/>
          <p:nvPr/>
        </p:nvSpPr>
        <p:spPr>
          <a:xfrm>
            <a:off x="464784" y="925671"/>
            <a:ext cx="8229600" cy="3453381"/>
          </a:xfrm>
          <a:prstGeom prst="rect">
            <a:avLst/>
          </a:prstGeom>
          <a:noFill/>
          <a:ln/>
        </p:spPr>
        <p:txBody>
          <a:bodyPr wrap="square" lIns="91440" tIns="45720" rIns="91440" bIns="45720" rtlCol="0" anchor="t"/>
          <a:lstStyle/>
          <a:p>
            <a:pPr marL="285750" indent="-285750">
              <a:buFont typeface="Arial"/>
              <a:buChar char="•"/>
            </a:pPr>
            <a:r>
              <a:rPr lang="en-US" sz="1400" b="1">
                <a:solidFill>
                  <a:srgbClr val="000000"/>
                </a:solidFill>
                <a:latin typeface="Arial"/>
                <a:cs typeface="Arial"/>
              </a:rPr>
              <a:t>Disaster planning</a:t>
            </a:r>
            <a:r>
              <a:rPr lang="en-US" sz="1400">
                <a:solidFill>
                  <a:srgbClr val="000000"/>
                </a:solidFill>
                <a:latin typeface="Arial"/>
                <a:cs typeface="Arial"/>
              </a:rPr>
              <a:t>: Planning for disasters is a critical part of increasing system availability. The cybersecurity team should practice response protocols, test backup systems, and be familiar with procedures for restoring critical systems.</a:t>
            </a:r>
            <a:endParaRPr lang="en-US" sz="1400">
              <a:latin typeface="Arial"/>
              <a:cs typeface="Arial"/>
            </a:endParaRPr>
          </a:p>
          <a:p>
            <a:endParaRPr lang="en-US" sz="1400">
              <a:latin typeface="Arial"/>
              <a:cs typeface="Arial"/>
            </a:endParaRPr>
          </a:p>
          <a:p>
            <a:pPr marL="285750" indent="-285750">
              <a:buFont typeface="Arial"/>
              <a:buChar char="•"/>
            </a:pPr>
            <a:r>
              <a:rPr lang="en-US" sz="1400" b="1">
                <a:latin typeface="Arial"/>
                <a:cs typeface="Arial"/>
              </a:rPr>
              <a:t>New technology implementations:</a:t>
            </a:r>
            <a:r>
              <a:rPr lang="en-US" sz="1400">
                <a:latin typeface="Arial"/>
                <a:cs typeface="Arial"/>
              </a:rPr>
              <a:t> High availability requires continuous evaluation and testing of new technologies to counter new threats and attacks. Cybercriminals use the latest tools and tricks, so cyber professionals are also required to keep up, using new technologies, products and devices.</a:t>
            </a:r>
          </a:p>
          <a:p>
            <a:endParaRPr lang="en-US" sz="1400">
              <a:latin typeface="Arial"/>
              <a:cs typeface="Arial"/>
            </a:endParaRPr>
          </a:p>
          <a:p>
            <a:pPr marL="285750" indent="-285750">
              <a:buFont typeface="Arial"/>
              <a:buChar char="•"/>
            </a:pPr>
            <a:r>
              <a:rPr lang="en-US" sz="1400" b="1">
                <a:latin typeface="Arial"/>
                <a:cs typeface="Arial"/>
              </a:rPr>
              <a:t>Activity monitoring</a:t>
            </a:r>
            <a:r>
              <a:rPr lang="en-US" sz="1400">
                <a:latin typeface="Arial"/>
                <a:cs typeface="Arial"/>
              </a:rPr>
              <a:t>: Continuous system monitoring increases system availability. Monitoring event logs, system alerts, and access logs provide the cybersecurity professional with real-time system information. </a:t>
            </a:r>
          </a:p>
          <a:p>
            <a:endParaRPr lang="en-US" sz="1400">
              <a:latin typeface="Arial"/>
              <a:cs typeface="Arial"/>
            </a:endParaRPr>
          </a:p>
          <a:p>
            <a:pPr marL="285750" indent="-285750">
              <a:buFont typeface="Arial"/>
              <a:buChar char="•"/>
            </a:pPr>
            <a:r>
              <a:rPr lang="en-US" sz="1400" b="1">
                <a:latin typeface="Arial"/>
                <a:cs typeface="Arial"/>
              </a:rPr>
              <a:t>Availability testing:</a:t>
            </a:r>
            <a:r>
              <a:rPr lang="en-US" sz="1400">
                <a:latin typeface="Arial"/>
                <a:cs typeface="Arial"/>
              </a:rPr>
              <a:t> All systems should be tested to find vulnerabilities. Testing can include port scans, vulnerability scans, and penetration tests.</a:t>
            </a:r>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nchor="t"/>
          <a:lstStyle>
            <a:lvl1pPr>
              <a:defRPr sz="600">
                <a:solidFill>
                  <a:srgbClr val="D9D9D9"/>
                </a:solidFill>
              </a:defRPr>
            </a:lvl1pPr>
          </a:lstStyle>
          <a:p>
            <a:pPr algn="r"/>
            <a:fld id="{F7021451-1387-4CA6-816F-3879F97B5CBC}" type="slidenum">
              <a:rPr lang="en-US" b="0"/>
              <a:t>7</a:t>
            </a:fld>
            <a:endParaRPr lang="en-US"/>
          </a:p>
        </p:txBody>
      </p:sp>
    </p:spTree>
    <p:extLst>
      <p:ext uri="{BB962C8B-B14F-4D97-AF65-F5344CB8AC3E}">
        <p14:creationId xmlns:p14="http://schemas.microsoft.com/office/powerpoint/2010/main" val="32529056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457200" y="2057400"/>
            <a:ext cx="8229600" cy="914400"/>
          </a:xfrm>
          <a:prstGeom prst="rect">
            <a:avLst/>
          </a:prstGeom>
          <a:noFill/>
          <a:ln/>
        </p:spPr>
        <p:txBody>
          <a:bodyPr wrap="square" rtlCol="0"/>
          <a:lstStyle/>
          <a:p>
            <a:pPr marL="0" indent="0">
              <a:buNone/>
            </a:pPr>
            <a:r>
              <a:rPr lang="en-US" sz="4600" dirty="0">
                <a:solidFill>
                  <a:srgbClr val="B1E8FA"/>
                </a:solidFill>
                <a:latin typeface="Arial" pitchFamily="34" charset="0"/>
                <a:ea typeface="Arial" pitchFamily="34" charset="-122"/>
                <a:cs typeface="Arial" pitchFamily="34" charset="-120"/>
              </a:rPr>
              <a:t>10.2 States of Data</a:t>
            </a:r>
            <a:endParaRPr lang="en-US" sz="4600" dirty="0"/>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nchor="t"/>
          <a:lstStyle>
            <a:lvl1pPr>
              <a:defRPr sz="600">
                <a:solidFill>
                  <a:srgbClr val="D9D9D9"/>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a:solidFill>
                  <a:srgbClr val="024C69"/>
                </a:solidFill>
                <a:latin typeface="Arial" pitchFamily="34" charset="0"/>
                <a:ea typeface="Arial" pitchFamily="34" charset="-122"/>
                <a:cs typeface="Arial" pitchFamily="34" charset="-120"/>
              </a:rPr>
              <a:t>States of Data</a:t>
            </a:r>
            <a:endParaRPr lang="en-US" sz="1600"/>
          </a:p>
        </p:txBody>
      </p:sp>
      <p:sp>
        <p:nvSpPr>
          <p:cNvPr id="3" name="Text 0"/>
          <p:cNvSpPr>
            <a:spLocks noGrp="1"/>
          </p:cNvSpPr>
          <p:nvPr>
            <p:ph type="body" idx="100" hasCustomPrompt="1"/>
          </p:nvPr>
        </p:nvSpPr>
        <p:spPr>
          <a:xfrm>
            <a:off x="0" y="274320"/>
            <a:ext cx="9144000" cy="440862"/>
          </a:xfrm>
          <a:prstGeom prst="rect">
            <a:avLst/>
          </a:prstGeom>
          <a:noFill/>
          <a:ln/>
        </p:spPr>
        <p:txBody>
          <a:bodyPr wrap="square" rtlCol="0" anchor="t"/>
          <a:lstStyle/>
          <a:p>
            <a:pPr marL="0" indent="0">
              <a:buNone/>
            </a:pPr>
            <a:r>
              <a:rPr lang="en-US" sz="2200">
                <a:solidFill>
                  <a:srgbClr val="024C69"/>
                </a:solidFill>
                <a:latin typeface="Arial" pitchFamily="34" charset="0"/>
                <a:ea typeface="Arial" pitchFamily="34" charset="-122"/>
                <a:cs typeface="Arial" pitchFamily="34" charset="-120"/>
              </a:rPr>
              <a:t>Data at Rest</a:t>
            </a:r>
            <a:endParaRPr lang="en-US" sz="2200"/>
          </a:p>
        </p:txBody>
      </p:sp>
      <p:sp>
        <p:nvSpPr>
          <p:cNvPr id="5" name="Text 2"/>
          <p:cNvSpPr/>
          <p:nvPr/>
        </p:nvSpPr>
        <p:spPr>
          <a:xfrm>
            <a:off x="121140" y="729403"/>
            <a:ext cx="8229600" cy="555327"/>
          </a:xfrm>
          <a:prstGeom prst="rect">
            <a:avLst/>
          </a:prstGeom>
          <a:noFill/>
          <a:ln/>
        </p:spPr>
        <p:txBody>
          <a:bodyPr wrap="square" lIns="91440" tIns="45720" rIns="91440" bIns="45720" rtlCol="0" anchor="t"/>
          <a:lstStyle/>
          <a:p>
            <a:pPr marL="285750" indent="-285750">
              <a:buFont typeface="Arial"/>
              <a:buChar char="•"/>
            </a:pPr>
            <a:r>
              <a:rPr lang="en-US" sz="1400">
                <a:latin typeface="Arial"/>
                <a:ea typeface="+mn-lt"/>
                <a:cs typeface="+mn-lt"/>
              </a:rPr>
              <a:t>Data that is not in transit or in-process is considered data at rest.</a:t>
            </a:r>
            <a:endParaRPr lang="en-US">
              <a:latin typeface="Arial"/>
              <a:ea typeface="+mn-lt"/>
              <a:cs typeface="Arial"/>
            </a:endParaRPr>
          </a:p>
          <a:p>
            <a:pPr marL="285750" indent="-285750">
              <a:buFont typeface="Arial"/>
              <a:buChar char="•"/>
            </a:pPr>
            <a:r>
              <a:rPr lang="en-US" sz="1400">
                <a:latin typeface="Arial"/>
                <a:ea typeface="+mn-lt"/>
                <a:cs typeface="+mn-lt"/>
              </a:rPr>
              <a:t>If you have data that you need to store and will want to access later, some storage options exist:</a:t>
            </a:r>
            <a:endParaRPr lang="en-US">
              <a:latin typeface="Arial"/>
              <a:cs typeface="Arial"/>
            </a:endParaRPr>
          </a:p>
          <a:p>
            <a:pPr marL="285750" indent="-285750">
              <a:buFont typeface="Arial"/>
              <a:buChar char="•"/>
            </a:pPr>
            <a:endParaRPr lang="en-US" sz="1400">
              <a:latin typeface="Arial"/>
              <a:cs typeface="Arial"/>
            </a:endParaRPr>
          </a:p>
        </p:txBody>
      </p:sp>
      <p:graphicFrame>
        <p:nvGraphicFramePr>
          <p:cNvPr id="4" name="Tabela 5">
            <a:extLst>
              <a:ext uri="{FF2B5EF4-FFF2-40B4-BE49-F238E27FC236}">
                <a16:creationId xmlns:a16="http://schemas.microsoft.com/office/drawing/2014/main" id="{1AD3C29F-41C0-9869-D3D6-5C93E373967B}"/>
              </a:ext>
            </a:extLst>
          </p:cNvPr>
          <p:cNvGraphicFramePr>
            <a:graphicFrameLocks noGrp="1"/>
          </p:cNvGraphicFramePr>
          <p:nvPr>
            <p:extLst>
              <p:ext uri="{D42A27DB-BD31-4B8C-83A1-F6EECF244321}">
                <p14:modId xmlns:p14="http://schemas.microsoft.com/office/powerpoint/2010/main" val="2500117899"/>
              </p:ext>
            </p:extLst>
          </p:nvPr>
        </p:nvGraphicFramePr>
        <p:xfrm>
          <a:off x="118613" y="1353648"/>
          <a:ext cx="8895661" cy="3168019"/>
        </p:xfrm>
        <a:graphic>
          <a:graphicData uri="http://schemas.openxmlformats.org/drawingml/2006/table">
            <a:tbl>
              <a:tblPr firstRow="1" bandRow="1">
                <a:tableStyleId>{5C22544A-7EE6-4342-B048-85BDC9FD1C3A}</a:tableStyleId>
              </a:tblPr>
              <a:tblGrid>
                <a:gridCol w="2593675">
                  <a:extLst>
                    <a:ext uri="{9D8B030D-6E8A-4147-A177-3AD203B41FA5}">
                      <a16:colId xmlns:a16="http://schemas.microsoft.com/office/drawing/2014/main" val="2606168220"/>
                    </a:ext>
                  </a:extLst>
                </a:gridCol>
                <a:gridCol w="6301986">
                  <a:extLst>
                    <a:ext uri="{9D8B030D-6E8A-4147-A177-3AD203B41FA5}">
                      <a16:colId xmlns:a16="http://schemas.microsoft.com/office/drawing/2014/main" val="2715673851"/>
                    </a:ext>
                  </a:extLst>
                </a:gridCol>
              </a:tblGrid>
              <a:tr h="510971">
                <a:tc>
                  <a:txBody>
                    <a:bodyPr/>
                    <a:lstStyle/>
                    <a:p>
                      <a:r>
                        <a:rPr lang="en-US" sz="1200" b="0" kern="1200" noProof="0">
                          <a:solidFill>
                            <a:schemeClr val="tx1"/>
                          </a:solidFill>
                          <a:latin typeface="Arial"/>
                          <a:ea typeface="+mn-lt"/>
                          <a:cs typeface="+mn-lt"/>
                        </a:rPr>
                        <a:t>Direct-attached storage (DAS)</a:t>
                      </a:r>
                    </a:p>
                  </a:txBody>
                  <a:tcPr anchor="ctr">
                    <a:solidFill>
                      <a:srgbClr val="CFD5EA"/>
                    </a:solidFill>
                  </a:tcPr>
                </a:tc>
                <a:tc>
                  <a:txBody>
                    <a:bodyPr/>
                    <a:lstStyle/>
                    <a:p>
                      <a:pPr lvl="0">
                        <a:buNone/>
                      </a:pPr>
                      <a:r>
                        <a:rPr lang="en-US" sz="1200" b="0" kern="1200" noProof="0" dirty="0">
                          <a:solidFill>
                            <a:schemeClr val="tx1"/>
                          </a:solidFill>
                          <a:latin typeface="Arial"/>
                          <a:ea typeface="+mn-lt"/>
                          <a:cs typeface="+mn-lt"/>
                        </a:rPr>
                        <a:t>It is connected to a computer. By default, systems are not set up to share direct-attached storage with other computers on their network.</a:t>
                      </a:r>
                    </a:p>
                  </a:txBody>
                  <a:tcPr>
                    <a:solidFill>
                      <a:srgbClr val="CFD5EA"/>
                    </a:solidFill>
                  </a:tcPr>
                </a:tc>
                <a:extLst>
                  <a:ext uri="{0D108BD9-81ED-4DB2-BD59-A6C34878D82A}">
                    <a16:rowId xmlns:a16="http://schemas.microsoft.com/office/drawing/2014/main" val="3356161644"/>
                  </a:ext>
                </a:extLst>
              </a:tr>
              <a:tr h="715359">
                <a:tc>
                  <a:txBody>
                    <a:bodyPr/>
                    <a:lstStyle/>
                    <a:p>
                      <a:pPr lvl="0">
                        <a:buNone/>
                      </a:pPr>
                      <a:r>
                        <a:rPr lang="en-US" sz="1200" kern="1200" noProof="0">
                          <a:solidFill>
                            <a:schemeClr val="tx1"/>
                          </a:solidFill>
                          <a:latin typeface="Arial"/>
                          <a:ea typeface="+mn-lt"/>
                          <a:cs typeface="+mn-lt"/>
                        </a:rPr>
                        <a:t>Redundant array of independent disks (RAID)</a:t>
                      </a:r>
                    </a:p>
                  </a:txBody>
                  <a:tcPr anchor="ctr">
                    <a:solidFill>
                      <a:srgbClr val="E9EBF5"/>
                    </a:solidFill>
                  </a:tcPr>
                </a:tc>
                <a:tc>
                  <a:txBody>
                    <a:bodyPr/>
                    <a:lstStyle/>
                    <a:p>
                      <a:pPr lvl="0">
                        <a:buNone/>
                      </a:pPr>
                      <a:r>
                        <a:rPr lang="en-US" sz="1200" b="0" i="0" u="none" strike="noStrike" kern="1200" noProof="0">
                          <a:latin typeface="Arial"/>
                        </a:rPr>
                        <a:t>It uses multiple hard drives in an array, combining multiple disks so that the operating system sees them as a single disk. RAID provides improved performance and fault tolerance. </a:t>
                      </a:r>
                      <a:endParaRPr lang="pt-BR" sz="1200">
                        <a:latin typeface="Arial"/>
                      </a:endParaRPr>
                    </a:p>
                  </a:txBody>
                  <a:tcPr>
                    <a:solidFill>
                      <a:srgbClr val="E9EBF5"/>
                    </a:solidFill>
                  </a:tcPr>
                </a:tc>
                <a:extLst>
                  <a:ext uri="{0D108BD9-81ED-4DB2-BD59-A6C34878D82A}">
                    <a16:rowId xmlns:a16="http://schemas.microsoft.com/office/drawing/2014/main" val="3870190068"/>
                  </a:ext>
                </a:extLst>
              </a:tr>
              <a:tr h="715359">
                <a:tc>
                  <a:txBody>
                    <a:bodyPr/>
                    <a:lstStyle/>
                    <a:p>
                      <a:r>
                        <a:rPr lang="en-US" sz="1200" kern="1200" noProof="0">
                          <a:solidFill>
                            <a:schemeClr val="tx1"/>
                          </a:solidFill>
                          <a:latin typeface="Arial"/>
                          <a:ea typeface="+mn-lt"/>
                          <a:cs typeface="+mn-lt"/>
                        </a:rPr>
                        <a:t>Network attached storage (NAS) device</a:t>
                      </a:r>
                    </a:p>
                  </a:txBody>
                  <a:tcPr anchor="ctr">
                    <a:solidFill>
                      <a:srgbClr val="CFD5EA"/>
                    </a:solidFill>
                  </a:tcPr>
                </a:tc>
                <a:tc>
                  <a:txBody>
                    <a:bodyPr/>
                    <a:lstStyle/>
                    <a:p>
                      <a:pPr lvl="0">
                        <a:buNone/>
                      </a:pPr>
                      <a:r>
                        <a:rPr lang="en-US" sz="1200" kern="1200" noProof="0">
                          <a:solidFill>
                            <a:schemeClr val="tx1"/>
                          </a:solidFill>
                          <a:latin typeface="Arial"/>
                          <a:ea typeface="+mn-lt"/>
                          <a:cs typeface="+mn-lt"/>
                        </a:rPr>
                        <a:t>It is connected to a network that allows storage and retrieval of data from a centralized location by authorized network users. NAS devices are flexible and scalable, meaning that their capacity can be increased as needed.</a:t>
                      </a:r>
                    </a:p>
                  </a:txBody>
                  <a:tcPr>
                    <a:solidFill>
                      <a:srgbClr val="CFD5EA"/>
                    </a:solidFill>
                  </a:tcPr>
                </a:tc>
                <a:extLst>
                  <a:ext uri="{0D108BD9-81ED-4DB2-BD59-A6C34878D82A}">
                    <a16:rowId xmlns:a16="http://schemas.microsoft.com/office/drawing/2014/main" val="32374999"/>
                  </a:ext>
                </a:extLst>
              </a:tr>
              <a:tr h="715359">
                <a:tc>
                  <a:txBody>
                    <a:bodyPr/>
                    <a:lstStyle/>
                    <a:p>
                      <a:pPr lvl="0">
                        <a:buNone/>
                      </a:pPr>
                      <a:r>
                        <a:rPr lang="en-US" sz="1200" kern="1200" noProof="0">
                          <a:solidFill>
                            <a:schemeClr val="tx1"/>
                          </a:solidFill>
                          <a:latin typeface="Arial"/>
                          <a:ea typeface="+mn-lt"/>
                          <a:cs typeface="+mn-lt"/>
                        </a:rPr>
                        <a:t>Storage area Network (SAN)</a:t>
                      </a:r>
                    </a:p>
                  </a:txBody>
                  <a:tcPr anchor="ctr">
                    <a:solidFill>
                      <a:srgbClr val="E9EBF5"/>
                    </a:solidFill>
                  </a:tcPr>
                </a:tc>
                <a:tc>
                  <a:txBody>
                    <a:bodyPr/>
                    <a:lstStyle/>
                    <a:p>
                      <a:pPr lvl="0">
                        <a:buNone/>
                      </a:pPr>
                      <a:r>
                        <a:rPr lang="en-US" sz="1200" kern="1200" noProof="0">
                          <a:solidFill>
                            <a:schemeClr val="tx1"/>
                          </a:solidFill>
                          <a:latin typeface="Arial"/>
                          <a:ea typeface="+mn-lt"/>
                          <a:cs typeface="+mn-lt"/>
                        </a:rPr>
                        <a:t>It is a network-based storage system. SAN systems connect to the network using high-speed interfaces, which allows for improved performance and the ability to connect multiple servers to a centralized disk storage repository.</a:t>
                      </a:r>
                    </a:p>
                  </a:txBody>
                  <a:tcPr>
                    <a:solidFill>
                      <a:srgbClr val="E9EBF5"/>
                    </a:solidFill>
                  </a:tcPr>
                </a:tc>
                <a:extLst>
                  <a:ext uri="{0D108BD9-81ED-4DB2-BD59-A6C34878D82A}">
                    <a16:rowId xmlns:a16="http://schemas.microsoft.com/office/drawing/2014/main" val="195144843"/>
                  </a:ext>
                </a:extLst>
              </a:tr>
              <a:tr h="510971">
                <a:tc>
                  <a:txBody>
                    <a:bodyPr/>
                    <a:lstStyle/>
                    <a:p>
                      <a:pPr lvl="0">
                        <a:buNone/>
                      </a:pPr>
                      <a:r>
                        <a:rPr lang="en-US" sz="1200" kern="1200" noProof="0">
                          <a:solidFill>
                            <a:schemeClr val="tx1"/>
                          </a:solidFill>
                          <a:latin typeface="Arial"/>
                          <a:ea typeface="+mn-lt"/>
                          <a:cs typeface="+mn-lt"/>
                        </a:rPr>
                        <a:t>Cloud Storage</a:t>
                      </a:r>
                    </a:p>
                  </a:txBody>
                  <a:tcPr anchor="ctr">
                    <a:solidFill>
                      <a:srgbClr val="CFD5EA"/>
                    </a:solidFill>
                  </a:tcPr>
                </a:tc>
                <a:tc>
                  <a:txBody>
                    <a:bodyPr/>
                    <a:lstStyle/>
                    <a:p>
                      <a:pPr lvl="0">
                        <a:buNone/>
                      </a:pPr>
                      <a:r>
                        <a:rPr lang="en-US" sz="1200" kern="1200" noProof="0" dirty="0">
                          <a:solidFill>
                            <a:schemeClr val="tx1"/>
                          </a:solidFill>
                          <a:latin typeface="Arial"/>
                          <a:ea typeface="+mn-lt"/>
                          <a:cs typeface="+mn-lt"/>
                        </a:rPr>
                        <a:t>A remote storage that uses space on a data center provider and is accessible from any computer with Internet access, usually upon subscription. </a:t>
                      </a:r>
                    </a:p>
                  </a:txBody>
                  <a:tcPr>
                    <a:solidFill>
                      <a:srgbClr val="CFD5EA"/>
                    </a:solidFill>
                  </a:tcPr>
                </a:tc>
                <a:extLst>
                  <a:ext uri="{0D108BD9-81ED-4DB2-BD59-A6C34878D82A}">
                    <a16:rowId xmlns:a16="http://schemas.microsoft.com/office/drawing/2014/main" val="4201942388"/>
                  </a:ext>
                </a:extLst>
              </a:tr>
            </a:tbl>
          </a:graphicData>
        </a:graphic>
      </p:graphicFrame>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nchor="t"/>
          <a:lstStyle>
            <a:lvl1pPr>
              <a:defRPr sz="600">
                <a:solidFill>
                  <a:srgbClr val="D9D9D9"/>
                </a:solidFill>
              </a:defRPr>
            </a:lvl1pPr>
          </a:lstStyle>
          <a:p>
            <a:pPr algn="r"/>
            <a:fld id="{F7021451-1387-4CA6-816F-3879F97B5CBC}" type="slidenum">
              <a:rPr lang="en-US" b="0"/>
              <a:t>9</a:t>
            </a:fld>
            <a:endParaRPr lang="en-US"/>
          </a:p>
        </p:txBody>
      </p:sp>
    </p:spTree>
    <p:extLst>
      <p:ext uri="{BB962C8B-B14F-4D97-AF65-F5344CB8AC3E}">
        <p14:creationId xmlns:p14="http://schemas.microsoft.com/office/powerpoint/2010/main" val="24268404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a:solidFill>
                  <a:srgbClr val="024C69"/>
                </a:solidFill>
                <a:latin typeface="Arial" pitchFamily="34" charset="0"/>
                <a:ea typeface="Arial" pitchFamily="34" charset="-122"/>
                <a:cs typeface="Arial" pitchFamily="34" charset="-120"/>
              </a:rPr>
              <a:t>States of Data</a:t>
            </a:r>
            <a:endParaRPr lang="en-US" sz="1600"/>
          </a:p>
        </p:txBody>
      </p:sp>
      <p:sp>
        <p:nvSpPr>
          <p:cNvPr id="3" name="Text 0"/>
          <p:cNvSpPr>
            <a:spLocks noGrp="1"/>
          </p:cNvSpPr>
          <p:nvPr>
            <p:ph type="body" idx="100" hasCustomPrompt="1"/>
          </p:nvPr>
        </p:nvSpPr>
        <p:spPr>
          <a:xfrm>
            <a:off x="0" y="274320"/>
            <a:ext cx="9144000" cy="504646"/>
          </a:xfrm>
          <a:prstGeom prst="rect">
            <a:avLst/>
          </a:prstGeom>
          <a:noFill/>
          <a:ln/>
        </p:spPr>
        <p:txBody>
          <a:bodyPr wrap="square" rtlCol="0" anchor="t"/>
          <a:lstStyle/>
          <a:p>
            <a:pPr marL="0" indent="0">
              <a:buNone/>
            </a:pPr>
            <a:r>
              <a:rPr lang="en-US" sz="2200">
                <a:solidFill>
                  <a:srgbClr val="024C69"/>
                </a:solidFill>
                <a:latin typeface="Arial" pitchFamily="34" charset="0"/>
                <a:ea typeface="Arial" pitchFamily="34" charset="-122"/>
                <a:cs typeface="Arial" pitchFamily="34" charset="-120"/>
              </a:rPr>
              <a:t>Challenges of Protecting Stored Data</a:t>
            </a:r>
            <a:endParaRPr lang="en-US" sz="2200"/>
          </a:p>
        </p:txBody>
      </p:sp>
      <p:sp>
        <p:nvSpPr>
          <p:cNvPr id="5" name="Text 2"/>
          <p:cNvSpPr/>
          <p:nvPr/>
        </p:nvSpPr>
        <p:spPr>
          <a:xfrm>
            <a:off x="299326" y="851274"/>
            <a:ext cx="8229600" cy="3628485"/>
          </a:xfrm>
          <a:prstGeom prst="rect">
            <a:avLst/>
          </a:prstGeom>
          <a:noFill/>
          <a:ln/>
        </p:spPr>
        <p:txBody>
          <a:bodyPr wrap="square" lIns="91440" tIns="45720" rIns="91440" bIns="45720" rtlCol="0" anchor="t"/>
          <a:lstStyle/>
          <a:p>
            <a:pPr marL="285750" indent="-285750">
              <a:lnSpc>
                <a:spcPts val="2000"/>
              </a:lnSpc>
              <a:buFont typeface="Arial"/>
              <a:buChar char="•"/>
            </a:pPr>
            <a:r>
              <a:rPr lang="en-US" sz="1400">
                <a:solidFill>
                  <a:srgbClr val="000000"/>
                </a:solidFill>
                <a:latin typeface="Arial"/>
                <a:cs typeface="Arial"/>
              </a:rPr>
              <a:t>To improve data storage protection, organizations can automate and centralize data backups.</a:t>
            </a:r>
            <a:endParaRPr lang="en-US">
              <a:latin typeface="Calibri" panose="020F0502020204030204"/>
              <a:cs typeface="Calibri" panose="020F0502020204030204"/>
            </a:endParaRPr>
          </a:p>
          <a:p>
            <a:pPr marL="285750" indent="-285750">
              <a:lnSpc>
                <a:spcPts val="2000"/>
              </a:lnSpc>
              <a:buFont typeface="Arial"/>
              <a:buChar char="•"/>
            </a:pPr>
            <a:endParaRPr lang="en-US" sz="1400">
              <a:latin typeface="Arial"/>
              <a:cs typeface="Arial"/>
            </a:endParaRPr>
          </a:p>
          <a:p>
            <a:pPr>
              <a:lnSpc>
                <a:spcPts val="2000"/>
              </a:lnSpc>
            </a:pPr>
            <a:r>
              <a:rPr lang="en-US" sz="1400">
                <a:latin typeface="Arial"/>
                <a:cs typeface="Arial"/>
              </a:rPr>
              <a:t>Direct-attached storage</a:t>
            </a:r>
          </a:p>
          <a:p>
            <a:pPr marL="285750" indent="-285750">
              <a:lnSpc>
                <a:spcPts val="2000"/>
              </a:lnSpc>
              <a:buFont typeface="Arial"/>
              <a:buChar char="•"/>
            </a:pPr>
            <a:r>
              <a:rPr lang="en-US" sz="1400">
                <a:latin typeface="Arial"/>
                <a:cs typeface="Arial"/>
              </a:rPr>
              <a:t>It can be one of the most difficult types of data storage to manage and control. </a:t>
            </a:r>
            <a:endParaRPr lang="en-US">
              <a:latin typeface="Calibri" panose="020F0502020204030204"/>
              <a:cs typeface="Calibri" panose="020F0502020204030204"/>
            </a:endParaRPr>
          </a:p>
          <a:p>
            <a:pPr marL="285750" indent="-285750">
              <a:lnSpc>
                <a:spcPts val="2000"/>
              </a:lnSpc>
              <a:buFont typeface="Arial"/>
              <a:buChar char="•"/>
            </a:pPr>
            <a:r>
              <a:rPr lang="en-US" sz="1400">
                <a:latin typeface="Arial"/>
                <a:cs typeface="Arial"/>
              </a:rPr>
              <a:t>It is vulnerable to malicious attacks on the local host.</a:t>
            </a:r>
            <a:endParaRPr lang="en-US">
              <a:latin typeface="Calibri" panose="020F0502020204030204"/>
              <a:cs typeface="Calibri" panose="020F0502020204030204"/>
            </a:endParaRPr>
          </a:p>
          <a:p>
            <a:pPr>
              <a:lnSpc>
                <a:spcPts val="2000"/>
              </a:lnSpc>
            </a:pPr>
            <a:endParaRPr lang="en-US" sz="1400">
              <a:latin typeface="Arial"/>
              <a:cs typeface="Arial"/>
            </a:endParaRPr>
          </a:p>
          <a:p>
            <a:pPr>
              <a:lnSpc>
                <a:spcPts val="2000"/>
              </a:lnSpc>
            </a:pPr>
            <a:r>
              <a:rPr lang="en-US" sz="1400">
                <a:latin typeface="Arial"/>
                <a:cs typeface="Arial"/>
              </a:rPr>
              <a:t>Data at rest</a:t>
            </a:r>
          </a:p>
          <a:p>
            <a:pPr marL="285750" indent="-285750">
              <a:lnSpc>
                <a:spcPts val="2000"/>
              </a:lnSpc>
              <a:buFont typeface="Arial"/>
              <a:buChar char="•"/>
            </a:pPr>
            <a:r>
              <a:rPr lang="en-US" sz="1400">
                <a:latin typeface="Arial"/>
                <a:cs typeface="Arial"/>
              </a:rPr>
              <a:t>It also includes backup data (when it is not being written or in transit).</a:t>
            </a:r>
          </a:p>
          <a:p>
            <a:pPr marL="285750" indent="-285750">
              <a:lnSpc>
                <a:spcPts val="2000"/>
              </a:lnSpc>
              <a:buFont typeface="Arial"/>
              <a:buChar char="•"/>
            </a:pPr>
            <a:r>
              <a:rPr lang="en-US" sz="1400">
                <a:latin typeface="Arial"/>
                <a:cs typeface="Arial"/>
              </a:rPr>
              <a:t>To boost security and decrease data loss, organizations should limit the types of data stored on direct-attached storage devices.</a:t>
            </a:r>
            <a:endParaRPr lang="en-US">
              <a:cs typeface="Calibri" panose="020F0502020204030204"/>
            </a:endParaRPr>
          </a:p>
          <a:p>
            <a:pPr marL="285750" indent="-285750">
              <a:lnSpc>
                <a:spcPts val="2000"/>
              </a:lnSpc>
              <a:buFont typeface="Arial"/>
              <a:buChar char="•"/>
            </a:pPr>
            <a:endParaRPr lang="en-US" sz="1400">
              <a:latin typeface="Arial"/>
              <a:cs typeface="Arial"/>
            </a:endParaRPr>
          </a:p>
          <a:p>
            <a:pPr>
              <a:lnSpc>
                <a:spcPts val="2000"/>
              </a:lnSpc>
            </a:pPr>
            <a:r>
              <a:rPr lang="en-US" sz="1400">
                <a:latin typeface="Arial"/>
                <a:cs typeface="Arial"/>
              </a:rPr>
              <a:t>Network storage systems</a:t>
            </a:r>
          </a:p>
          <a:p>
            <a:pPr marL="285750" indent="-285750">
              <a:lnSpc>
                <a:spcPts val="2000"/>
              </a:lnSpc>
              <a:buFont typeface="Arial"/>
              <a:buChar char="•"/>
            </a:pPr>
            <a:r>
              <a:rPr lang="en-US" sz="1400">
                <a:latin typeface="Arial"/>
                <a:cs typeface="Arial"/>
              </a:rPr>
              <a:t>It offers a more secure option. </a:t>
            </a:r>
            <a:endParaRPr lang="en-US">
              <a:latin typeface="Calibri" panose="020F0502020204030204"/>
              <a:cs typeface="Calibri" panose="020F0502020204030204"/>
            </a:endParaRPr>
          </a:p>
          <a:p>
            <a:pPr marL="285750" indent="-285750">
              <a:lnSpc>
                <a:spcPts val="2000"/>
              </a:lnSpc>
              <a:buFont typeface="Arial"/>
              <a:buChar char="•"/>
            </a:pPr>
            <a:r>
              <a:rPr lang="en-US" sz="1400">
                <a:latin typeface="Arial"/>
                <a:cs typeface="Arial"/>
              </a:rPr>
              <a:t>It includes RAID, SAN, and NAS providing greater performance and redundancy. </a:t>
            </a:r>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nchor="t"/>
          <a:lstStyle>
            <a:lvl1pPr>
              <a:defRPr sz="600">
                <a:solidFill>
                  <a:srgbClr val="D9D9D9"/>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a:solidFill>
                  <a:srgbClr val="024C69"/>
                </a:solidFill>
                <a:latin typeface="Arial" pitchFamily="34" charset="0"/>
                <a:ea typeface="Arial" pitchFamily="34" charset="-122"/>
                <a:cs typeface="Arial" pitchFamily="34" charset="-120"/>
              </a:rPr>
              <a:t>States of Data</a:t>
            </a:r>
            <a:endParaRPr lang="en-US" sz="1600"/>
          </a:p>
        </p:txBody>
      </p:sp>
      <p:sp>
        <p:nvSpPr>
          <p:cNvPr id="3" name="Text 0"/>
          <p:cNvSpPr>
            <a:spLocks noGrp="1"/>
          </p:cNvSpPr>
          <p:nvPr>
            <p:ph type="body" idx="100" hasCustomPrompt="1"/>
          </p:nvPr>
        </p:nvSpPr>
        <p:spPr>
          <a:xfrm>
            <a:off x="0" y="274320"/>
            <a:ext cx="9144000" cy="504646"/>
          </a:xfrm>
          <a:prstGeom prst="rect">
            <a:avLst/>
          </a:prstGeom>
          <a:noFill/>
          <a:ln/>
        </p:spPr>
        <p:txBody>
          <a:bodyPr wrap="square" rtlCol="0" anchor="t"/>
          <a:lstStyle/>
          <a:p>
            <a:pPr marL="0" indent="0">
              <a:buNone/>
            </a:pPr>
            <a:r>
              <a:rPr lang="en-US" sz="2200">
                <a:solidFill>
                  <a:srgbClr val="024C69"/>
                </a:solidFill>
                <a:latin typeface="Arial" pitchFamily="34" charset="0"/>
                <a:ea typeface="Arial" pitchFamily="34" charset="-122"/>
                <a:cs typeface="Arial" pitchFamily="34" charset="-120"/>
              </a:rPr>
              <a:t>Methods of Transmitting Data</a:t>
            </a:r>
            <a:endParaRPr lang="en-US" sz="2200"/>
          </a:p>
        </p:txBody>
      </p:sp>
      <p:sp>
        <p:nvSpPr>
          <p:cNvPr id="5" name="Text 2"/>
          <p:cNvSpPr/>
          <p:nvPr/>
        </p:nvSpPr>
        <p:spPr>
          <a:xfrm>
            <a:off x="131924" y="956690"/>
            <a:ext cx="8229600" cy="3671617"/>
          </a:xfrm>
          <a:prstGeom prst="rect">
            <a:avLst/>
          </a:prstGeom>
          <a:noFill/>
          <a:ln/>
        </p:spPr>
        <p:txBody>
          <a:bodyPr wrap="square" lIns="91440" tIns="45720" rIns="91440" bIns="45720" rtlCol="0" anchor="t"/>
          <a:lstStyle/>
          <a:p>
            <a:pPr marL="285750" indent="-285750">
              <a:buFont typeface="Arial"/>
              <a:buChar char="•"/>
            </a:pPr>
            <a:r>
              <a:rPr lang="en-US" sz="1400">
                <a:solidFill>
                  <a:srgbClr val="000000"/>
                </a:solidFill>
                <a:latin typeface="Arial"/>
                <a:cs typeface="Arial"/>
              </a:rPr>
              <a:t>Data in transit is the data which is being transmitted, not at rest nor in use.</a:t>
            </a:r>
            <a:endParaRPr lang="en-US">
              <a:cs typeface="Calibri" panose="020F0502020204030204"/>
            </a:endParaRPr>
          </a:p>
          <a:p>
            <a:endParaRPr lang="en-US" sz="1400">
              <a:solidFill>
                <a:srgbClr val="000000"/>
              </a:solidFill>
              <a:latin typeface="Arial"/>
              <a:cs typeface="Arial"/>
            </a:endParaRPr>
          </a:p>
          <a:p>
            <a:pPr marL="285750" indent="-285750">
              <a:buFont typeface="Arial"/>
              <a:buChar char="•"/>
            </a:pPr>
            <a:r>
              <a:rPr lang="en-US" sz="1400">
                <a:solidFill>
                  <a:srgbClr val="000000"/>
                </a:solidFill>
                <a:latin typeface="Arial"/>
                <a:cs typeface="Arial"/>
              </a:rPr>
              <a:t>Data transmission involves sending information from one device to another.</a:t>
            </a:r>
          </a:p>
          <a:p>
            <a:endParaRPr lang="en-US" sz="1400">
              <a:solidFill>
                <a:srgbClr val="000000"/>
              </a:solidFill>
              <a:latin typeface="Arial"/>
              <a:cs typeface="Arial"/>
            </a:endParaRPr>
          </a:p>
          <a:p>
            <a:pPr marL="285750" indent="-285750">
              <a:buFont typeface="Arial"/>
              <a:buChar char="•"/>
            </a:pPr>
            <a:r>
              <a:rPr lang="en-US" sz="1400">
                <a:solidFill>
                  <a:srgbClr val="000000"/>
                </a:solidFill>
                <a:latin typeface="Arial"/>
                <a:cs typeface="Arial"/>
              </a:rPr>
              <a:t>There are numerous ways to transmit data between devices:</a:t>
            </a:r>
          </a:p>
          <a:p>
            <a:pPr marL="742950" lvl="1" indent="-285750">
              <a:lnSpc>
                <a:spcPts val="2000"/>
              </a:lnSpc>
              <a:buFont typeface="Arial"/>
              <a:buChar char="•"/>
            </a:pPr>
            <a:r>
              <a:rPr lang="en-US" sz="1400" b="1">
                <a:latin typeface="Arial"/>
                <a:cs typeface="Arial"/>
              </a:rPr>
              <a:t>A sneaker net:</a:t>
            </a:r>
            <a:r>
              <a:rPr lang="en-US" sz="1400">
                <a:latin typeface="Arial"/>
                <a:cs typeface="Arial"/>
              </a:rPr>
              <a:t> It uses removable media to physically move data from one computer to another. </a:t>
            </a:r>
            <a:endParaRPr lang="en-US" sz="1400">
              <a:ea typeface="+mn-lt"/>
              <a:cs typeface="+mn-lt"/>
            </a:endParaRPr>
          </a:p>
          <a:p>
            <a:pPr marL="742950" lvl="1" indent="-285750">
              <a:lnSpc>
                <a:spcPts val="2000"/>
              </a:lnSpc>
              <a:buFont typeface="Arial"/>
              <a:buChar char="•"/>
            </a:pPr>
            <a:endParaRPr lang="en-US" sz="1400">
              <a:ea typeface="+mn-lt"/>
              <a:cs typeface="+mn-lt"/>
            </a:endParaRPr>
          </a:p>
          <a:p>
            <a:pPr marL="742950" lvl="1" indent="-285750">
              <a:lnSpc>
                <a:spcPts val="2000"/>
              </a:lnSpc>
              <a:buFont typeface="Arial"/>
              <a:buChar char="•"/>
            </a:pPr>
            <a:r>
              <a:rPr lang="en-US" sz="1400" b="1">
                <a:latin typeface="Arial"/>
                <a:cs typeface="Arial"/>
              </a:rPr>
              <a:t>Wired networks:</a:t>
            </a:r>
            <a:r>
              <a:rPr lang="en-US" sz="1400">
                <a:latin typeface="Arial"/>
                <a:cs typeface="Arial"/>
              </a:rPr>
              <a:t> It includes copper and fiber optic media and can serve a LAN or span great distances in wide area networks (WAN).</a:t>
            </a:r>
            <a:endParaRPr lang="en-US" sz="1400">
              <a:ea typeface="+mn-lt"/>
              <a:cs typeface="+mn-lt"/>
            </a:endParaRPr>
          </a:p>
          <a:p>
            <a:pPr marL="742950" lvl="1" indent="-285750">
              <a:lnSpc>
                <a:spcPts val="2000"/>
              </a:lnSpc>
              <a:buFont typeface="Arial"/>
              <a:buChar char="•"/>
            </a:pPr>
            <a:endParaRPr lang="en-US" sz="1400">
              <a:ea typeface="+mn-lt"/>
              <a:cs typeface="+mn-lt"/>
            </a:endParaRPr>
          </a:p>
          <a:p>
            <a:pPr marL="742950" lvl="1" indent="-285750">
              <a:lnSpc>
                <a:spcPts val="2000"/>
              </a:lnSpc>
              <a:buFont typeface="Arial"/>
              <a:buChar char="•"/>
            </a:pPr>
            <a:r>
              <a:rPr lang="en-US" sz="1400" b="1">
                <a:latin typeface="Arial"/>
                <a:cs typeface="Arial"/>
              </a:rPr>
              <a:t>Wireless networks:</a:t>
            </a:r>
            <a:r>
              <a:rPr lang="en-US" sz="1400">
                <a:latin typeface="Arial"/>
                <a:cs typeface="Arial"/>
              </a:rPr>
              <a:t> It uses radio waves to transmit data. It increases the number of guest users with mobile devices on small office home office (SOHO) and enterprise networks. </a:t>
            </a:r>
            <a:endParaRPr lang="en-US" sz="1400">
              <a:ea typeface="+mn-lt"/>
              <a:cs typeface="+mn-lt"/>
            </a:endParaRPr>
          </a:p>
          <a:p>
            <a:pPr marL="285750" indent="-285750">
              <a:buFont typeface="Arial"/>
              <a:buChar char="•"/>
            </a:pPr>
            <a:endParaRPr lang="en-US" sz="1400">
              <a:latin typeface="Arial"/>
              <a:cs typeface="Arial"/>
            </a:endParaRPr>
          </a:p>
          <a:p>
            <a:pPr>
              <a:lnSpc>
                <a:spcPts val="2000"/>
              </a:lnSpc>
            </a:pPr>
            <a:endParaRPr lang="en-US" sz="1400">
              <a:latin typeface="Arial"/>
              <a:cs typeface="Arial"/>
            </a:endParaRPr>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nchor="t"/>
          <a:lstStyle>
            <a:lvl1pPr>
              <a:defRPr sz="600">
                <a:solidFill>
                  <a:srgbClr val="D9D9D9"/>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a:solidFill>
                  <a:srgbClr val="024C69"/>
                </a:solidFill>
                <a:latin typeface="Arial" pitchFamily="34" charset="0"/>
                <a:ea typeface="Arial" pitchFamily="34" charset="-122"/>
                <a:cs typeface="Arial" pitchFamily="34" charset="-120"/>
              </a:rPr>
              <a:t>States of Data</a:t>
            </a:r>
            <a:endParaRPr lang="en-US" sz="1600"/>
          </a:p>
        </p:txBody>
      </p:sp>
      <p:sp>
        <p:nvSpPr>
          <p:cNvPr id="3" name="Text 0"/>
          <p:cNvSpPr>
            <a:spLocks noGrp="1"/>
          </p:cNvSpPr>
          <p:nvPr>
            <p:ph type="body" idx="100" hasCustomPrompt="1"/>
          </p:nvPr>
        </p:nvSpPr>
        <p:spPr>
          <a:xfrm>
            <a:off x="0" y="274320"/>
            <a:ext cx="9144000" cy="536995"/>
          </a:xfrm>
          <a:prstGeom prst="rect">
            <a:avLst/>
          </a:prstGeom>
          <a:noFill/>
          <a:ln/>
        </p:spPr>
        <p:txBody>
          <a:bodyPr wrap="square" lIns="91440" tIns="45720" rIns="91440" bIns="45720" rtlCol="0" anchor="t"/>
          <a:lstStyle/>
          <a:p>
            <a:r>
              <a:rPr lang="en-US" sz="2200">
                <a:solidFill>
                  <a:srgbClr val="024C69"/>
                </a:solidFill>
                <a:latin typeface="Arial"/>
                <a:cs typeface="Arial"/>
              </a:rPr>
              <a:t>Methods of Transmitting Data</a:t>
            </a:r>
            <a:r>
              <a:rPr lang="en-US">
                <a:latin typeface="Arial"/>
                <a:cs typeface="Arial"/>
              </a:rPr>
              <a:t> (Cont.)</a:t>
            </a:r>
            <a:endParaRPr lang="en-US" sz="2200"/>
          </a:p>
        </p:txBody>
      </p:sp>
      <p:sp>
        <p:nvSpPr>
          <p:cNvPr id="5" name="Text 2"/>
          <p:cNvSpPr/>
          <p:nvPr/>
        </p:nvSpPr>
        <p:spPr>
          <a:xfrm>
            <a:off x="218188" y="880366"/>
            <a:ext cx="8229600" cy="2679580"/>
          </a:xfrm>
          <a:prstGeom prst="rect">
            <a:avLst/>
          </a:prstGeom>
          <a:noFill/>
          <a:ln/>
        </p:spPr>
        <p:txBody>
          <a:bodyPr wrap="square" lIns="91440" tIns="45720" rIns="91440" bIns="45720" rtlCol="0" anchor="t"/>
          <a:lstStyle/>
          <a:p>
            <a:pPr marL="285750" indent="-285750">
              <a:lnSpc>
                <a:spcPts val="2000"/>
              </a:lnSpc>
              <a:buFont typeface="Arial"/>
              <a:buChar char="•"/>
            </a:pPr>
            <a:r>
              <a:rPr lang="en-US" sz="1400">
                <a:latin typeface="Arial"/>
                <a:cs typeface="Arial"/>
              </a:rPr>
              <a:t>Both wired and wireless networks transmit packets. </a:t>
            </a:r>
            <a:endParaRPr lang="en-US">
              <a:latin typeface="Calibri" panose="020F0502020204030204"/>
              <a:cs typeface="Calibri" panose="020F0502020204030204"/>
            </a:endParaRPr>
          </a:p>
          <a:p>
            <a:pPr marL="285750" indent="-285750">
              <a:lnSpc>
                <a:spcPts val="2000"/>
              </a:lnSpc>
              <a:buFont typeface="Arial"/>
              <a:buChar char="•"/>
            </a:pPr>
            <a:endParaRPr lang="en-US" sz="1400">
              <a:latin typeface="Arial"/>
              <a:cs typeface="Arial"/>
            </a:endParaRPr>
          </a:p>
          <a:p>
            <a:pPr marL="285750" indent="-285750">
              <a:lnSpc>
                <a:spcPts val="2000"/>
              </a:lnSpc>
              <a:buFont typeface="Arial"/>
              <a:buChar char="•"/>
            </a:pPr>
            <a:r>
              <a:rPr lang="en-US" sz="1400">
                <a:latin typeface="Arial"/>
                <a:cs typeface="Arial"/>
              </a:rPr>
              <a:t>Packet refers to a unit of data that travels between a source and a destination on the network. </a:t>
            </a:r>
            <a:endParaRPr lang="en-US">
              <a:latin typeface="Calibri" panose="020F0502020204030204"/>
              <a:cs typeface="Calibri" panose="020F0502020204030204"/>
            </a:endParaRPr>
          </a:p>
          <a:p>
            <a:pPr marL="285750" indent="-285750">
              <a:lnSpc>
                <a:spcPts val="2000"/>
              </a:lnSpc>
              <a:buFont typeface="Arial"/>
              <a:buChar char="•"/>
            </a:pPr>
            <a:endParaRPr lang="en-US" sz="1400">
              <a:latin typeface="Arial"/>
              <a:cs typeface="Arial"/>
            </a:endParaRPr>
          </a:p>
          <a:p>
            <a:pPr marL="285750" indent="-285750">
              <a:lnSpc>
                <a:spcPts val="2000"/>
              </a:lnSpc>
              <a:buFont typeface="Arial"/>
              <a:buChar char="•"/>
            </a:pPr>
            <a:r>
              <a:rPr lang="en-US" sz="1400">
                <a:latin typeface="Arial"/>
                <a:cs typeface="Arial"/>
              </a:rPr>
              <a:t>Standard protocols such as the IP and HTTP define the structure and format of data packets.</a:t>
            </a:r>
            <a:endParaRPr lang="en-US">
              <a:latin typeface="Calibri" panose="020F0502020204030204"/>
              <a:cs typeface="Calibri" panose="020F0502020204030204"/>
            </a:endParaRPr>
          </a:p>
          <a:p>
            <a:pPr marL="285750" indent="-285750">
              <a:lnSpc>
                <a:spcPts val="2000"/>
              </a:lnSpc>
              <a:buFont typeface="Arial"/>
              <a:buChar char="•"/>
            </a:pPr>
            <a:endParaRPr lang="en-US" sz="1400">
              <a:latin typeface="Arial"/>
              <a:cs typeface="Arial"/>
            </a:endParaRPr>
          </a:p>
          <a:p>
            <a:pPr marL="285750" indent="-285750">
              <a:lnSpc>
                <a:spcPts val="2000"/>
              </a:lnSpc>
              <a:buFont typeface="Arial"/>
              <a:buChar char="•"/>
            </a:pPr>
            <a:r>
              <a:rPr lang="en-US" sz="1400">
                <a:latin typeface="Arial"/>
                <a:cs typeface="Arial"/>
              </a:rPr>
              <a:t>These standards are open source and fully available to the public. </a:t>
            </a:r>
            <a:endParaRPr lang="en-US">
              <a:latin typeface="Calibri" panose="020F0502020204030204"/>
              <a:cs typeface="Calibri"/>
            </a:endParaRPr>
          </a:p>
          <a:p>
            <a:pPr>
              <a:lnSpc>
                <a:spcPts val="2000"/>
              </a:lnSpc>
            </a:pPr>
            <a:endParaRPr lang="en-US" sz="1400">
              <a:latin typeface="Arial"/>
              <a:cs typeface="Arial"/>
            </a:endParaRPr>
          </a:p>
          <a:p>
            <a:pPr marL="285750" indent="-285750">
              <a:lnSpc>
                <a:spcPts val="2000"/>
              </a:lnSpc>
              <a:buFont typeface="Arial"/>
              <a:buChar char="•"/>
            </a:pPr>
            <a:r>
              <a:rPr lang="en-US" sz="1400">
                <a:latin typeface="Arial"/>
                <a:cs typeface="Arial"/>
              </a:rPr>
              <a:t>Protecting the confidentiality, integrity, and availability of transmitted data is one of the most important responsibilities of a cybersecurity professional.</a:t>
            </a:r>
            <a:endParaRPr lang="en-US">
              <a:cs typeface="Calibri"/>
            </a:endParaRPr>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nchor="t"/>
          <a:lstStyle>
            <a:lvl1pPr>
              <a:defRPr sz="600">
                <a:solidFill>
                  <a:srgbClr val="D9D9D9"/>
                </a:solidFill>
              </a:defRPr>
            </a:lvl1pPr>
          </a:lstStyle>
          <a:p>
            <a:pPr algn="r"/>
            <a:fld id="{F7021451-1387-4CA6-816F-3879F97B5CBC}" type="slidenum">
              <a:rPr lang="en-US" b="0"/>
              <a:t>12</a:t>
            </a:fld>
            <a:endParaRPr lang="en-US"/>
          </a:p>
        </p:txBody>
      </p:sp>
    </p:spTree>
    <p:extLst>
      <p:ext uri="{BB962C8B-B14F-4D97-AF65-F5344CB8AC3E}">
        <p14:creationId xmlns:p14="http://schemas.microsoft.com/office/powerpoint/2010/main" val="40973633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a:solidFill>
                  <a:srgbClr val="024C69"/>
                </a:solidFill>
                <a:latin typeface="Arial" pitchFamily="34" charset="0"/>
                <a:ea typeface="Arial" pitchFamily="34" charset="-122"/>
                <a:cs typeface="Arial" pitchFamily="34" charset="-120"/>
              </a:rPr>
              <a:t>States of Data</a:t>
            </a:r>
            <a:endParaRPr lang="en-US" sz="1600"/>
          </a:p>
        </p:txBody>
      </p:sp>
      <p:sp>
        <p:nvSpPr>
          <p:cNvPr id="3" name="Text 0"/>
          <p:cNvSpPr>
            <a:spLocks noGrp="1"/>
          </p:cNvSpPr>
          <p:nvPr>
            <p:ph type="body" idx="100" hasCustomPrompt="1"/>
          </p:nvPr>
        </p:nvSpPr>
        <p:spPr>
          <a:xfrm>
            <a:off x="0" y="274320"/>
            <a:ext cx="9144000" cy="505856"/>
          </a:xfrm>
          <a:prstGeom prst="rect">
            <a:avLst/>
          </a:prstGeom>
          <a:noFill/>
          <a:ln/>
        </p:spPr>
        <p:txBody>
          <a:bodyPr wrap="square" rtlCol="0" anchor="t"/>
          <a:lstStyle/>
          <a:p>
            <a:pPr marL="0" indent="0">
              <a:buNone/>
            </a:pPr>
            <a:r>
              <a:rPr lang="en-US" sz="2200">
                <a:solidFill>
                  <a:srgbClr val="024C69"/>
                </a:solidFill>
                <a:latin typeface="Arial" pitchFamily="34" charset="0"/>
                <a:ea typeface="Arial" pitchFamily="34" charset="-122"/>
                <a:cs typeface="Arial" pitchFamily="34" charset="-120"/>
              </a:rPr>
              <a:t>Challenges of Data in Transit</a:t>
            </a:r>
            <a:endParaRPr lang="en-US" sz="2200"/>
          </a:p>
        </p:txBody>
      </p:sp>
      <p:sp>
        <p:nvSpPr>
          <p:cNvPr id="5" name="Text 2"/>
          <p:cNvSpPr/>
          <p:nvPr/>
        </p:nvSpPr>
        <p:spPr>
          <a:xfrm>
            <a:off x="239754" y="945065"/>
            <a:ext cx="8229600" cy="1125175"/>
          </a:xfrm>
          <a:prstGeom prst="rect">
            <a:avLst/>
          </a:prstGeom>
          <a:noFill/>
          <a:ln/>
        </p:spPr>
        <p:txBody>
          <a:bodyPr wrap="square" lIns="91440" tIns="45720" rIns="91440" bIns="45720" rtlCol="0" anchor="t"/>
          <a:lstStyle/>
          <a:p>
            <a:pPr marL="285750" indent="-285750">
              <a:buFont typeface="Arial"/>
              <a:buChar char="•"/>
            </a:pPr>
            <a:r>
              <a:rPr lang="en-US" sz="1400">
                <a:solidFill>
                  <a:srgbClr val="000000"/>
                </a:solidFill>
                <a:latin typeface="Arial"/>
                <a:cs typeface="Arial"/>
              </a:rPr>
              <a:t>With the growth in mobile and wireless devices, and the increasing amounts of data collected and stored by organizations, cybersecurity professionals have become responsible for protecting massive amounts of data crossing their network daily.</a:t>
            </a:r>
            <a:endParaRPr lang="en-US">
              <a:cs typeface="Calibri" panose="020F0502020204030204"/>
            </a:endParaRPr>
          </a:p>
          <a:p>
            <a:pPr marL="285750" indent="-285750">
              <a:buFont typeface="Arial"/>
              <a:buChar char="•"/>
            </a:pPr>
            <a:endParaRPr lang="en-US" sz="1400">
              <a:solidFill>
                <a:srgbClr val="000000"/>
              </a:solidFill>
              <a:latin typeface="Arial"/>
              <a:cs typeface="Arial"/>
            </a:endParaRPr>
          </a:p>
          <a:p>
            <a:pPr marL="285750" indent="-285750">
              <a:buFont typeface="Arial"/>
              <a:buChar char="•"/>
            </a:pPr>
            <a:r>
              <a:rPr lang="en-US" sz="1400">
                <a:solidFill>
                  <a:srgbClr val="000000"/>
                </a:solidFill>
                <a:latin typeface="Arial"/>
                <a:cs typeface="Arial"/>
              </a:rPr>
              <a:t>In order to protect this data, there are several challenges to overcome:</a:t>
            </a:r>
          </a:p>
          <a:p>
            <a:pPr marL="285750" indent="-285750">
              <a:buFont typeface="Arial"/>
              <a:buChar char="•"/>
            </a:pPr>
            <a:endParaRPr lang="en-US" sz="1400">
              <a:solidFill>
                <a:srgbClr val="000000"/>
              </a:solidFill>
              <a:latin typeface="Arial"/>
              <a:cs typeface="Arial"/>
            </a:endParaRPr>
          </a:p>
          <a:p>
            <a:pPr>
              <a:lnSpc>
                <a:spcPts val="2000"/>
              </a:lnSpc>
            </a:pPr>
            <a:endParaRPr lang="en-US" sz="1400">
              <a:latin typeface="Arial"/>
              <a:cs typeface="Arial"/>
            </a:endParaRPr>
          </a:p>
        </p:txBody>
      </p:sp>
      <p:graphicFrame>
        <p:nvGraphicFramePr>
          <p:cNvPr id="4" name="Tabela 5">
            <a:extLst>
              <a:ext uri="{FF2B5EF4-FFF2-40B4-BE49-F238E27FC236}">
                <a16:creationId xmlns:a16="http://schemas.microsoft.com/office/drawing/2014/main" id="{43132271-2C66-5578-C661-99E9B7095DF5}"/>
              </a:ext>
            </a:extLst>
          </p:cNvPr>
          <p:cNvGraphicFramePr>
            <a:graphicFrameLocks noGrp="1"/>
          </p:cNvGraphicFramePr>
          <p:nvPr>
            <p:extLst>
              <p:ext uri="{D42A27DB-BD31-4B8C-83A1-F6EECF244321}">
                <p14:modId xmlns:p14="http://schemas.microsoft.com/office/powerpoint/2010/main" val="2276125723"/>
              </p:ext>
            </p:extLst>
          </p:nvPr>
        </p:nvGraphicFramePr>
        <p:xfrm>
          <a:off x="351095" y="2179290"/>
          <a:ext cx="8470832" cy="2258484"/>
        </p:xfrm>
        <a:graphic>
          <a:graphicData uri="http://schemas.openxmlformats.org/drawingml/2006/table">
            <a:tbl>
              <a:tblPr firstRow="1" bandRow="1">
                <a:tableStyleId>{5C22544A-7EE6-4342-B048-85BDC9FD1C3A}</a:tableStyleId>
              </a:tblPr>
              <a:tblGrid>
                <a:gridCol w="2560319">
                  <a:extLst>
                    <a:ext uri="{9D8B030D-6E8A-4147-A177-3AD203B41FA5}">
                      <a16:colId xmlns:a16="http://schemas.microsoft.com/office/drawing/2014/main" val="510319206"/>
                    </a:ext>
                  </a:extLst>
                </a:gridCol>
                <a:gridCol w="5910513">
                  <a:extLst>
                    <a:ext uri="{9D8B030D-6E8A-4147-A177-3AD203B41FA5}">
                      <a16:colId xmlns:a16="http://schemas.microsoft.com/office/drawing/2014/main" val="3116736802"/>
                    </a:ext>
                  </a:extLst>
                </a:gridCol>
              </a:tblGrid>
              <a:tr h="752828">
                <a:tc>
                  <a:txBody>
                    <a:bodyPr/>
                    <a:lstStyle/>
                    <a:p>
                      <a:r>
                        <a:rPr lang="en-US" sz="1200" b="0" noProof="0">
                          <a:solidFill>
                            <a:schemeClr val="tx1"/>
                          </a:solidFill>
                          <a:latin typeface="Arial"/>
                        </a:rPr>
                        <a:t>Protecting the confidentiality of data in transit</a:t>
                      </a:r>
                    </a:p>
                  </a:txBody>
                  <a:tcPr>
                    <a:solidFill>
                      <a:schemeClr val="tx2">
                        <a:lumMod val="20000"/>
                        <a:lumOff val="80000"/>
                      </a:schemeClr>
                    </a:solidFill>
                  </a:tcPr>
                </a:tc>
                <a:tc>
                  <a:txBody>
                    <a:bodyPr/>
                    <a:lstStyle/>
                    <a:p>
                      <a:pPr lvl="0">
                        <a:buNone/>
                      </a:pPr>
                      <a:r>
                        <a:rPr lang="en-US" sz="1200" b="0" kern="1200" noProof="0">
                          <a:solidFill>
                            <a:schemeClr val="tx1"/>
                          </a:solidFill>
                          <a:latin typeface="Arial"/>
                          <a:ea typeface="+mn-ea"/>
                          <a:cs typeface="+mn-cs"/>
                        </a:rPr>
                        <a:t>Cybersecurity professionals must take steps to safeguard data in transit, such as implementing VPNs, using SSL and IPsec, and various other methods of encrypting data for transmission.</a:t>
                      </a:r>
                    </a:p>
                  </a:txBody>
                  <a:tcPr>
                    <a:solidFill>
                      <a:schemeClr val="tx2">
                        <a:lumMod val="20000"/>
                        <a:lumOff val="80000"/>
                      </a:schemeClr>
                    </a:solidFill>
                  </a:tcPr>
                </a:tc>
                <a:extLst>
                  <a:ext uri="{0D108BD9-81ED-4DB2-BD59-A6C34878D82A}">
                    <a16:rowId xmlns:a16="http://schemas.microsoft.com/office/drawing/2014/main" val="864654030"/>
                  </a:ext>
                </a:extLst>
              </a:tr>
              <a:tr h="752828">
                <a:tc>
                  <a:txBody>
                    <a:bodyPr/>
                    <a:lstStyle/>
                    <a:p>
                      <a:r>
                        <a:rPr lang="en-US" sz="1200" noProof="0">
                          <a:latin typeface="Arial"/>
                        </a:rPr>
                        <a:t>Protecting the integrity of data in transit</a:t>
                      </a:r>
                    </a:p>
                  </a:txBody>
                  <a:tcPr/>
                </a:tc>
                <a:tc>
                  <a:txBody>
                    <a:bodyPr/>
                    <a:lstStyle/>
                    <a:p>
                      <a:pPr lvl="0">
                        <a:buNone/>
                      </a:pPr>
                      <a:r>
                        <a:rPr lang="en-US" sz="1200" b="0" kern="1200" noProof="0" dirty="0">
                          <a:solidFill>
                            <a:schemeClr val="tx1"/>
                          </a:solidFill>
                          <a:latin typeface="Arial"/>
                          <a:ea typeface="+mn-ea"/>
                          <a:cs typeface="+mn-cs"/>
                        </a:rPr>
                        <a:t>C</a:t>
                      </a:r>
                      <a:r>
                        <a:rPr lang="en-US" sz="1200" b="0" i="0" u="none" strike="noStrike" kern="1200" noProof="0" dirty="0"/>
                        <a:t>y</a:t>
                      </a:r>
                      <a:r>
                        <a:rPr lang="en-US" sz="1200" b="0" kern="1200" noProof="0" dirty="0">
                          <a:solidFill>
                            <a:schemeClr val="tx1"/>
                          </a:solidFill>
                          <a:latin typeface="Arial"/>
                          <a:ea typeface="+mn-ea"/>
                          <a:cs typeface="+mn-cs"/>
                        </a:rPr>
                        <a:t>bersecurity professionals deploy data integrity systems that test the integrity and authenticity of transmitted data to counter these actions. These systems include, for example, hashing and data redundanc</a:t>
                      </a:r>
                      <a:r>
                        <a:rPr lang="en-US" sz="1200" b="0" i="0" u="none" strike="noStrike" kern="1200" noProof="0" dirty="0"/>
                        <a:t>y.</a:t>
                      </a:r>
                      <a:endParaRPr lang="pt-BR" sz="1200" dirty="0"/>
                    </a:p>
                  </a:txBody>
                  <a:tcPr/>
                </a:tc>
                <a:extLst>
                  <a:ext uri="{0D108BD9-81ED-4DB2-BD59-A6C34878D82A}">
                    <a16:rowId xmlns:a16="http://schemas.microsoft.com/office/drawing/2014/main" val="4110800770"/>
                  </a:ext>
                </a:extLst>
              </a:tr>
              <a:tr h="752828">
                <a:tc>
                  <a:txBody>
                    <a:bodyPr/>
                    <a:lstStyle/>
                    <a:p>
                      <a:r>
                        <a:rPr lang="en-US" sz="1200" noProof="0">
                          <a:latin typeface="Arial"/>
                        </a:rPr>
                        <a:t>Protecting the availability of data in transit</a:t>
                      </a:r>
                    </a:p>
                  </a:txBody>
                  <a:tcPr/>
                </a:tc>
                <a:tc>
                  <a:txBody>
                    <a:bodyPr/>
                    <a:lstStyle/>
                    <a:p>
                      <a:pPr lvl="0">
                        <a:buNone/>
                      </a:pPr>
                      <a:r>
                        <a:rPr lang="en-US" sz="1200" b="0" kern="1200" noProof="0" dirty="0">
                          <a:solidFill>
                            <a:schemeClr val="tx1"/>
                          </a:solidFill>
                          <a:latin typeface="Arial"/>
                          <a:ea typeface="+mn-ea"/>
                          <a:cs typeface="+mn-cs"/>
                        </a:rPr>
                        <a:t>Network security professionals can implement mutual authentication systems to counter these actions. Mutual authentication systems require the user to authenticate to the server and requests the server to authenticate to the user. </a:t>
                      </a:r>
                      <a:endParaRPr lang="pt-BR" sz="1200" b="0" kern="1200" dirty="0">
                        <a:solidFill>
                          <a:schemeClr val="tx1"/>
                        </a:solidFill>
                        <a:latin typeface="Arial"/>
                        <a:ea typeface="+mn-ea"/>
                        <a:cs typeface="+mn-cs"/>
                      </a:endParaRPr>
                    </a:p>
                  </a:txBody>
                  <a:tcPr/>
                </a:tc>
                <a:extLst>
                  <a:ext uri="{0D108BD9-81ED-4DB2-BD59-A6C34878D82A}">
                    <a16:rowId xmlns:a16="http://schemas.microsoft.com/office/drawing/2014/main" val="1595245718"/>
                  </a:ext>
                </a:extLst>
              </a:tr>
            </a:tbl>
          </a:graphicData>
        </a:graphic>
      </p:graphicFrame>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nchor="t"/>
          <a:lstStyle>
            <a:lvl1pPr>
              <a:defRPr sz="600">
                <a:solidFill>
                  <a:srgbClr val="D9D9D9"/>
                </a:solidFill>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a:solidFill>
                  <a:srgbClr val="024C69"/>
                </a:solidFill>
                <a:latin typeface="Arial" pitchFamily="34" charset="0"/>
                <a:ea typeface="Arial" pitchFamily="34" charset="-122"/>
                <a:cs typeface="Arial" pitchFamily="34" charset="-120"/>
              </a:rPr>
              <a:t>States of Data</a:t>
            </a:r>
            <a:endParaRPr lang="en-US" sz="1600"/>
          </a:p>
        </p:txBody>
      </p:sp>
      <p:sp>
        <p:nvSpPr>
          <p:cNvPr id="3" name="Text 0"/>
          <p:cNvSpPr>
            <a:spLocks noGrp="1"/>
          </p:cNvSpPr>
          <p:nvPr>
            <p:ph type="body" idx="100" hasCustomPrompt="1"/>
          </p:nvPr>
        </p:nvSpPr>
        <p:spPr>
          <a:xfrm>
            <a:off x="0" y="274320"/>
            <a:ext cx="9144000" cy="430355"/>
          </a:xfrm>
          <a:prstGeom prst="rect">
            <a:avLst/>
          </a:prstGeom>
          <a:noFill/>
          <a:ln/>
        </p:spPr>
        <p:txBody>
          <a:bodyPr wrap="square" rtlCol="0" anchor="t"/>
          <a:lstStyle/>
          <a:p>
            <a:pPr marL="0" indent="0">
              <a:buNone/>
            </a:pPr>
            <a:r>
              <a:rPr lang="en-US" sz="2200">
                <a:solidFill>
                  <a:srgbClr val="024C69"/>
                </a:solidFill>
                <a:latin typeface="Arial" pitchFamily="34" charset="0"/>
                <a:ea typeface="Arial" pitchFamily="34" charset="-122"/>
                <a:cs typeface="Arial" pitchFamily="34" charset="-120"/>
              </a:rPr>
              <a:t>Data in Process</a:t>
            </a:r>
            <a:endParaRPr lang="en-US" sz="2200"/>
          </a:p>
        </p:txBody>
      </p:sp>
      <p:sp>
        <p:nvSpPr>
          <p:cNvPr id="5" name="Text 2"/>
          <p:cNvSpPr/>
          <p:nvPr/>
        </p:nvSpPr>
        <p:spPr>
          <a:xfrm>
            <a:off x="196622" y="823756"/>
            <a:ext cx="8229600" cy="361232"/>
          </a:xfrm>
          <a:prstGeom prst="rect">
            <a:avLst/>
          </a:prstGeom>
          <a:noFill/>
          <a:ln/>
        </p:spPr>
        <p:txBody>
          <a:bodyPr wrap="square" lIns="91440" tIns="45720" rIns="91440" bIns="45720" rtlCol="0" anchor="t"/>
          <a:lstStyle/>
          <a:p>
            <a:pPr marL="285750" indent="-285750">
              <a:lnSpc>
                <a:spcPts val="2000"/>
              </a:lnSpc>
              <a:buFont typeface="Arial"/>
              <a:buChar char="•"/>
            </a:pPr>
            <a:r>
              <a:rPr lang="en-US" sz="1400">
                <a:solidFill>
                  <a:srgbClr val="000000"/>
                </a:solidFill>
                <a:latin typeface="Arial"/>
                <a:cs typeface="Arial"/>
              </a:rPr>
              <a:t>Data in process refers to data during initial input, modification, computation, or output. </a:t>
            </a:r>
            <a:endParaRPr lang="en-US">
              <a:solidFill>
                <a:srgbClr val="000000"/>
              </a:solidFill>
              <a:latin typeface="Calibri" panose="020F0502020204030204"/>
              <a:cs typeface="Calibri" panose="020F0502020204030204"/>
            </a:endParaRPr>
          </a:p>
          <a:p>
            <a:pPr>
              <a:lnSpc>
                <a:spcPts val="2000"/>
              </a:lnSpc>
            </a:pPr>
            <a:endParaRPr lang="en-US" sz="1400">
              <a:latin typeface="Arial"/>
              <a:cs typeface="Arial"/>
            </a:endParaRPr>
          </a:p>
          <a:p>
            <a:pPr>
              <a:lnSpc>
                <a:spcPts val="2000"/>
              </a:lnSpc>
            </a:pPr>
            <a:endParaRPr lang="en-US" sz="1400">
              <a:latin typeface="Arial"/>
              <a:cs typeface="Arial"/>
            </a:endParaRPr>
          </a:p>
        </p:txBody>
      </p:sp>
      <p:graphicFrame>
        <p:nvGraphicFramePr>
          <p:cNvPr id="4" name="Tabela 5">
            <a:extLst>
              <a:ext uri="{FF2B5EF4-FFF2-40B4-BE49-F238E27FC236}">
                <a16:creationId xmlns:a16="http://schemas.microsoft.com/office/drawing/2014/main" id="{DDFD4C45-F28A-1BBF-9F8F-07FB7244494E}"/>
              </a:ext>
            </a:extLst>
          </p:cNvPr>
          <p:cNvGraphicFramePr>
            <a:graphicFrameLocks noGrp="1"/>
          </p:cNvGraphicFramePr>
          <p:nvPr>
            <p:extLst>
              <p:ext uri="{D42A27DB-BD31-4B8C-83A1-F6EECF244321}">
                <p14:modId xmlns:p14="http://schemas.microsoft.com/office/powerpoint/2010/main" val="416695267"/>
              </p:ext>
            </p:extLst>
          </p:nvPr>
        </p:nvGraphicFramePr>
        <p:xfrm>
          <a:off x="210916" y="1434055"/>
          <a:ext cx="8715189" cy="2468880"/>
        </p:xfrm>
        <a:graphic>
          <a:graphicData uri="http://schemas.openxmlformats.org/drawingml/2006/table">
            <a:tbl>
              <a:tblPr firstRow="1" bandRow="1">
                <a:tableStyleId>{5C22544A-7EE6-4342-B048-85BDC9FD1C3A}</a:tableStyleId>
              </a:tblPr>
              <a:tblGrid>
                <a:gridCol w="1173078">
                  <a:extLst>
                    <a:ext uri="{9D8B030D-6E8A-4147-A177-3AD203B41FA5}">
                      <a16:colId xmlns:a16="http://schemas.microsoft.com/office/drawing/2014/main" val="2270491662"/>
                    </a:ext>
                  </a:extLst>
                </a:gridCol>
                <a:gridCol w="7542111">
                  <a:extLst>
                    <a:ext uri="{9D8B030D-6E8A-4147-A177-3AD203B41FA5}">
                      <a16:colId xmlns:a16="http://schemas.microsoft.com/office/drawing/2014/main" val="1780026958"/>
                    </a:ext>
                  </a:extLst>
                </a:gridCol>
              </a:tblGrid>
              <a:tr h="370840">
                <a:tc>
                  <a:txBody>
                    <a:bodyPr/>
                    <a:lstStyle/>
                    <a:p>
                      <a:r>
                        <a:rPr lang="pt-BR" sz="1200" b="0">
                          <a:solidFill>
                            <a:schemeClr val="tx1"/>
                          </a:solidFill>
                          <a:latin typeface="Arial"/>
                        </a:rPr>
                        <a:t>Input</a:t>
                      </a:r>
                      <a:endParaRPr lang="pt-BR" sz="1200">
                        <a:latin typeface="Arial"/>
                      </a:endParaRPr>
                    </a:p>
                  </a:txBody>
                  <a:tcPr>
                    <a:solidFill>
                      <a:schemeClr val="tx2">
                        <a:lumMod val="20000"/>
                        <a:lumOff val="80000"/>
                      </a:schemeClr>
                    </a:solidFill>
                  </a:tcPr>
                </a:tc>
                <a:tc>
                  <a:txBody>
                    <a:bodyPr/>
                    <a:lstStyle/>
                    <a:p>
                      <a:pPr lvl="0" algn="l">
                        <a:lnSpc>
                          <a:spcPct val="100000"/>
                        </a:lnSpc>
                        <a:spcBef>
                          <a:spcPts val="0"/>
                        </a:spcBef>
                        <a:spcAft>
                          <a:spcPts val="0"/>
                        </a:spcAft>
                        <a:buNone/>
                      </a:pPr>
                      <a:r>
                        <a:rPr lang="en-US" sz="1200" b="0" i="0" u="none" strike="noStrike" noProof="0">
                          <a:solidFill>
                            <a:schemeClr val="tx1"/>
                          </a:solidFill>
                          <a:latin typeface="Arial"/>
                        </a:rPr>
                        <a:t>Protection of data integrity starts with the initial input of data. Organizations use several methods to collect data, each posing a potential threat to data integrity: data entry, scanning forms, file uploads, and data collected from sensors. Corruption during the input process may include mislabeling and incorrect or mismatched data formats, data entry errors, or disconnected and/or malfunctioning or inoperable system sensors.</a:t>
                      </a:r>
                      <a:endParaRPr lang="en-US" sz="1200">
                        <a:solidFill>
                          <a:schemeClr val="tx1"/>
                        </a:solidFill>
                        <a:latin typeface="Arial"/>
                      </a:endParaRPr>
                    </a:p>
                  </a:txBody>
                  <a:tcPr>
                    <a:solidFill>
                      <a:schemeClr val="tx2">
                        <a:lumMod val="20000"/>
                        <a:lumOff val="80000"/>
                      </a:schemeClr>
                    </a:solidFill>
                  </a:tcPr>
                </a:tc>
                <a:extLst>
                  <a:ext uri="{0D108BD9-81ED-4DB2-BD59-A6C34878D82A}">
                    <a16:rowId xmlns:a16="http://schemas.microsoft.com/office/drawing/2014/main" val="3117258935"/>
                  </a:ext>
                </a:extLst>
              </a:tr>
              <a:tr h="370840">
                <a:tc>
                  <a:txBody>
                    <a:bodyPr/>
                    <a:lstStyle/>
                    <a:p>
                      <a:r>
                        <a:rPr lang="en-US" sz="1200" noProof="0">
                          <a:latin typeface="Arial"/>
                        </a:rPr>
                        <a:t>Modification</a:t>
                      </a:r>
                    </a:p>
                  </a:txBody>
                  <a:tcPr/>
                </a:tc>
                <a:tc>
                  <a:txBody>
                    <a:bodyPr/>
                    <a:lstStyle/>
                    <a:p>
                      <a:pPr lvl="0" algn="l">
                        <a:lnSpc>
                          <a:spcPct val="100000"/>
                        </a:lnSpc>
                        <a:spcBef>
                          <a:spcPts val="0"/>
                        </a:spcBef>
                        <a:spcAft>
                          <a:spcPts val="0"/>
                        </a:spcAft>
                        <a:buNone/>
                      </a:pPr>
                      <a:r>
                        <a:rPr lang="en-US" sz="1200" b="0" i="0" u="none" strike="noStrike" kern="1200" noProof="0">
                          <a:solidFill>
                            <a:schemeClr val="tx1"/>
                          </a:solidFill>
                          <a:latin typeface="Arial"/>
                          <a:ea typeface="+mn-ea"/>
                          <a:cs typeface="+mn-cs"/>
                        </a:rPr>
                        <a:t>Data modification is any change made to original data, such as users manually modifying data, and programs processing and changing data. These changes are intentional, but changes to data can be unintentional or malicious. When data is modified in a way that stops it from being readable or usable, this is often referred to as data corruption. </a:t>
                      </a:r>
                    </a:p>
                  </a:txBody>
                  <a:tcPr/>
                </a:tc>
                <a:extLst>
                  <a:ext uri="{0D108BD9-81ED-4DB2-BD59-A6C34878D82A}">
                    <a16:rowId xmlns:a16="http://schemas.microsoft.com/office/drawing/2014/main" val="1515072808"/>
                  </a:ext>
                </a:extLst>
              </a:tr>
              <a:tr h="370840">
                <a:tc>
                  <a:txBody>
                    <a:bodyPr/>
                    <a:lstStyle/>
                    <a:p>
                      <a:r>
                        <a:rPr lang="pt-BR" sz="1200">
                          <a:latin typeface="Arial"/>
                        </a:rPr>
                        <a:t>Output</a:t>
                      </a:r>
                    </a:p>
                  </a:txBody>
                  <a:tcPr/>
                </a:tc>
                <a:tc>
                  <a:txBody>
                    <a:bodyPr/>
                    <a:lstStyle/>
                    <a:p>
                      <a:pPr marL="0" lvl="0" algn="l" rtl="0" eaLnBrk="1" latinLnBrk="0" hangingPunct="1">
                        <a:lnSpc>
                          <a:spcPct val="100000"/>
                        </a:lnSpc>
                        <a:spcBef>
                          <a:spcPts val="0"/>
                        </a:spcBef>
                        <a:spcAft>
                          <a:spcPts val="0"/>
                        </a:spcAft>
                        <a:buNone/>
                      </a:pPr>
                      <a:r>
                        <a:rPr lang="en-US" sz="1200" b="0" i="0" u="none" strike="noStrike" kern="1200" noProof="0" dirty="0">
                          <a:solidFill>
                            <a:schemeClr val="tx1"/>
                          </a:solidFill>
                          <a:latin typeface="Arial"/>
                          <a:ea typeface="+mn-ea"/>
                          <a:cs typeface="+mn-cs"/>
                        </a:rPr>
                        <a:t>Data output refers to outputting data to output devices, such as printers, electronic displays and speakers. The accuracy of output data is critical because output provides information and influences decision-making. </a:t>
                      </a:r>
                      <a:endParaRPr lang="pt-BR" sz="1200" b="0" i="0" u="none" strike="noStrike" kern="1200" noProof="0" dirty="0">
                        <a:solidFill>
                          <a:schemeClr val="tx1"/>
                        </a:solidFill>
                        <a:latin typeface="Arial"/>
                        <a:ea typeface="+mn-ea"/>
                        <a:cs typeface="+mn-cs"/>
                      </a:endParaRPr>
                    </a:p>
                  </a:txBody>
                  <a:tcPr/>
                </a:tc>
                <a:extLst>
                  <a:ext uri="{0D108BD9-81ED-4DB2-BD59-A6C34878D82A}">
                    <a16:rowId xmlns:a16="http://schemas.microsoft.com/office/drawing/2014/main" val="2933010998"/>
                  </a:ext>
                </a:extLst>
              </a:tr>
            </a:tbl>
          </a:graphicData>
        </a:graphic>
      </p:graphicFrame>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nchor="t"/>
          <a:lstStyle>
            <a:lvl1pPr>
              <a:defRPr sz="600">
                <a:solidFill>
                  <a:srgbClr val="D9D9D9"/>
                </a:solidFill>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a:solidFill>
                  <a:srgbClr val="024C69"/>
                </a:solidFill>
                <a:latin typeface="Arial" pitchFamily="34" charset="0"/>
                <a:ea typeface="Arial" pitchFamily="34" charset="-122"/>
                <a:cs typeface="Arial" pitchFamily="34" charset="-120"/>
              </a:rPr>
              <a:t>States of Data</a:t>
            </a:r>
            <a:endParaRPr lang="en-US" sz="1600"/>
          </a:p>
        </p:txBody>
      </p:sp>
      <p:sp>
        <p:nvSpPr>
          <p:cNvPr id="3" name="Text 0"/>
          <p:cNvSpPr>
            <a:spLocks noGrp="1"/>
          </p:cNvSpPr>
          <p:nvPr>
            <p:ph type="body" idx="100" hasCustomPrompt="1"/>
          </p:nvPr>
        </p:nvSpPr>
        <p:spPr>
          <a:xfrm>
            <a:off x="0" y="274320"/>
            <a:ext cx="9144000" cy="547778"/>
          </a:xfrm>
          <a:prstGeom prst="rect">
            <a:avLst/>
          </a:prstGeom>
          <a:noFill/>
          <a:ln/>
        </p:spPr>
        <p:txBody>
          <a:bodyPr wrap="square" lIns="91440" tIns="45720" rIns="91440" bIns="45720" rtlCol="0" anchor="t"/>
          <a:lstStyle/>
          <a:p>
            <a:r>
              <a:rPr lang="en-US">
                <a:latin typeface="Arial"/>
                <a:cs typeface="Arial"/>
              </a:rPr>
              <a:t>Data in Process (Cont.)</a:t>
            </a:r>
          </a:p>
          <a:p>
            <a:endParaRPr lang="en-US"/>
          </a:p>
        </p:txBody>
      </p:sp>
      <p:sp>
        <p:nvSpPr>
          <p:cNvPr id="5" name="Text 2"/>
          <p:cNvSpPr/>
          <p:nvPr/>
        </p:nvSpPr>
        <p:spPr>
          <a:xfrm>
            <a:off x="218188" y="922823"/>
            <a:ext cx="8229600" cy="1654131"/>
          </a:xfrm>
          <a:prstGeom prst="rect">
            <a:avLst/>
          </a:prstGeom>
          <a:noFill/>
          <a:ln/>
        </p:spPr>
        <p:txBody>
          <a:bodyPr wrap="square" lIns="91440" tIns="45720" rIns="91440" bIns="45720" rtlCol="0" anchor="t"/>
          <a:lstStyle/>
          <a:p>
            <a:pPr marL="285750" indent="-285750">
              <a:buFont typeface="Arial"/>
              <a:buChar char="•"/>
            </a:pPr>
            <a:r>
              <a:rPr lang="en-US" sz="1400">
                <a:latin typeface="Arial"/>
                <a:cs typeface="Arial"/>
              </a:rPr>
              <a:t>Protecting data in process requires well-designed systems. Otherwise, the results for organizations can be severe and costly to their finances or even their reputation.</a:t>
            </a:r>
            <a:endParaRPr lang="en-US">
              <a:cs typeface="Calibri" panose="020F0502020204030204"/>
            </a:endParaRPr>
          </a:p>
          <a:p>
            <a:endParaRPr lang="en-US" sz="1400">
              <a:latin typeface="Arial"/>
              <a:cs typeface="Arial"/>
            </a:endParaRPr>
          </a:p>
          <a:p>
            <a:pPr marL="285750" indent="-285750">
              <a:buFont typeface="Arial"/>
              <a:buChar char="•"/>
            </a:pPr>
            <a:r>
              <a:rPr lang="en-US" sz="1400">
                <a:latin typeface="Arial"/>
                <a:cs typeface="Arial"/>
              </a:rPr>
              <a:t>It is the role of cybersecurity professionals to design comprehensive policies and procedures regarding testing, maintenance, and updates to keep systems operating with the least number of errors.</a:t>
            </a:r>
            <a:endParaRPr lang="en-US">
              <a:cs typeface="Calibri"/>
            </a:endParaRPr>
          </a:p>
          <a:p>
            <a:pPr>
              <a:lnSpc>
                <a:spcPts val="2000"/>
              </a:lnSpc>
            </a:pPr>
            <a:endParaRPr lang="en-US" sz="1400">
              <a:latin typeface="Arial"/>
              <a:cs typeface="Arial"/>
            </a:endParaRPr>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nchor="t"/>
          <a:lstStyle>
            <a:lvl1pPr>
              <a:defRPr sz="600">
                <a:solidFill>
                  <a:srgbClr val="D9D9D9"/>
                </a:solidFill>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457200" y="2057400"/>
            <a:ext cx="8229600" cy="1533088"/>
          </a:xfrm>
          <a:prstGeom prst="rect">
            <a:avLst/>
          </a:prstGeom>
          <a:noFill/>
          <a:ln/>
        </p:spPr>
        <p:txBody>
          <a:bodyPr wrap="square" rtlCol="0"/>
          <a:lstStyle/>
          <a:p>
            <a:pPr marL="0" indent="0">
              <a:buNone/>
            </a:pPr>
            <a:r>
              <a:rPr lang="en-US" sz="4600">
                <a:solidFill>
                  <a:srgbClr val="B1E8FA"/>
                </a:solidFill>
                <a:latin typeface="Arial" pitchFamily="34" charset="0"/>
                <a:ea typeface="Arial" pitchFamily="34" charset="-122"/>
                <a:cs typeface="Arial" pitchFamily="34" charset="-120"/>
              </a:rPr>
              <a:t>10.3 Cybersecurity Countermeasures</a:t>
            </a:r>
            <a:endParaRPr lang="en-US" sz="4600"/>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nchor="t"/>
          <a:lstStyle>
            <a:lvl1pPr>
              <a:defRPr sz="600">
                <a:solidFill>
                  <a:srgbClr val="D9D9D9"/>
                </a:solidFill>
              </a:defRPr>
            </a:lvl1pPr>
          </a:lstStyle>
          <a:p>
            <a:pPr algn="r"/>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a:solidFill>
                  <a:srgbClr val="024C69"/>
                </a:solidFill>
                <a:latin typeface="Arial" pitchFamily="34" charset="0"/>
                <a:ea typeface="Arial" pitchFamily="34" charset="-122"/>
                <a:cs typeface="Arial" pitchFamily="34" charset="-120"/>
              </a:rPr>
              <a:t>Cybersecurity Countermeasures</a:t>
            </a:r>
            <a:endParaRPr lang="en-US" sz="1600"/>
          </a:p>
        </p:txBody>
      </p:sp>
      <p:sp>
        <p:nvSpPr>
          <p:cNvPr id="3" name="Text 0"/>
          <p:cNvSpPr>
            <a:spLocks noGrp="1"/>
          </p:cNvSpPr>
          <p:nvPr>
            <p:ph type="body" idx="100" hasCustomPrompt="1"/>
          </p:nvPr>
        </p:nvSpPr>
        <p:spPr>
          <a:xfrm>
            <a:off x="0" y="274320"/>
            <a:ext cx="9144000" cy="382297"/>
          </a:xfrm>
          <a:prstGeom prst="rect">
            <a:avLst/>
          </a:prstGeom>
          <a:noFill/>
          <a:ln/>
        </p:spPr>
        <p:txBody>
          <a:bodyPr wrap="square" rtlCol="0" anchor="t"/>
          <a:lstStyle/>
          <a:p>
            <a:pPr marL="0" indent="0">
              <a:buNone/>
            </a:pPr>
            <a:r>
              <a:rPr lang="en-US" sz="2200">
                <a:solidFill>
                  <a:srgbClr val="024C69"/>
                </a:solidFill>
                <a:latin typeface="Arial" pitchFamily="34" charset="0"/>
                <a:ea typeface="Arial" pitchFamily="34" charset="-122"/>
                <a:cs typeface="Arial" pitchFamily="34" charset="-120"/>
              </a:rPr>
              <a:t>Hardware-Based and Software-Based Technologies</a:t>
            </a:r>
            <a:endParaRPr lang="en-US" sz="2200"/>
          </a:p>
        </p:txBody>
      </p:sp>
      <p:sp>
        <p:nvSpPr>
          <p:cNvPr id="5" name="Text 2"/>
          <p:cNvSpPr/>
          <p:nvPr/>
        </p:nvSpPr>
        <p:spPr>
          <a:xfrm>
            <a:off x="215890" y="794674"/>
            <a:ext cx="8705819" cy="1353269"/>
          </a:xfrm>
          <a:prstGeom prst="rect">
            <a:avLst/>
          </a:prstGeom>
          <a:noFill/>
          <a:ln/>
        </p:spPr>
        <p:txBody>
          <a:bodyPr wrap="square" lIns="91440" tIns="45720" rIns="91440" bIns="45720" rtlCol="0" anchor="t"/>
          <a:lstStyle/>
          <a:p>
            <a:pPr marL="285750" indent="-285750">
              <a:buFont typeface="Arial"/>
              <a:buChar char="•"/>
            </a:pPr>
            <a:r>
              <a:rPr lang="en-US" sz="1400">
                <a:solidFill>
                  <a:srgbClr val="000000"/>
                </a:solidFill>
                <a:latin typeface="Arial"/>
                <a:cs typeface="Arial"/>
              </a:rPr>
              <a:t>Both software and hardware are utilized to protect the data and systems of organizations.</a:t>
            </a:r>
            <a:endParaRPr lang="en-US">
              <a:cs typeface="Calibri" panose="020F0502020204030204"/>
            </a:endParaRPr>
          </a:p>
          <a:p>
            <a:pPr marL="285750" indent="-285750">
              <a:buFont typeface="Arial"/>
              <a:buChar char="•"/>
            </a:pPr>
            <a:endParaRPr lang="en-US" sz="1400">
              <a:solidFill>
                <a:srgbClr val="000000"/>
              </a:solidFill>
              <a:latin typeface="Arial"/>
              <a:cs typeface="Arial"/>
            </a:endParaRPr>
          </a:p>
          <a:p>
            <a:pPr marL="285750" indent="-285750">
              <a:buFont typeface="Arial"/>
              <a:buChar char="•"/>
            </a:pPr>
            <a:r>
              <a:rPr lang="en-US" sz="1400">
                <a:solidFill>
                  <a:srgbClr val="000000"/>
                </a:solidFill>
                <a:latin typeface="Arial"/>
                <a:cs typeface="Arial"/>
              </a:rPr>
              <a:t>Software safeguards include programs and services that protect operating systems, databases and other services operating on workstations, portable devices and servers.</a:t>
            </a:r>
            <a:endParaRPr lang="en-US">
              <a:cs typeface="Calibri"/>
            </a:endParaRPr>
          </a:p>
          <a:p>
            <a:pPr marL="285750" indent="-285750">
              <a:buFont typeface="Arial"/>
              <a:buChar char="•"/>
            </a:pPr>
            <a:endParaRPr lang="en-US" sz="1400">
              <a:latin typeface="Arial"/>
              <a:cs typeface="Arial"/>
            </a:endParaRPr>
          </a:p>
          <a:p>
            <a:pPr marL="285750" indent="-285750">
              <a:buFont typeface="Arial"/>
              <a:buChar char="•"/>
            </a:pPr>
            <a:r>
              <a:rPr lang="en-US" sz="1400">
                <a:solidFill>
                  <a:srgbClr val="000000"/>
                </a:solidFill>
                <a:latin typeface="Arial"/>
                <a:cs typeface="Arial"/>
              </a:rPr>
              <a:t>Administrators can install software-based countermeasures or safeguards on individual hosts or servers:</a:t>
            </a:r>
            <a:endParaRPr lang="en-US">
              <a:cs typeface="Calibri" panose="020F0502020204030204"/>
            </a:endParaRPr>
          </a:p>
        </p:txBody>
      </p:sp>
      <p:graphicFrame>
        <p:nvGraphicFramePr>
          <p:cNvPr id="6" name="Tabela 6">
            <a:extLst>
              <a:ext uri="{FF2B5EF4-FFF2-40B4-BE49-F238E27FC236}">
                <a16:creationId xmlns:a16="http://schemas.microsoft.com/office/drawing/2014/main" id="{1058249E-31DD-FFC4-7B5F-97D73251296D}"/>
              </a:ext>
            </a:extLst>
          </p:cNvPr>
          <p:cNvGraphicFramePr>
            <a:graphicFrameLocks noGrp="1"/>
          </p:cNvGraphicFramePr>
          <p:nvPr>
            <p:extLst>
              <p:ext uri="{D42A27DB-BD31-4B8C-83A1-F6EECF244321}">
                <p14:modId xmlns:p14="http://schemas.microsoft.com/office/powerpoint/2010/main" val="3920590857"/>
              </p:ext>
            </p:extLst>
          </p:nvPr>
        </p:nvGraphicFramePr>
        <p:xfrm>
          <a:off x="248009" y="2286000"/>
          <a:ext cx="8670067" cy="2296160"/>
        </p:xfrm>
        <a:graphic>
          <a:graphicData uri="http://schemas.openxmlformats.org/drawingml/2006/table">
            <a:tbl>
              <a:tblPr firstRow="1" bandRow="1">
                <a:tableStyleId>{5C22544A-7EE6-4342-B048-85BDC9FD1C3A}</a:tableStyleId>
              </a:tblPr>
              <a:tblGrid>
                <a:gridCol w="2346157">
                  <a:extLst>
                    <a:ext uri="{9D8B030D-6E8A-4147-A177-3AD203B41FA5}">
                      <a16:colId xmlns:a16="http://schemas.microsoft.com/office/drawing/2014/main" val="3424673545"/>
                    </a:ext>
                  </a:extLst>
                </a:gridCol>
                <a:gridCol w="6323910">
                  <a:extLst>
                    <a:ext uri="{9D8B030D-6E8A-4147-A177-3AD203B41FA5}">
                      <a16:colId xmlns:a16="http://schemas.microsoft.com/office/drawing/2014/main" val="1996225418"/>
                    </a:ext>
                  </a:extLst>
                </a:gridCol>
              </a:tblGrid>
              <a:tr h="370840">
                <a:tc>
                  <a:txBody>
                    <a:bodyPr/>
                    <a:lstStyle/>
                    <a:p>
                      <a:r>
                        <a:rPr lang="en-US" sz="1200" b="0" noProof="0">
                          <a:solidFill>
                            <a:schemeClr val="tx1"/>
                          </a:solidFill>
                          <a:latin typeface="Arial"/>
                        </a:rPr>
                        <a:t>Software firewalls</a:t>
                      </a:r>
                    </a:p>
                  </a:txBody>
                  <a:tcPr anchor="ctr">
                    <a:solidFill>
                      <a:srgbClr val="CFD5EA"/>
                    </a:solidFill>
                  </a:tcPr>
                </a:tc>
                <a:tc>
                  <a:txBody>
                    <a:bodyPr/>
                    <a:lstStyle/>
                    <a:p>
                      <a:pPr lvl="0">
                        <a:buNone/>
                      </a:pPr>
                      <a:r>
                        <a:rPr lang="en-US" sz="1200" b="0" i="0" u="none" strike="noStrike" noProof="0">
                          <a:solidFill>
                            <a:schemeClr val="tx1"/>
                          </a:solidFill>
                          <a:latin typeface="Arial"/>
                        </a:rPr>
                        <a:t>They control remote access to a system. Operating systems typically include a firewall, or a user can purchase or download software from a third party.</a:t>
                      </a:r>
                      <a:endParaRPr lang="en-US" sz="1200" noProof="0">
                        <a:solidFill>
                          <a:schemeClr val="tx1"/>
                        </a:solidFill>
                        <a:latin typeface="Arial"/>
                      </a:endParaRPr>
                    </a:p>
                  </a:txBody>
                  <a:tcPr>
                    <a:solidFill>
                      <a:srgbClr val="CFD5EA"/>
                    </a:solidFill>
                  </a:tcPr>
                </a:tc>
                <a:extLst>
                  <a:ext uri="{0D108BD9-81ED-4DB2-BD59-A6C34878D82A}">
                    <a16:rowId xmlns:a16="http://schemas.microsoft.com/office/drawing/2014/main" val="55160671"/>
                  </a:ext>
                </a:extLst>
              </a:tr>
              <a:tr h="370840">
                <a:tc>
                  <a:txBody>
                    <a:bodyPr/>
                    <a:lstStyle/>
                    <a:p>
                      <a:r>
                        <a:rPr lang="en-US" sz="1200" noProof="0">
                          <a:latin typeface="Arial"/>
                        </a:rPr>
                        <a:t>Network and port scanners</a:t>
                      </a:r>
                    </a:p>
                  </a:txBody>
                  <a:tcPr anchor="ctr">
                    <a:solidFill>
                      <a:srgbClr val="E9EBF5"/>
                    </a:solidFill>
                  </a:tcPr>
                </a:tc>
                <a:tc>
                  <a:txBody>
                    <a:bodyPr/>
                    <a:lstStyle/>
                    <a:p>
                      <a:pPr lvl="0">
                        <a:buNone/>
                      </a:pPr>
                      <a:r>
                        <a:rPr lang="en-US" sz="1200" b="0" i="0" u="none" strike="noStrike" kern="1200" noProof="0">
                          <a:solidFill>
                            <a:schemeClr val="tx1"/>
                          </a:solidFill>
                          <a:latin typeface="Arial"/>
                          <a:ea typeface="+mn-ea"/>
                          <a:cs typeface="+mn-cs"/>
                        </a:rPr>
                        <a:t>They discover and monitor open ports on a host or server.</a:t>
                      </a:r>
                      <a:endParaRPr lang="pt-BR" sz="1200" b="0" i="0" u="none" strike="noStrike" kern="1200">
                        <a:solidFill>
                          <a:schemeClr val="tx1"/>
                        </a:solidFill>
                        <a:latin typeface="Arial"/>
                        <a:ea typeface="+mn-ea"/>
                        <a:cs typeface="+mn-cs"/>
                      </a:endParaRPr>
                    </a:p>
                  </a:txBody>
                  <a:tcPr anchor="ctr">
                    <a:solidFill>
                      <a:srgbClr val="E9EBF5"/>
                    </a:solidFill>
                  </a:tcPr>
                </a:tc>
                <a:extLst>
                  <a:ext uri="{0D108BD9-81ED-4DB2-BD59-A6C34878D82A}">
                    <a16:rowId xmlns:a16="http://schemas.microsoft.com/office/drawing/2014/main" val="3666473338"/>
                  </a:ext>
                </a:extLst>
              </a:tr>
              <a:tr h="370840">
                <a:tc>
                  <a:txBody>
                    <a:bodyPr/>
                    <a:lstStyle/>
                    <a:p>
                      <a:r>
                        <a:rPr lang="en-US" sz="1200" noProof="0">
                          <a:latin typeface="Arial"/>
                        </a:rPr>
                        <a:t>Protocol analyzers</a:t>
                      </a:r>
                    </a:p>
                  </a:txBody>
                  <a:tcPr anchor="ctr">
                    <a:solidFill>
                      <a:srgbClr val="CFD5EA"/>
                    </a:solidFill>
                  </a:tcPr>
                </a:tc>
                <a:tc>
                  <a:txBody>
                    <a:bodyPr/>
                    <a:lstStyle/>
                    <a:p>
                      <a:pPr lvl="0">
                        <a:buNone/>
                      </a:pPr>
                      <a:r>
                        <a:rPr lang="en-US" sz="1200" b="0" i="0" u="none" strike="noStrike" kern="1200" noProof="0">
                          <a:solidFill>
                            <a:schemeClr val="tx1"/>
                          </a:solidFill>
                          <a:latin typeface="Arial"/>
                        </a:rPr>
                        <a:t>Devices that collect and examine network traffic. They identify problems of performance and misbehaving applications, detect misconfigurations, establish baseline and normal traffic patterns and debug communication problems.</a:t>
                      </a:r>
                      <a:endParaRPr lang="pt-BR" sz="1200"/>
                    </a:p>
                  </a:txBody>
                  <a:tcPr anchor="ctr">
                    <a:solidFill>
                      <a:srgbClr val="CFD5EA"/>
                    </a:solidFill>
                  </a:tcPr>
                </a:tc>
                <a:extLst>
                  <a:ext uri="{0D108BD9-81ED-4DB2-BD59-A6C34878D82A}">
                    <a16:rowId xmlns:a16="http://schemas.microsoft.com/office/drawing/2014/main" val="299804090"/>
                  </a:ext>
                </a:extLst>
              </a:tr>
              <a:tr h="370840">
                <a:tc>
                  <a:txBody>
                    <a:bodyPr/>
                    <a:lstStyle/>
                    <a:p>
                      <a:r>
                        <a:rPr lang="en-US" sz="1200" noProof="0">
                          <a:latin typeface="Arial"/>
                        </a:rPr>
                        <a:t>Vulnerability scanners</a:t>
                      </a:r>
                    </a:p>
                  </a:txBody>
                  <a:tcPr anchor="ctr">
                    <a:solidFill>
                      <a:srgbClr val="E9EBF5"/>
                    </a:solidFill>
                  </a:tcPr>
                </a:tc>
                <a:tc>
                  <a:txBody>
                    <a:bodyPr/>
                    <a:lstStyle/>
                    <a:p>
                      <a:pPr lvl="0" algn="l">
                        <a:lnSpc>
                          <a:spcPct val="100000"/>
                        </a:lnSpc>
                        <a:spcBef>
                          <a:spcPts val="0"/>
                        </a:spcBef>
                        <a:spcAft>
                          <a:spcPts val="0"/>
                        </a:spcAft>
                        <a:buNone/>
                      </a:pPr>
                      <a:r>
                        <a:rPr lang="en-US" sz="1200" b="0" i="0" u="none" strike="noStrike" kern="1200" noProof="0">
                          <a:solidFill>
                            <a:schemeClr val="tx1"/>
                          </a:solidFill>
                          <a:latin typeface="Arial"/>
                        </a:rPr>
                        <a:t>Programs designed to assess weaknesses on computers or networks.</a:t>
                      </a:r>
                      <a:endParaRPr lang="en-US" sz="1200" b="0" i="0" u="none" strike="noStrike" kern="1200" noProof="0"/>
                    </a:p>
                  </a:txBody>
                  <a:tcPr anchor="ctr">
                    <a:solidFill>
                      <a:srgbClr val="E9EBF5"/>
                    </a:solidFill>
                  </a:tcPr>
                </a:tc>
                <a:extLst>
                  <a:ext uri="{0D108BD9-81ED-4DB2-BD59-A6C34878D82A}">
                    <a16:rowId xmlns:a16="http://schemas.microsoft.com/office/drawing/2014/main" val="952463182"/>
                  </a:ext>
                </a:extLst>
              </a:tr>
              <a:tr h="370840">
                <a:tc>
                  <a:txBody>
                    <a:bodyPr/>
                    <a:lstStyle/>
                    <a:p>
                      <a:r>
                        <a:rPr lang="en-US" sz="1200" noProof="0">
                          <a:latin typeface="Arial"/>
                        </a:rPr>
                        <a:t>Host-based intrusion detection systems (IDS)</a:t>
                      </a:r>
                    </a:p>
                  </a:txBody>
                  <a:tcPr>
                    <a:solidFill>
                      <a:srgbClr val="CFD5EA"/>
                    </a:solidFill>
                  </a:tcPr>
                </a:tc>
                <a:tc>
                  <a:txBody>
                    <a:bodyPr/>
                    <a:lstStyle/>
                    <a:p>
                      <a:pPr lvl="0">
                        <a:buNone/>
                      </a:pPr>
                      <a:r>
                        <a:rPr lang="en-US" sz="1200" b="0" i="0" u="none" strike="noStrike" kern="1200" noProof="0" dirty="0">
                          <a:solidFill>
                            <a:schemeClr val="tx1"/>
                          </a:solidFill>
                          <a:latin typeface="Arial"/>
                          <a:ea typeface="+mn-ea"/>
                          <a:cs typeface="+mn-cs"/>
                        </a:rPr>
                        <a:t>They examine activity on host systems only. An IDS generates log files and alarm messages when it detects unusual activity. </a:t>
                      </a:r>
                    </a:p>
                  </a:txBody>
                  <a:tcPr>
                    <a:solidFill>
                      <a:srgbClr val="CFD5EA"/>
                    </a:solidFill>
                  </a:tcPr>
                </a:tc>
                <a:extLst>
                  <a:ext uri="{0D108BD9-81ED-4DB2-BD59-A6C34878D82A}">
                    <a16:rowId xmlns:a16="http://schemas.microsoft.com/office/drawing/2014/main" val="174781738"/>
                  </a:ext>
                </a:extLst>
              </a:tr>
            </a:tbl>
          </a:graphicData>
        </a:graphic>
      </p:graphicFrame>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nchor="t"/>
          <a:lstStyle>
            <a:lvl1pPr>
              <a:defRPr sz="600">
                <a:solidFill>
                  <a:srgbClr val="D9D9D9"/>
                </a:solidFill>
              </a:defRPr>
            </a:lvl1pPr>
          </a:lstStyle>
          <a:p>
            <a:pPr algn="r"/>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a:solidFill>
                  <a:srgbClr val="024C69"/>
                </a:solidFill>
                <a:latin typeface="Arial" pitchFamily="34" charset="0"/>
                <a:ea typeface="Arial" pitchFamily="34" charset="-122"/>
                <a:cs typeface="Arial" pitchFamily="34" charset="-120"/>
              </a:rPr>
              <a:t>Cybersecurity Countermeasures</a:t>
            </a:r>
            <a:endParaRPr lang="en-US" sz="1600"/>
          </a:p>
        </p:txBody>
      </p:sp>
      <p:sp>
        <p:nvSpPr>
          <p:cNvPr id="3" name="Text 0"/>
          <p:cNvSpPr>
            <a:spLocks noGrp="1"/>
          </p:cNvSpPr>
          <p:nvPr>
            <p:ph type="body" idx="100" hasCustomPrompt="1"/>
          </p:nvPr>
        </p:nvSpPr>
        <p:spPr>
          <a:xfrm>
            <a:off x="0" y="274320"/>
            <a:ext cx="9144000" cy="526212"/>
          </a:xfrm>
          <a:prstGeom prst="rect">
            <a:avLst/>
          </a:prstGeom>
          <a:noFill/>
          <a:ln/>
        </p:spPr>
        <p:txBody>
          <a:bodyPr wrap="square" lIns="91440" tIns="45720" rIns="91440" bIns="45720" rtlCol="0" anchor="t"/>
          <a:lstStyle/>
          <a:p>
            <a:r>
              <a:rPr lang="en-US" sz="2200">
                <a:solidFill>
                  <a:srgbClr val="024C69"/>
                </a:solidFill>
                <a:latin typeface="Arial"/>
                <a:cs typeface="Arial"/>
              </a:rPr>
              <a:t>Hardware-Based and Software-Based Technologies</a:t>
            </a:r>
            <a:r>
              <a:rPr lang="en-US">
                <a:latin typeface="Arial"/>
                <a:cs typeface="Arial"/>
              </a:rPr>
              <a:t> (Cont.)</a:t>
            </a:r>
            <a:endParaRPr lang="en-US" sz="2200"/>
          </a:p>
        </p:txBody>
      </p:sp>
      <p:sp>
        <p:nvSpPr>
          <p:cNvPr id="5" name="Text 2"/>
          <p:cNvSpPr/>
          <p:nvPr/>
        </p:nvSpPr>
        <p:spPr>
          <a:xfrm>
            <a:off x="218188" y="891148"/>
            <a:ext cx="8229600" cy="404364"/>
          </a:xfrm>
          <a:prstGeom prst="rect">
            <a:avLst/>
          </a:prstGeom>
          <a:noFill/>
          <a:ln/>
        </p:spPr>
        <p:txBody>
          <a:bodyPr wrap="square" lIns="91440" tIns="45720" rIns="91440" bIns="45720" rtlCol="0" anchor="t"/>
          <a:lstStyle/>
          <a:p>
            <a:pPr marL="285750" indent="-285750">
              <a:buFont typeface="Arial" panose="020B0604020202020204" pitchFamily="34" charset="0"/>
              <a:buChar char="•"/>
            </a:pPr>
            <a:r>
              <a:rPr lang="en-US" sz="1400">
                <a:solidFill>
                  <a:srgbClr val="000000"/>
                </a:solidFill>
                <a:latin typeface="Arial"/>
                <a:cs typeface="Arial"/>
              </a:rPr>
              <a:t>There</a:t>
            </a:r>
            <a:r>
              <a:rPr lang="en-US" sz="1400">
                <a:latin typeface="Arial"/>
                <a:cs typeface="Arial"/>
              </a:rPr>
              <a:t> </a:t>
            </a:r>
            <a:r>
              <a:rPr lang="en-US" sz="1400">
                <a:solidFill>
                  <a:srgbClr val="000000"/>
                </a:solidFill>
                <a:latin typeface="Arial"/>
                <a:cs typeface="Arial"/>
              </a:rPr>
              <a:t>are several hardware-based technologies</a:t>
            </a:r>
            <a:r>
              <a:rPr lang="en-US" sz="1400">
                <a:latin typeface="Arial"/>
                <a:cs typeface="Arial"/>
              </a:rPr>
              <a:t> used </a:t>
            </a:r>
            <a:r>
              <a:rPr lang="en-US" sz="1400">
                <a:solidFill>
                  <a:srgbClr val="000000"/>
                </a:solidFill>
                <a:latin typeface="Arial"/>
                <a:cs typeface="Arial"/>
              </a:rPr>
              <a:t>to safeguard</a:t>
            </a:r>
            <a:r>
              <a:rPr lang="en-US" sz="1400">
                <a:latin typeface="Arial"/>
                <a:cs typeface="Arial"/>
              </a:rPr>
              <a:t> an organization’s assets:</a:t>
            </a:r>
          </a:p>
          <a:p>
            <a:endParaRPr lang="en-US" sz="1400">
              <a:latin typeface="Arial"/>
              <a:cs typeface="Arial"/>
            </a:endParaRPr>
          </a:p>
        </p:txBody>
      </p:sp>
      <p:graphicFrame>
        <p:nvGraphicFramePr>
          <p:cNvPr id="4" name="Tabela 5">
            <a:extLst>
              <a:ext uri="{FF2B5EF4-FFF2-40B4-BE49-F238E27FC236}">
                <a16:creationId xmlns:a16="http://schemas.microsoft.com/office/drawing/2014/main" id="{94BC45E4-E3FD-B157-EB90-FFC60455258F}"/>
              </a:ext>
            </a:extLst>
          </p:cNvPr>
          <p:cNvGraphicFramePr>
            <a:graphicFrameLocks noGrp="1"/>
          </p:cNvGraphicFramePr>
          <p:nvPr>
            <p:extLst>
              <p:ext uri="{D42A27DB-BD31-4B8C-83A1-F6EECF244321}">
                <p14:modId xmlns:p14="http://schemas.microsoft.com/office/powerpoint/2010/main" val="3429057896"/>
              </p:ext>
            </p:extLst>
          </p:nvPr>
        </p:nvGraphicFramePr>
        <p:xfrm>
          <a:off x="232482" y="1466405"/>
          <a:ext cx="8489588" cy="2377440"/>
        </p:xfrm>
        <a:graphic>
          <a:graphicData uri="http://schemas.openxmlformats.org/drawingml/2006/table">
            <a:tbl>
              <a:tblPr firstRow="1" bandRow="1">
                <a:tableStyleId>{5C22544A-7EE6-4342-B048-85BDC9FD1C3A}</a:tableStyleId>
              </a:tblPr>
              <a:tblGrid>
                <a:gridCol w="2692065">
                  <a:extLst>
                    <a:ext uri="{9D8B030D-6E8A-4147-A177-3AD203B41FA5}">
                      <a16:colId xmlns:a16="http://schemas.microsoft.com/office/drawing/2014/main" val="2302158488"/>
                    </a:ext>
                  </a:extLst>
                </a:gridCol>
                <a:gridCol w="5797523">
                  <a:extLst>
                    <a:ext uri="{9D8B030D-6E8A-4147-A177-3AD203B41FA5}">
                      <a16:colId xmlns:a16="http://schemas.microsoft.com/office/drawing/2014/main" val="423591679"/>
                    </a:ext>
                  </a:extLst>
                </a:gridCol>
              </a:tblGrid>
              <a:tr h="370840">
                <a:tc>
                  <a:txBody>
                    <a:bodyPr/>
                    <a:lstStyle/>
                    <a:p>
                      <a:r>
                        <a:rPr lang="en-US" sz="1200" b="0" noProof="0">
                          <a:solidFill>
                            <a:schemeClr val="tx1"/>
                          </a:solidFill>
                          <a:latin typeface="Arial"/>
                        </a:rPr>
                        <a:t>Firewalls</a:t>
                      </a:r>
                      <a:endParaRPr lang="en-US" sz="1200" noProof="0">
                        <a:solidFill>
                          <a:schemeClr val="tx1"/>
                        </a:solidFill>
                        <a:latin typeface="Arial"/>
                      </a:endParaRPr>
                    </a:p>
                  </a:txBody>
                  <a:tcPr>
                    <a:solidFill>
                      <a:srgbClr val="CFD5EA"/>
                    </a:solidFill>
                  </a:tcPr>
                </a:tc>
                <a:tc>
                  <a:txBody>
                    <a:bodyPr/>
                    <a:lstStyle/>
                    <a:p>
                      <a:pPr lvl="0">
                        <a:buNone/>
                      </a:pPr>
                      <a:r>
                        <a:rPr lang="en-US" sz="1200" b="0" i="0" u="none" strike="noStrike" noProof="0">
                          <a:solidFill>
                            <a:schemeClr val="tx1"/>
                          </a:solidFill>
                          <a:latin typeface="Arial"/>
                        </a:rPr>
                        <a:t>They block unwanted traffic. They contain customizable rules that define the traffic allowed into and out of a network.</a:t>
                      </a:r>
                      <a:endParaRPr lang="en-US" sz="1200" noProof="0">
                        <a:solidFill>
                          <a:schemeClr val="tx1"/>
                        </a:solidFill>
                        <a:latin typeface="Arial"/>
                      </a:endParaRPr>
                    </a:p>
                  </a:txBody>
                  <a:tcPr>
                    <a:solidFill>
                      <a:srgbClr val="CFD5EA"/>
                    </a:solidFill>
                  </a:tcPr>
                </a:tc>
                <a:extLst>
                  <a:ext uri="{0D108BD9-81ED-4DB2-BD59-A6C34878D82A}">
                    <a16:rowId xmlns:a16="http://schemas.microsoft.com/office/drawing/2014/main" val="3735092083"/>
                  </a:ext>
                </a:extLst>
              </a:tr>
              <a:tr h="370840">
                <a:tc>
                  <a:txBody>
                    <a:bodyPr/>
                    <a:lstStyle/>
                    <a:p>
                      <a:r>
                        <a:rPr lang="en-US" sz="1200" noProof="0">
                          <a:latin typeface="Arial"/>
                        </a:rPr>
                        <a:t>Proxy servers</a:t>
                      </a:r>
                    </a:p>
                  </a:txBody>
                  <a:tcPr>
                    <a:solidFill>
                      <a:srgbClr val="E9EBF5"/>
                    </a:solidFill>
                  </a:tcPr>
                </a:tc>
                <a:tc>
                  <a:txBody>
                    <a:bodyPr/>
                    <a:lstStyle/>
                    <a:p>
                      <a:pPr lvl="0">
                        <a:buNone/>
                      </a:pPr>
                      <a:r>
                        <a:rPr lang="en-US" sz="1200" b="0" i="0" u="none" strike="noStrike" noProof="0">
                          <a:latin typeface="Arial"/>
                        </a:rPr>
                        <a:t>They use a network addressing scheme to present one organization-wide IP address to the Internet. A proxy server thus functions on behalf of the client when requesting service, potentially masking the true origin of the request to the resource server.</a:t>
                      </a:r>
                      <a:endParaRPr lang="en-US" sz="1200" noProof="0">
                        <a:latin typeface="Arial"/>
                      </a:endParaRPr>
                    </a:p>
                  </a:txBody>
                  <a:tcPr>
                    <a:solidFill>
                      <a:srgbClr val="E9EBF5"/>
                    </a:solidFill>
                  </a:tcPr>
                </a:tc>
                <a:extLst>
                  <a:ext uri="{0D108BD9-81ED-4DB2-BD59-A6C34878D82A}">
                    <a16:rowId xmlns:a16="http://schemas.microsoft.com/office/drawing/2014/main" val="1085104734"/>
                  </a:ext>
                </a:extLst>
              </a:tr>
              <a:tr h="370840">
                <a:tc>
                  <a:txBody>
                    <a:bodyPr/>
                    <a:lstStyle/>
                    <a:p>
                      <a:r>
                        <a:rPr lang="en-US" sz="1200" noProof="0">
                          <a:latin typeface="Arial"/>
                        </a:rPr>
                        <a:t>Hardware-based access control</a:t>
                      </a:r>
                    </a:p>
                  </a:txBody>
                  <a:tcPr>
                    <a:solidFill>
                      <a:srgbClr val="CFD5EA"/>
                    </a:solidFill>
                  </a:tcPr>
                </a:tc>
                <a:tc>
                  <a:txBody>
                    <a:bodyPr/>
                    <a:lstStyle/>
                    <a:p>
                      <a:pPr lvl="0">
                        <a:buNone/>
                      </a:pPr>
                      <a:r>
                        <a:rPr lang="en-US" sz="1200" b="0" i="0" u="none" strike="noStrike" noProof="0">
                          <a:latin typeface="Arial"/>
                        </a:rPr>
                        <a:t>Devices that utilize biometric technology, such as fingerprint or iris scanners, to confirm the identity of anyone trying to access servers, data, and systems.</a:t>
                      </a:r>
                      <a:endParaRPr lang="en-US" sz="1200" noProof="0">
                        <a:latin typeface="Arial"/>
                      </a:endParaRPr>
                    </a:p>
                  </a:txBody>
                  <a:tcPr>
                    <a:solidFill>
                      <a:srgbClr val="CFD5EA"/>
                    </a:solidFill>
                  </a:tcPr>
                </a:tc>
                <a:extLst>
                  <a:ext uri="{0D108BD9-81ED-4DB2-BD59-A6C34878D82A}">
                    <a16:rowId xmlns:a16="http://schemas.microsoft.com/office/drawing/2014/main" val="2807387129"/>
                  </a:ext>
                </a:extLst>
              </a:tr>
              <a:tr h="370840">
                <a:tc>
                  <a:txBody>
                    <a:bodyPr/>
                    <a:lstStyle/>
                    <a:p>
                      <a:r>
                        <a:rPr lang="en-US" sz="1200" noProof="0">
                          <a:latin typeface="Arial"/>
                        </a:rPr>
                        <a:t>Network switches</a:t>
                      </a:r>
                    </a:p>
                  </a:txBody>
                  <a:tcPr>
                    <a:solidFill>
                      <a:srgbClr val="E9EBF5"/>
                    </a:solidFill>
                  </a:tcPr>
                </a:tc>
                <a:tc>
                  <a:txBody>
                    <a:bodyPr/>
                    <a:lstStyle/>
                    <a:p>
                      <a:pPr lvl="0">
                        <a:buNone/>
                      </a:pPr>
                      <a:r>
                        <a:rPr lang="en-US" sz="1200" b="0" i="0" u="none" strike="noStrike" noProof="0" dirty="0">
                          <a:latin typeface="Arial"/>
                        </a:rPr>
                        <a:t>Switches are commonly used as a connection point, linking other devices together, for example in a local area network. Their features enable them to add to the security efficiency of the network.</a:t>
                      </a:r>
                      <a:endParaRPr lang="en-US" sz="1200" noProof="0" dirty="0">
                        <a:latin typeface="Arial"/>
                      </a:endParaRPr>
                    </a:p>
                  </a:txBody>
                  <a:tcPr>
                    <a:solidFill>
                      <a:srgbClr val="E9EBF5"/>
                    </a:solidFill>
                  </a:tcPr>
                </a:tc>
                <a:extLst>
                  <a:ext uri="{0D108BD9-81ED-4DB2-BD59-A6C34878D82A}">
                    <a16:rowId xmlns:a16="http://schemas.microsoft.com/office/drawing/2014/main" val="2873970098"/>
                  </a:ext>
                </a:extLst>
              </a:tr>
            </a:tbl>
          </a:graphicData>
        </a:graphic>
      </p:graphicFrame>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nchor="t"/>
          <a:lstStyle>
            <a:lvl1pPr>
              <a:defRPr sz="600">
                <a:solidFill>
                  <a:srgbClr val="D9D9D9"/>
                </a:solidFill>
              </a:defRPr>
            </a:lvl1pPr>
          </a:lstStyle>
          <a:p>
            <a:pPr algn="r"/>
            <a:fld id="{F7021451-1387-4CA6-816F-3879F97B5CBC}" type="slidenum">
              <a:rPr lang="en-US" b="0"/>
              <a:t>18</a:t>
            </a:fld>
            <a:endParaRPr lang="en-US"/>
          </a:p>
        </p:txBody>
      </p:sp>
    </p:spTree>
    <p:extLst>
      <p:ext uri="{BB962C8B-B14F-4D97-AF65-F5344CB8AC3E}">
        <p14:creationId xmlns:p14="http://schemas.microsoft.com/office/powerpoint/2010/main" val="82639283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a:solidFill>
                  <a:srgbClr val="024C69"/>
                </a:solidFill>
                <a:latin typeface="Arial" pitchFamily="34" charset="0"/>
                <a:ea typeface="Arial" pitchFamily="34" charset="-122"/>
                <a:cs typeface="Arial" pitchFamily="34" charset="-120"/>
              </a:rPr>
              <a:t>Cybersecurity Countermeasures</a:t>
            </a:r>
            <a:endParaRPr lang="en-US" sz="1600"/>
          </a:p>
        </p:txBody>
      </p:sp>
      <p:sp>
        <p:nvSpPr>
          <p:cNvPr id="3" name="Text 0"/>
          <p:cNvSpPr>
            <a:spLocks noGrp="1"/>
          </p:cNvSpPr>
          <p:nvPr>
            <p:ph type="body" idx="100" hasCustomPrompt="1"/>
          </p:nvPr>
        </p:nvSpPr>
        <p:spPr>
          <a:xfrm>
            <a:off x="0" y="274320"/>
            <a:ext cx="9144000" cy="489078"/>
          </a:xfrm>
          <a:prstGeom prst="rect">
            <a:avLst/>
          </a:prstGeom>
          <a:noFill/>
          <a:ln/>
        </p:spPr>
        <p:txBody>
          <a:bodyPr wrap="square" rtlCol="0" anchor="t"/>
          <a:lstStyle/>
          <a:p>
            <a:pPr marL="0" indent="0">
              <a:buNone/>
            </a:pPr>
            <a:r>
              <a:rPr lang="en-US" sz="2200">
                <a:solidFill>
                  <a:srgbClr val="024C69"/>
                </a:solidFill>
                <a:latin typeface="Arial" pitchFamily="34" charset="0"/>
                <a:ea typeface="Arial" pitchFamily="34" charset="-122"/>
                <a:cs typeface="Arial" pitchFamily="34" charset="-120"/>
              </a:rPr>
              <a:t>Establishing a Culture of Cybersecurity Awareness</a:t>
            </a:r>
            <a:endParaRPr lang="en-US" sz="2200"/>
          </a:p>
        </p:txBody>
      </p:sp>
      <p:sp>
        <p:nvSpPr>
          <p:cNvPr id="5" name="Text 2"/>
          <p:cNvSpPr/>
          <p:nvPr/>
        </p:nvSpPr>
        <p:spPr>
          <a:xfrm>
            <a:off x="239754" y="890812"/>
            <a:ext cx="8229600" cy="2571750"/>
          </a:xfrm>
          <a:prstGeom prst="rect">
            <a:avLst/>
          </a:prstGeom>
          <a:noFill/>
          <a:ln/>
        </p:spPr>
        <p:txBody>
          <a:bodyPr wrap="square" lIns="91440" tIns="45720" rIns="91440" bIns="45720" rtlCol="0" anchor="t"/>
          <a:lstStyle/>
          <a:p>
            <a:pPr marL="285750" indent="-285750">
              <a:buFont typeface="Arial"/>
              <a:buChar char="•"/>
            </a:pPr>
            <a:r>
              <a:rPr lang="en-US" sz="1400">
                <a:solidFill>
                  <a:srgbClr val="000000"/>
                </a:solidFill>
                <a:latin typeface="Arial"/>
                <a:cs typeface="Arial"/>
              </a:rPr>
              <a:t>Investing a lot of money in technology will not make a difference if the people within the organization are not trained in cybersecurity.</a:t>
            </a:r>
            <a:endParaRPr lang="en-US">
              <a:cs typeface="Calibri" panose="020F0502020204030204"/>
            </a:endParaRPr>
          </a:p>
          <a:p>
            <a:pPr marL="285750" indent="-285750">
              <a:buFont typeface="Arial"/>
              <a:buChar char="•"/>
            </a:pPr>
            <a:endParaRPr lang="en-US" sz="1400">
              <a:solidFill>
                <a:srgbClr val="000000"/>
              </a:solidFill>
              <a:latin typeface="Arial"/>
              <a:cs typeface="Arial"/>
            </a:endParaRPr>
          </a:p>
          <a:p>
            <a:pPr marL="285750" indent="-285750">
              <a:buFont typeface="Arial"/>
              <a:buChar char="•"/>
            </a:pPr>
            <a:r>
              <a:rPr lang="en-US" sz="1400">
                <a:solidFill>
                  <a:srgbClr val="000000"/>
                </a:solidFill>
                <a:latin typeface="Arial"/>
                <a:cs typeface="Arial"/>
              </a:rPr>
              <a:t>A security awareness program and solid, comprehensive security policies are extremely important for any organization. </a:t>
            </a:r>
            <a:endParaRPr lang="en-US">
              <a:solidFill>
                <a:srgbClr val="000000"/>
              </a:solidFill>
              <a:latin typeface="Calibri" panose="020F0502020204030204"/>
              <a:cs typeface="Calibri"/>
            </a:endParaRPr>
          </a:p>
          <a:p>
            <a:endParaRPr lang="en-US" sz="1400">
              <a:solidFill>
                <a:srgbClr val="000000"/>
              </a:solidFill>
              <a:latin typeface="Arial"/>
              <a:cs typeface="Arial"/>
            </a:endParaRPr>
          </a:p>
          <a:p>
            <a:pPr marL="285750" indent="-285750">
              <a:buFont typeface="Arial"/>
              <a:buChar char="•"/>
            </a:pPr>
            <a:r>
              <a:rPr lang="en-US" sz="1400">
                <a:solidFill>
                  <a:srgbClr val="000000"/>
                </a:solidFill>
                <a:latin typeface="Arial"/>
                <a:cs typeface="Arial"/>
              </a:rPr>
              <a:t>An employee might not be purposefully malicious but just unaware of what the proper procedures are and still cause great harm.</a:t>
            </a:r>
            <a:endParaRPr lang="en-US">
              <a:solidFill>
                <a:srgbClr val="000000"/>
              </a:solidFill>
              <a:latin typeface="Calibri" panose="020F0502020204030204"/>
              <a:cs typeface="Calibri"/>
            </a:endParaRPr>
          </a:p>
          <a:p>
            <a:pPr marL="285750" indent="-285750">
              <a:buFont typeface="Arial"/>
              <a:buChar char="•"/>
            </a:pPr>
            <a:endParaRPr lang="en-US" sz="1400">
              <a:solidFill>
                <a:srgbClr val="000000"/>
              </a:solidFill>
              <a:latin typeface="Arial"/>
              <a:cs typeface="Arial"/>
            </a:endParaRPr>
          </a:p>
          <a:p>
            <a:pPr marL="285750" indent="-285750">
              <a:buFont typeface="Arial"/>
              <a:buChar char="•"/>
            </a:pPr>
            <a:r>
              <a:rPr lang="en-US" sz="1400">
                <a:solidFill>
                  <a:srgbClr val="000000"/>
                </a:solidFill>
                <a:latin typeface="Arial"/>
                <a:cs typeface="Arial"/>
              </a:rPr>
              <a:t>There are several ways to implement training to prevent this and to ensure all employees feel knowledgeable and confident to make cybersecurity best practices part of their day-to-day activities.</a:t>
            </a:r>
            <a:endParaRPr lang="en-US">
              <a:cs typeface="Calibri"/>
            </a:endParaRPr>
          </a:p>
          <a:p>
            <a:pPr>
              <a:lnSpc>
                <a:spcPts val="2000"/>
              </a:lnSpc>
            </a:pPr>
            <a:endParaRPr lang="en-US" sz="1400">
              <a:latin typeface="Arial"/>
              <a:cs typeface="Arial"/>
            </a:endParaRPr>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nchor="t"/>
          <a:lstStyle>
            <a:lvl1pPr>
              <a:defRPr sz="600">
                <a:solidFill>
                  <a:srgbClr val="D9D9D9"/>
                </a:solidFill>
              </a:defRPr>
            </a:lvl1pPr>
          </a:lstStyle>
          <a:p>
            <a:pPr algn="r"/>
            <a:fld id="{F7021451-1387-4CA6-816F-3879F97B5CBC}" type="slidenum">
              <a:rPr lang="en-US" b="0"/>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a:solidFill>
                  <a:srgbClr val="024C69"/>
                </a:solidFill>
                <a:latin typeface="Arial" pitchFamily="34" charset="0"/>
                <a:ea typeface="Arial" pitchFamily="34" charset="-122"/>
                <a:cs typeface="Arial" pitchFamily="34" charset="-120"/>
              </a:rPr>
              <a:t>Cybersecurity Countermeasures</a:t>
            </a:r>
            <a:endParaRPr lang="en-US" sz="1600"/>
          </a:p>
        </p:txBody>
      </p:sp>
      <p:sp>
        <p:nvSpPr>
          <p:cNvPr id="3" name="Text 0"/>
          <p:cNvSpPr>
            <a:spLocks noGrp="1"/>
          </p:cNvSpPr>
          <p:nvPr>
            <p:ph type="body" idx="100" hasCustomPrompt="1"/>
          </p:nvPr>
        </p:nvSpPr>
        <p:spPr>
          <a:xfrm>
            <a:off x="0" y="274320"/>
            <a:ext cx="9144000" cy="526212"/>
          </a:xfrm>
          <a:prstGeom prst="rect">
            <a:avLst/>
          </a:prstGeom>
          <a:noFill/>
          <a:ln/>
        </p:spPr>
        <p:txBody>
          <a:bodyPr wrap="square" lIns="91440" tIns="45720" rIns="91440" bIns="45720" rtlCol="0" anchor="t"/>
          <a:lstStyle/>
          <a:p>
            <a:r>
              <a:rPr lang="en-US" sz="2200">
                <a:solidFill>
                  <a:srgbClr val="024C69"/>
                </a:solidFill>
                <a:latin typeface="Arial"/>
                <a:cs typeface="Arial"/>
              </a:rPr>
              <a:t>Establishing a Culture of Cybersecurity Awareness</a:t>
            </a:r>
            <a:r>
              <a:rPr lang="en-US">
                <a:latin typeface="Arial"/>
                <a:cs typeface="Arial"/>
              </a:rPr>
              <a:t> (Cont.)</a:t>
            </a:r>
            <a:endParaRPr lang="en-US" sz="2200"/>
          </a:p>
        </p:txBody>
      </p:sp>
      <p:sp>
        <p:nvSpPr>
          <p:cNvPr id="5" name="Text 2"/>
          <p:cNvSpPr/>
          <p:nvPr/>
        </p:nvSpPr>
        <p:spPr>
          <a:xfrm>
            <a:off x="255085" y="800337"/>
            <a:ext cx="8229600" cy="3423608"/>
          </a:xfrm>
          <a:prstGeom prst="rect">
            <a:avLst/>
          </a:prstGeom>
          <a:noFill/>
          <a:ln/>
        </p:spPr>
        <p:txBody>
          <a:bodyPr wrap="square" lIns="91440" tIns="45720" rIns="91440" bIns="45720" rtlCol="0" anchor="t"/>
          <a:lstStyle/>
          <a:p>
            <a:r>
              <a:rPr lang="en-US" sz="1400" b="1">
                <a:solidFill>
                  <a:srgbClr val="000000"/>
                </a:solidFill>
                <a:latin typeface="Arial"/>
                <a:cs typeface="Arial"/>
              </a:rPr>
              <a:t>Education and training:</a:t>
            </a:r>
            <a:r>
              <a:rPr lang="en-US" sz="1400">
                <a:solidFill>
                  <a:srgbClr val="000000"/>
                </a:solidFill>
                <a:latin typeface="Arial"/>
                <a:cs typeface="Arial"/>
              </a:rPr>
              <a:t> </a:t>
            </a:r>
            <a:endParaRPr lang="en-US">
              <a:solidFill>
                <a:srgbClr val="000000"/>
              </a:solidFill>
              <a:latin typeface="Calibri" panose="020F0502020204030204"/>
              <a:cs typeface="Calibri" panose="020F0502020204030204"/>
            </a:endParaRPr>
          </a:p>
          <a:p>
            <a:pPr marL="285750" indent="-285750">
              <a:buFont typeface="Arial"/>
              <a:buChar char="•"/>
            </a:pPr>
            <a:r>
              <a:rPr lang="en-US" sz="1400">
                <a:solidFill>
                  <a:srgbClr val="000000"/>
                </a:solidFill>
                <a:latin typeface="Arial"/>
                <a:cs typeface="Arial"/>
              </a:rPr>
              <a:t>Make security awareness training a part of an organization’s onboarding process.</a:t>
            </a:r>
            <a:endParaRPr lang="en-US">
              <a:solidFill>
                <a:srgbClr val="000000"/>
              </a:solidFill>
              <a:latin typeface="Calibri" panose="020F0502020204030204"/>
              <a:cs typeface="Calibri" panose="020F0502020204030204"/>
            </a:endParaRPr>
          </a:p>
          <a:p>
            <a:pPr marL="285750" indent="-285750">
              <a:buFont typeface="Arial"/>
              <a:buChar char="•"/>
            </a:pPr>
            <a:r>
              <a:rPr lang="en-US" sz="1400">
                <a:solidFill>
                  <a:srgbClr val="000000"/>
                </a:solidFill>
                <a:latin typeface="Arial"/>
                <a:cs typeface="Arial"/>
              </a:rPr>
              <a:t>Tie security awareness to job requirements or performance evaluations.</a:t>
            </a:r>
            <a:endParaRPr lang="en-US">
              <a:solidFill>
                <a:srgbClr val="000000"/>
              </a:solidFill>
              <a:latin typeface="Calibri"/>
              <a:cs typeface="Calibri"/>
            </a:endParaRPr>
          </a:p>
          <a:p>
            <a:pPr marL="285750" indent="-285750">
              <a:buFont typeface="Arial"/>
              <a:buChar char="•"/>
            </a:pPr>
            <a:r>
              <a:rPr lang="en-US" sz="1400">
                <a:solidFill>
                  <a:srgbClr val="000000"/>
                </a:solidFill>
                <a:latin typeface="Arial"/>
                <a:cs typeface="Arial"/>
              </a:rPr>
              <a:t>Conduct in-person training sessions using gamification and activities (for example, capture the flag scenarios).</a:t>
            </a:r>
            <a:endParaRPr lang="en-US">
              <a:solidFill>
                <a:srgbClr val="000000"/>
              </a:solidFill>
              <a:latin typeface="Calibri" panose="020F0502020204030204"/>
              <a:cs typeface="Calibri"/>
            </a:endParaRPr>
          </a:p>
          <a:p>
            <a:pPr marL="285750" indent="-285750">
              <a:buFont typeface="Arial"/>
              <a:buChar char="•"/>
            </a:pPr>
            <a:r>
              <a:rPr lang="en-US" sz="1400">
                <a:solidFill>
                  <a:srgbClr val="000000"/>
                </a:solidFill>
                <a:latin typeface="Arial"/>
                <a:cs typeface="Arial"/>
              </a:rPr>
              <a:t>Complete online modules and courses - such as the eLearning @Apollo creates.</a:t>
            </a:r>
            <a:endParaRPr lang="en-US">
              <a:cs typeface="Calibri"/>
            </a:endParaRPr>
          </a:p>
          <a:p>
            <a:endParaRPr lang="en-US" sz="1400">
              <a:latin typeface="Arial"/>
              <a:cs typeface="Arial"/>
            </a:endParaRPr>
          </a:p>
          <a:p>
            <a:r>
              <a:rPr lang="en-US" sz="1400" b="1">
                <a:latin typeface="Arial"/>
                <a:cs typeface="Arial"/>
              </a:rPr>
              <a:t>Security awareness programs</a:t>
            </a:r>
          </a:p>
          <a:p>
            <a:pPr marL="285750" indent="-285750">
              <a:buFont typeface="Arial"/>
              <a:buChar char="•"/>
            </a:pPr>
            <a:r>
              <a:rPr lang="en-US" sz="1400">
                <a:latin typeface="Arial"/>
                <a:cs typeface="Arial"/>
              </a:rPr>
              <a:t>An active security awareness program depends on:</a:t>
            </a:r>
            <a:endParaRPr lang="en-US">
              <a:cs typeface="Calibri" panose="020F0502020204030204"/>
            </a:endParaRPr>
          </a:p>
          <a:p>
            <a:pPr marL="742950" lvl="1" indent="-285750">
              <a:buFont typeface="Arial"/>
              <a:buChar char="•"/>
            </a:pPr>
            <a:r>
              <a:rPr lang="en-US" sz="1400">
                <a:latin typeface="Arial"/>
                <a:cs typeface="Arial"/>
              </a:rPr>
              <a:t>The organization's environment and network.</a:t>
            </a:r>
            <a:endParaRPr lang="en-US">
              <a:latin typeface="Calibri" panose="020F0502020204030204"/>
              <a:cs typeface="Calibri"/>
            </a:endParaRPr>
          </a:p>
          <a:p>
            <a:pPr marL="742950" lvl="1" indent="-285750">
              <a:buFont typeface="Arial"/>
              <a:buChar char="•"/>
            </a:pPr>
            <a:r>
              <a:rPr lang="en-US" sz="1400">
                <a:latin typeface="Arial"/>
                <a:cs typeface="Arial"/>
              </a:rPr>
              <a:t>The level of threat.</a:t>
            </a:r>
            <a:endParaRPr lang="en-US">
              <a:latin typeface="Calibri" panose="020F0502020204030204"/>
              <a:cs typeface="Calibri"/>
            </a:endParaRPr>
          </a:p>
          <a:p>
            <a:pPr marL="742950" lvl="1" indent="-285750">
              <a:buFont typeface="Arial"/>
              <a:buChar char="•"/>
            </a:pPr>
            <a:r>
              <a:rPr lang="en-US" sz="1400">
                <a:latin typeface="Arial"/>
                <a:cs typeface="Arial"/>
              </a:rPr>
              <a:t>The nature and demands of the data the organization holds.</a:t>
            </a:r>
            <a:endParaRPr lang="en-US">
              <a:latin typeface="Calibri"/>
              <a:cs typeface="Calibri"/>
            </a:endParaRPr>
          </a:p>
          <a:p>
            <a:pPr marL="285750" indent="-285750">
              <a:buFont typeface="Arial"/>
              <a:buChar char="•"/>
            </a:pPr>
            <a:r>
              <a:rPr lang="en-US" sz="1400">
                <a:latin typeface="Arial"/>
                <a:cs typeface="Arial"/>
              </a:rPr>
              <a:t>People are the first line of defense in cybersecurity, and every organization is only as strong as its weakest link. </a:t>
            </a:r>
            <a:endParaRPr lang="en-US">
              <a:latin typeface="Calibri" panose="020F0502020204030204"/>
              <a:cs typeface="Calibri"/>
            </a:endParaRPr>
          </a:p>
          <a:p>
            <a:pPr marL="285750" indent="-285750">
              <a:buFont typeface="Arial"/>
              <a:buChar char="•"/>
            </a:pPr>
            <a:r>
              <a:rPr lang="en-US" sz="1400">
                <a:latin typeface="Arial"/>
                <a:cs typeface="Arial"/>
              </a:rPr>
              <a:t>Every member of an organization must be aware of its security policies and implement them in their day-to-day activities.</a:t>
            </a:r>
            <a:endParaRPr lang="en-US">
              <a:cs typeface="Calibri"/>
            </a:endParaRPr>
          </a:p>
          <a:p>
            <a:pPr>
              <a:lnSpc>
                <a:spcPts val="2000"/>
              </a:lnSpc>
            </a:pPr>
            <a:endParaRPr lang="en-US" sz="1400">
              <a:latin typeface="Arial"/>
              <a:cs typeface="Arial"/>
            </a:endParaRPr>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nchor="t"/>
          <a:lstStyle>
            <a:lvl1pPr>
              <a:defRPr sz="600">
                <a:solidFill>
                  <a:srgbClr val="D9D9D9"/>
                </a:solidFill>
              </a:defRPr>
            </a:lvl1pPr>
          </a:lstStyle>
          <a:p>
            <a:pPr algn="r"/>
            <a:fld id="{F7021451-1387-4CA6-816F-3879F97B5CBC}" type="slidenum">
              <a:rPr lang="en-US" b="0"/>
              <a:t>20</a:t>
            </a:fld>
            <a:endParaRPr lang="en-US"/>
          </a:p>
        </p:txBody>
      </p:sp>
    </p:spTree>
    <p:extLst>
      <p:ext uri="{BB962C8B-B14F-4D97-AF65-F5344CB8AC3E}">
        <p14:creationId xmlns:p14="http://schemas.microsoft.com/office/powerpoint/2010/main" val="9212079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a:solidFill>
                  <a:srgbClr val="024C69"/>
                </a:solidFill>
                <a:latin typeface="Arial" pitchFamily="34" charset="0"/>
                <a:ea typeface="Arial" pitchFamily="34" charset="-122"/>
                <a:cs typeface="Arial" pitchFamily="34" charset="-120"/>
              </a:rPr>
              <a:t>Cybersecurity Countermeasures</a:t>
            </a:r>
            <a:endParaRPr lang="en-US" sz="1600"/>
          </a:p>
        </p:txBody>
      </p:sp>
      <p:sp>
        <p:nvSpPr>
          <p:cNvPr id="3" name="Text 0"/>
          <p:cNvSpPr>
            <a:spLocks noGrp="1"/>
          </p:cNvSpPr>
          <p:nvPr>
            <p:ph type="body" idx="100" hasCustomPrompt="1"/>
          </p:nvPr>
        </p:nvSpPr>
        <p:spPr>
          <a:xfrm>
            <a:off x="0" y="274320"/>
            <a:ext cx="9144000" cy="439948"/>
          </a:xfrm>
          <a:prstGeom prst="rect">
            <a:avLst/>
          </a:prstGeom>
          <a:noFill/>
          <a:ln/>
        </p:spPr>
        <p:txBody>
          <a:bodyPr wrap="square" rtlCol="0" anchor="t"/>
          <a:lstStyle/>
          <a:p>
            <a:pPr marL="0" indent="0">
              <a:buNone/>
            </a:pPr>
            <a:r>
              <a:rPr lang="en-US" sz="2200">
                <a:solidFill>
                  <a:srgbClr val="024C69"/>
                </a:solidFill>
                <a:latin typeface="Arial" pitchFamily="34" charset="0"/>
                <a:ea typeface="Arial" pitchFamily="34" charset="-122"/>
                <a:cs typeface="Arial" pitchFamily="34" charset="-120"/>
              </a:rPr>
              <a:t>Policies</a:t>
            </a:r>
            <a:endParaRPr lang="en-US" sz="2200"/>
          </a:p>
        </p:txBody>
      </p:sp>
      <p:sp>
        <p:nvSpPr>
          <p:cNvPr id="5" name="Text 2"/>
          <p:cNvSpPr/>
          <p:nvPr/>
        </p:nvSpPr>
        <p:spPr>
          <a:xfrm>
            <a:off x="239754" y="811456"/>
            <a:ext cx="8229600" cy="3358909"/>
          </a:xfrm>
          <a:prstGeom prst="rect">
            <a:avLst/>
          </a:prstGeom>
          <a:noFill/>
          <a:ln/>
        </p:spPr>
        <p:txBody>
          <a:bodyPr wrap="square" lIns="91440" tIns="45720" rIns="91440" bIns="45720" rtlCol="0" anchor="t"/>
          <a:lstStyle/>
          <a:p>
            <a:pPr marL="285750" indent="-285750">
              <a:buFont typeface="Arial"/>
              <a:buChar char="•"/>
            </a:pPr>
            <a:r>
              <a:rPr lang="en-US" sz="1400">
                <a:solidFill>
                  <a:srgbClr val="000000"/>
                </a:solidFill>
                <a:latin typeface="Arial"/>
                <a:cs typeface="Arial"/>
              </a:rPr>
              <a:t>A security policy sets out the security objectives, rules of behavior and system requirements to be adhered to.</a:t>
            </a:r>
            <a:endParaRPr lang="en-US">
              <a:cs typeface="Calibri" panose="020F0502020204030204"/>
            </a:endParaRPr>
          </a:p>
          <a:p>
            <a:endParaRPr lang="en-US" sz="1400">
              <a:solidFill>
                <a:srgbClr val="000000"/>
              </a:solidFill>
              <a:latin typeface="Arial"/>
              <a:cs typeface="Arial"/>
            </a:endParaRPr>
          </a:p>
          <a:p>
            <a:pPr marL="285750" indent="-285750">
              <a:buFont typeface="Arial"/>
              <a:buChar char="•"/>
            </a:pPr>
            <a:r>
              <a:rPr lang="en-US" sz="1400">
                <a:solidFill>
                  <a:srgbClr val="000000"/>
                </a:solidFill>
                <a:latin typeface="Arial"/>
                <a:cs typeface="Arial"/>
              </a:rPr>
              <a:t>A comprehensive security policy accomplishes several tasks:</a:t>
            </a:r>
            <a:endParaRPr lang="en-US">
              <a:cs typeface="Calibri" panose="020F0502020204030204"/>
            </a:endParaRPr>
          </a:p>
          <a:p>
            <a:pPr marL="742950" lvl="1" indent="-285750">
              <a:buFont typeface="Arial"/>
              <a:buChar char="•"/>
            </a:pPr>
            <a:r>
              <a:rPr lang="en-US" sz="1400">
                <a:solidFill>
                  <a:srgbClr val="000000"/>
                </a:solidFill>
                <a:latin typeface="Arial"/>
                <a:cs typeface="Arial"/>
              </a:rPr>
              <a:t>It demonstrates an organization’s commitment to security.</a:t>
            </a:r>
            <a:endParaRPr lang="en-US">
              <a:solidFill>
                <a:srgbClr val="000000"/>
              </a:solidFill>
              <a:latin typeface="Calibri" panose="020F0502020204030204"/>
              <a:cs typeface="Calibri"/>
            </a:endParaRPr>
          </a:p>
          <a:p>
            <a:pPr marL="742950" lvl="1" indent="-285750">
              <a:buFont typeface="Arial"/>
              <a:buChar char="•"/>
            </a:pPr>
            <a:r>
              <a:rPr lang="en-US" sz="1400">
                <a:solidFill>
                  <a:srgbClr val="000000"/>
                </a:solidFill>
                <a:latin typeface="Arial"/>
                <a:cs typeface="Arial"/>
              </a:rPr>
              <a:t>It sets the rules for expected behavior.</a:t>
            </a:r>
            <a:endParaRPr lang="en-US">
              <a:solidFill>
                <a:srgbClr val="000000"/>
              </a:solidFill>
              <a:latin typeface="Calibri" panose="020F0502020204030204"/>
              <a:cs typeface="Calibri"/>
            </a:endParaRPr>
          </a:p>
          <a:p>
            <a:pPr marL="742950" lvl="1" indent="-285750">
              <a:buFont typeface="Arial"/>
              <a:buChar char="•"/>
            </a:pPr>
            <a:r>
              <a:rPr lang="en-US" sz="1400">
                <a:solidFill>
                  <a:srgbClr val="000000"/>
                </a:solidFill>
                <a:latin typeface="Arial"/>
                <a:cs typeface="Arial"/>
              </a:rPr>
              <a:t>It ensures consistency in system operations and software and hardware acquisition, use, and maintenance.</a:t>
            </a:r>
            <a:endParaRPr lang="en-US">
              <a:solidFill>
                <a:srgbClr val="000000"/>
              </a:solidFill>
              <a:latin typeface="Calibri"/>
              <a:cs typeface="Calibri"/>
            </a:endParaRPr>
          </a:p>
          <a:p>
            <a:pPr marL="742950" lvl="1" indent="-285750">
              <a:buFont typeface="Arial"/>
              <a:buChar char="•"/>
            </a:pPr>
            <a:r>
              <a:rPr lang="en-US" sz="1400">
                <a:solidFill>
                  <a:srgbClr val="000000"/>
                </a:solidFill>
                <a:latin typeface="Arial"/>
                <a:cs typeface="Arial"/>
              </a:rPr>
              <a:t>It defines the legal consequences of violations.</a:t>
            </a:r>
            <a:endParaRPr lang="en-US">
              <a:solidFill>
                <a:srgbClr val="000000"/>
              </a:solidFill>
              <a:latin typeface="Calibri" panose="020F0502020204030204"/>
              <a:cs typeface="Calibri"/>
            </a:endParaRPr>
          </a:p>
          <a:p>
            <a:pPr marL="742950" lvl="1" indent="-285750">
              <a:buFont typeface="Arial"/>
              <a:buChar char="•"/>
            </a:pPr>
            <a:r>
              <a:rPr lang="en-US" sz="1400">
                <a:solidFill>
                  <a:srgbClr val="000000"/>
                </a:solidFill>
                <a:latin typeface="Arial"/>
                <a:cs typeface="Arial"/>
              </a:rPr>
              <a:t>It gives security staff the backing of management.</a:t>
            </a:r>
            <a:endParaRPr lang="en-US">
              <a:cs typeface="Calibri"/>
            </a:endParaRPr>
          </a:p>
          <a:p>
            <a:pPr lvl="1"/>
            <a:endParaRPr lang="en-US" sz="1400">
              <a:solidFill>
                <a:srgbClr val="000000"/>
              </a:solidFill>
              <a:latin typeface="Arial"/>
              <a:cs typeface="Arial"/>
            </a:endParaRPr>
          </a:p>
          <a:p>
            <a:pPr marL="285750" indent="-285750">
              <a:buFont typeface="Arial"/>
              <a:buChar char="•"/>
            </a:pPr>
            <a:r>
              <a:rPr lang="en-US" sz="1400">
                <a:solidFill>
                  <a:srgbClr val="000000"/>
                </a:solidFill>
                <a:latin typeface="Arial"/>
                <a:cs typeface="Arial"/>
              </a:rPr>
              <a:t>Security policies inform users, staff, and managers of the organization’s requirements, which protect technology and information assets.</a:t>
            </a:r>
            <a:endParaRPr lang="en-US">
              <a:solidFill>
                <a:srgbClr val="000000"/>
              </a:solidFill>
              <a:latin typeface="Calibri" panose="020F0502020204030204"/>
              <a:cs typeface="Calibri" panose="020F0502020204030204"/>
            </a:endParaRPr>
          </a:p>
          <a:p>
            <a:pPr marL="285750" indent="-285750">
              <a:buFont typeface="Arial"/>
              <a:buChar char="•"/>
            </a:pPr>
            <a:endParaRPr lang="en-US" sz="1400">
              <a:solidFill>
                <a:srgbClr val="000000"/>
              </a:solidFill>
              <a:latin typeface="Arial"/>
              <a:cs typeface="Arial"/>
            </a:endParaRPr>
          </a:p>
          <a:p>
            <a:pPr marL="285750" indent="-285750">
              <a:buFont typeface="Arial"/>
              <a:buChar char="•"/>
            </a:pPr>
            <a:r>
              <a:rPr lang="en-US" sz="1400">
                <a:solidFill>
                  <a:srgbClr val="000000"/>
                </a:solidFill>
                <a:latin typeface="Arial"/>
                <a:cs typeface="Arial"/>
              </a:rPr>
              <a:t>A security policy also specifies the mechanisms needed to meet security requirements. </a:t>
            </a:r>
            <a:endParaRPr lang="en-US">
              <a:cs typeface="Calibri" panose="020F0502020204030204"/>
            </a:endParaRPr>
          </a:p>
          <a:p>
            <a:pPr>
              <a:lnSpc>
                <a:spcPts val="2000"/>
              </a:lnSpc>
            </a:pPr>
            <a:endParaRPr lang="en-US" sz="1400">
              <a:latin typeface="Arial"/>
              <a:cs typeface="Arial"/>
            </a:endParaRPr>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nchor="t"/>
          <a:lstStyle>
            <a:lvl1pPr>
              <a:defRPr sz="600">
                <a:solidFill>
                  <a:srgbClr val="D9D9D9"/>
                </a:solidFill>
              </a:defRPr>
            </a:lvl1pPr>
          </a:lstStyle>
          <a:p>
            <a:pPr algn="r"/>
            <a:fld id="{F7021451-1387-4CA6-816F-3879F97B5CBC}" type="slidenum">
              <a:rPr lang="en-US" b="0"/>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a:solidFill>
                  <a:srgbClr val="024C69"/>
                </a:solidFill>
                <a:latin typeface="Arial" pitchFamily="34" charset="0"/>
                <a:ea typeface="Arial" pitchFamily="34" charset="-122"/>
                <a:cs typeface="Arial" pitchFamily="34" charset="-120"/>
              </a:rPr>
              <a:t>Cybersecurity Countermeasures</a:t>
            </a:r>
            <a:endParaRPr lang="en-US" sz="1600"/>
          </a:p>
        </p:txBody>
      </p:sp>
      <p:sp>
        <p:nvSpPr>
          <p:cNvPr id="3" name="Text 0"/>
          <p:cNvSpPr>
            <a:spLocks noGrp="1"/>
          </p:cNvSpPr>
          <p:nvPr>
            <p:ph type="body" idx="100" hasCustomPrompt="1"/>
          </p:nvPr>
        </p:nvSpPr>
        <p:spPr>
          <a:xfrm>
            <a:off x="0" y="274320"/>
            <a:ext cx="9144000" cy="483080"/>
          </a:xfrm>
          <a:prstGeom prst="rect">
            <a:avLst/>
          </a:prstGeom>
          <a:noFill/>
          <a:ln/>
        </p:spPr>
        <p:txBody>
          <a:bodyPr wrap="square" lIns="91440" tIns="45720" rIns="91440" bIns="45720" rtlCol="0" anchor="t"/>
          <a:lstStyle/>
          <a:p>
            <a:r>
              <a:rPr lang="en-US" sz="2200">
                <a:solidFill>
                  <a:srgbClr val="024C69"/>
                </a:solidFill>
                <a:latin typeface="Arial"/>
                <a:cs typeface="Arial"/>
              </a:rPr>
              <a:t>Policies</a:t>
            </a:r>
            <a:r>
              <a:rPr lang="en-US">
                <a:latin typeface="Arial"/>
                <a:cs typeface="Arial"/>
              </a:rPr>
              <a:t> (Cont.)</a:t>
            </a:r>
            <a:endParaRPr lang="en-US" sz="2200"/>
          </a:p>
        </p:txBody>
      </p:sp>
      <p:sp>
        <p:nvSpPr>
          <p:cNvPr id="5" name="Text 2"/>
          <p:cNvSpPr/>
          <p:nvPr/>
        </p:nvSpPr>
        <p:spPr>
          <a:xfrm>
            <a:off x="78009" y="757878"/>
            <a:ext cx="8229600" cy="285751"/>
          </a:xfrm>
          <a:prstGeom prst="rect">
            <a:avLst/>
          </a:prstGeom>
          <a:noFill/>
          <a:ln/>
        </p:spPr>
        <p:txBody>
          <a:bodyPr wrap="square" lIns="91440" tIns="45720" rIns="91440" bIns="45720" rtlCol="0" anchor="t"/>
          <a:lstStyle/>
          <a:p>
            <a:r>
              <a:rPr lang="en-US" sz="1400" dirty="0">
                <a:solidFill>
                  <a:srgbClr val="000000"/>
                </a:solidFill>
                <a:latin typeface="Arial"/>
                <a:cs typeface="Arial"/>
              </a:rPr>
              <a:t>A security policy typically includes:</a:t>
            </a:r>
          </a:p>
          <a:p>
            <a:endParaRPr lang="en-US" sz="1400" dirty="0">
              <a:solidFill>
                <a:srgbClr val="000000"/>
              </a:solidFill>
              <a:latin typeface="Arial"/>
              <a:cs typeface="Arial"/>
            </a:endParaRPr>
          </a:p>
          <a:p>
            <a:endParaRPr lang="en-US" sz="1400" dirty="0">
              <a:latin typeface="Arial"/>
              <a:cs typeface="Arial"/>
            </a:endParaRPr>
          </a:p>
        </p:txBody>
      </p:sp>
      <p:graphicFrame>
        <p:nvGraphicFramePr>
          <p:cNvPr id="4" name="Tabela 5">
            <a:extLst>
              <a:ext uri="{FF2B5EF4-FFF2-40B4-BE49-F238E27FC236}">
                <a16:creationId xmlns:a16="http://schemas.microsoft.com/office/drawing/2014/main" id="{B5000189-6EB0-091C-E448-F7440C098F05}"/>
              </a:ext>
            </a:extLst>
          </p:cNvPr>
          <p:cNvGraphicFramePr>
            <a:graphicFrameLocks noGrp="1"/>
          </p:cNvGraphicFramePr>
          <p:nvPr>
            <p:extLst>
              <p:ext uri="{D42A27DB-BD31-4B8C-83A1-F6EECF244321}">
                <p14:modId xmlns:p14="http://schemas.microsoft.com/office/powerpoint/2010/main" val="1669335903"/>
              </p:ext>
            </p:extLst>
          </p:nvPr>
        </p:nvGraphicFramePr>
        <p:xfrm>
          <a:off x="178567" y="1088999"/>
          <a:ext cx="8745266" cy="2484119"/>
        </p:xfrm>
        <a:graphic>
          <a:graphicData uri="http://schemas.openxmlformats.org/drawingml/2006/table">
            <a:tbl>
              <a:tblPr firstRow="1" bandRow="1">
                <a:tableStyleId>{5C22544A-7EE6-4342-B048-85BDC9FD1C3A}</a:tableStyleId>
              </a:tblPr>
              <a:tblGrid>
                <a:gridCol w="2165684">
                  <a:extLst>
                    <a:ext uri="{9D8B030D-6E8A-4147-A177-3AD203B41FA5}">
                      <a16:colId xmlns:a16="http://schemas.microsoft.com/office/drawing/2014/main" val="3601674466"/>
                    </a:ext>
                  </a:extLst>
                </a:gridCol>
                <a:gridCol w="6579582">
                  <a:extLst>
                    <a:ext uri="{9D8B030D-6E8A-4147-A177-3AD203B41FA5}">
                      <a16:colId xmlns:a16="http://schemas.microsoft.com/office/drawing/2014/main" val="1302990698"/>
                    </a:ext>
                  </a:extLst>
                </a:gridCol>
              </a:tblGrid>
              <a:tr h="370839">
                <a:tc>
                  <a:txBody>
                    <a:bodyPr/>
                    <a:lstStyle/>
                    <a:p>
                      <a:r>
                        <a:rPr lang="en-US" sz="1200" b="0" noProof="0">
                          <a:solidFill>
                            <a:schemeClr val="tx1"/>
                          </a:solidFill>
                          <a:latin typeface="Arial"/>
                        </a:rPr>
                        <a:t>Identification and authentication policies</a:t>
                      </a:r>
                    </a:p>
                  </a:txBody>
                  <a:tcPr>
                    <a:solidFill>
                      <a:srgbClr val="CFD5EA"/>
                    </a:solidFill>
                  </a:tcPr>
                </a:tc>
                <a:tc>
                  <a:txBody>
                    <a:bodyPr/>
                    <a:lstStyle/>
                    <a:p>
                      <a:pPr lvl="0">
                        <a:buNone/>
                      </a:pPr>
                      <a:r>
                        <a:rPr lang="en-US" sz="1200" b="0" i="0" u="none" strike="noStrike" noProof="0">
                          <a:solidFill>
                            <a:schemeClr val="tx1"/>
                          </a:solidFill>
                          <a:latin typeface="Arial"/>
                        </a:rPr>
                        <a:t>Specify authorized persons that can have access to network resources and outlines verification procedures for said users.</a:t>
                      </a:r>
                      <a:endParaRPr lang="en-US" sz="1200" noProof="0">
                        <a:solidFill>
                          <a:schemeClr val="tx1"/>
                        </a:solidFill>
                        <a:latin typeface="Arial"/>
                      </a:endParaRPr>
                    </a:p>
                  </a:txBody>
                  <a:tcPr>
                    <a:solidFill>
                      <a:srgbClr val="CFD5EA"/>
                    </a:solidFill>
                  </a:tcPr>
                </a:tc>
                <a:extLst>
                  <a:ext uri="{0D108BD9-81ED-4DB2-BD59-A6C34878D82A}">
                    <a16:rowId xmlns:a16="http://schemas.microsoft.com/office/drawing/2014/main" val="2434048009"/>
                  </a:ext>
                </a:extLst>
              </a:tr>
              <a:tr h="370839">
                <a:tc>
                  <a:txBody>
                    <a:bodyPr/>
                    <a:lstStyle/>
                    <a:p>
                      <a:r>
                        <a:rPr lang="en-US" sz="1200" noProof="0">
                          <a:solidFill>
                            <a:schemeClr val="tx1"/>
                          </a:solidFill>
                          <a:latin typeface="Arial"/>
                        </a:rPr>
                        <a:t>Password policies</a:t>
                      </a:r>
                    </a:p>
                  </a:txBody>
                  <a:tcPr anchor="ctr">
                    <a:solidFill>
                      <a:srgbClr val="E9EBF5"/>
                    </a:solidFill>
                  </a:tcPr>
                </a:tc>
                <a:tc>
                  <a:txBody>
                    <a:bodyPr/>
                    <a:lstStyle/>
                    <a:p>
                      <a:pPr lvl="0">
                        <a:buNone/>
                      </a:pPr>
                      <a:r>
                        <a:rPr lang="en-US" sz="1200" b="0" i="0" u="none" strike="noStrike" noProof="0">
                          <a:latin typeface="Arial"/>
                        </a:rPr>
                        <a:t>Ensure passwords meet minimum requirements and are changed regularly.</a:t>
                      </a:r>
                      <a:endParaRPr lang="en-US" sz="1200" noProof="0">
                        <a:latin typeface="Arial"/>
                      </a:endParaRPr>
                    </a:p>
                  </a:txBody>
                  <a:tcPr anchor="ctr">
                    <a:solidFill>
                      <a:srgbClr val="E9EBF5"/>
                    </a:solidFill>
                  </a:tcPr>
                </a:tc>
                <a:extLst>
                  <a:ext uri="{0D108BD9-81ED-4DB2-BD59-A6C34878D82A}">
                    <a16:rowId xmlns:a16="http://schemas.microsoft.com/office/drawing/2014/main" val="2731480282"/>
                  </a:ext>
                </a:extLst>
              </a:tr>
              <a:tr h="370839">
                <a:tc>
                  <a:txBody>
                    <a:bodyPr/>
                    <a:lstStyle/>
                    <a:p>
                      <a:r>
                        <a:rPr lang="en-US" sz="1200" noProof="0">
                          <a:solidFill>
                            <a:schemeClr val="tx1"/>
                          </a:solidFill>
                          <a:latin typeface="Arial"/>
                        </a:rPr>
                        <a:t>Acceptable use policies</a:t>
                      </a:r>
                    </a:p>
                  </a:txBody>
                  <a:tcPr anchor="ctr">
                    <a:solidFill>
                      <a:srgbClr val="CFD5EA"/>
                    </a:solidFill>
                  </a:tcPr>
                </a:tc>
                <a:tc>
                  <a:txBody>
                    <a:bodyPr/>
                    <a:lstStyle/>
                    <a:p>
                      <a:pPr lvl="0">
                        <a:buNone/>
                      </a:pPr>
                      <a:r>
                        <a:rPr lang="en-US" sz="1200" b="0" i="0" u="none" strike="noStrike" noProof="0">
                          <a:latin typeface="Arial"/>
                        </a:rPr>
                        <a:t>Identify network resources and usage that are acceptable to the organization. It may also identify ramifications for policy violations.</a:t>
                      </a:r>
                      <a:endParaRPr lang="en-US" sz="1200" noProof="0">
                        <a:latin typeface="Arial"/>
                      </a:endParaRPr>
                    </a:p>
                  </a:txBody>
                  <a:tcPr>
                    <a:solidFill>
                      <a:srgbClr val="CFD5EA"/>
                    </a:solidFill>
                  </a:tcPr>
                </a:tc>
                <a:extLst>
                  <a:ext uri="{0D108BD9-81ED-4DB2-BD59-A6C34878D82A}">
                    <a16:rowId xmlns:a16="http://schemas.microsoft.com/office/drawing/2014/main" val="3726209453"/>
                  </a:ext>
                </a:extLst>
              </a:tr>
              <a:tr h="370840">
                <a:tc>
                  <a:txBody>
                    <a:bodyPr/>
                    <a:lstStyle/>
                    <a:p>
                      <a:r>
                        <a:rPr lang="en-US" sz="1200" noProof="0">
                          <a:solidFill>
                            <a:schemeClr val="tx1"/>
                          </a:solidFill>
                          <a:latin typeface="Arial"/>
                        </a:rPr>
                        <a:t>Remote access policies</a:t>
                      </a:r>
                      <a:endParaRPr lang="en-US" sz="1200" noProof="0" err="1">
                        <a:solidFill>
                          <a:schemeClr val="tx1"/>
                        </a:solidFill>
                        <a:latin typeface="Arial"/>
                      </a:endParaRPr>
                    </a:p>
                  </a:txBody>
                  <a:tcPr anchor="ctr">
                    <a:solidFill>
                      <a:srgbClr val="E9EBF5"/>
                    </a:solidFill>
                  </a:tcPr>
                </a:tc>
                <a:tc>
                  <a:txBody>
                    <a:bodyPr/>
                    <a:lstStyle/>
                    <a:p>
                      <a:pPr lvl="0">
                        <a:buNone/>
                      </a:pPr>
                      <a:r>
                        <a:rPr lang="en-US" sz="1200" b="0" i="0" u="none" strike="noStrike" noProof="0">
                          <a:latin typeface="Arial"/>
                        </a:rPr>
                        <a:t>Identify how remote users can access a network and what is remotely accessible.</a:t>
                      </a:r>
                      <a:endParaRPr lang="en-US" sz="1200" noProof="0">
                        <a:latin typeface="Arial"/>
                      </a:endParaRPr>
                    </a:p>
                  </a:txBody>
                  <a:tcPr anchor="ctr">
                    <a:solidFill>
                      <a:srgbClr val="E9EBF5"/>
                    </a:solidFill>
                  </a:tcPr>
                </a:tc>
                <a:extLst>
                  <a:ext uri="{0D108BD9-81ED-4DB2-BD59-A6C34878D82A}">
                    <a16:rowId xmlns:a16="http://schemas.microsoft.com/office/drawing/2014/main" val="1201887726"/>
                  </a:ext>
                </a:extLst>
              </a:tr>
              <a:tr h="370840">
                <a:tc>
                  <a:txBody>
                    <a:bodyPr/>
                    <a:lstStyle/>
                    <a:p>
                      <a:r>
                        <a:rPr lang="en-US" sz="1200" noProof="0">
                          <a:solidFill>
                            <a:schemeClr val="tx1"/>
                          </a:solidFill>
                          <a:latin typeface="Arial"/>
                        </a:rPr>
                        <a:t>Network maintenance policies</a:t>
                      </a:r>
                    </a:p>
                  </a:txBody>
                  <a:tcPr>
                    <a:solidFill>
                      <a:srgbClr val="CFD5EA"/>
                    </a:solidFill>
                  </a:tcPr>
                </a:tc>
                <a:tc>
                  <a:txBody>
                    <a:bodyPr/>
                    <a:lstStyle/>
                    <a:p>
                      <a:pPr lvl="0">
                        <a:buNone/>
                      </a:pPr>
                      <a:r>
                        <a:rPr lang="en-US" sz="1200" b="0" i="0" u="none" strike="noStrike" noProof="0">
                          <a:latin typeface="Arial"/>
                        </a:rPr>
                        <a:t>Specify network device operating systems and end-user application update procedures.</a:t>
                      </a:r>
                      <a:endParaRPr lang="en-US" sz="1200" noProof="0">
                        <a:latin typeface="Arial"/>
                      </a:endParaRPr>
                    </a:p>
                  </a:txBody>
                  <a:tcPr>
                    <a:solidFill>
                      <a:srgbClr val="CFD5EA"/>
                    </a:solidFill>
                  </a:tcPr>
                </a:tc>
                <a:extLst>
                  <a:ext uri="{0D108BD9-81ED-4DB2-BD59-A6C34878D82A}">
                    <a16:rowId xmlns:a16="http://schemas.microsoft.com/office/drawing/2014/main" val="337929520"/>
                  </a:ext>
                </a:extLst>
              </a:tr>
              <a:tr h="370840">
                <a:tc>
                  <a:txBody>
                    <a:bodyPr/>
                    <a:lstStyle/>
                    <a:p>
                      <a:r>
                        <a:rPr lang="en-US" sz="1200" noProof="0" dirty="0">
                          <a:solidFill>
                            <a:schemeClr val="tx1"/>
                          </a:solidFill>
                          <a:latin typeface="Arial"/>
                        </a:rPr>
                        <a:t>Incident handling policies</a:t>
                      </a:r>
                    </a:p>
                  </a:txBody>
                  <a:tcPr anchor="ctr">
                    <a:solidFill>
                      <a:srgbClr val="E9EBF5"/>
                    </a:solidFill>
                  </a:tcPr>
                </a:tc>
                <a:tc>
                  <a:txBody>
                    <a:bodyPr/>
                    <a:lstStyle/>
                    <a:p>
                      <a:pPr lvl="0">
                        <a:buNone/>
                      </a:pPr>
                      <a:r>
                        <a:rPr lang="en-US" sz="1200" b="0" i="0" u="none" strike="noStrike" noProof="0" dirty="0">
                          <a:latin typeface="Arial"/>
                        </a:rPr>
                        <a:t>Describe how security incidents are to be handled.</a:t>
                      </a:r>
                      <a:endParaRPr lang="en-US" sz="1200" noProof="0" dirty="0">
                        <a:latin typeface="Arial"/>
                      </a:endParaRPr>
                    </a:p>
                  </a:txBody>
                  <a:tcPr anchor="ctr">
                    <a:solidFill>
                      <a:srgbClr val="E9EBF5"/>
                    </a:solidFill>
                  </a:tcPr>
                </a:tc>
                <a:extLst>
                  <a:ext uri="{0D108BD9-81ED-4DB2-BD59-A6C34878D82A}">
                    <a16:rowId xmlns:a16="http://schemas.microsoft.com/office/drawing/2014/main" val="3431072186"/>
                  </a:ext>
                </a:extLst>
              </a:tr>
            </a:tbl>
          </a:graphicData>
        </a:graphic>
      </p:graphicFrame>
      <p:sp>
        <p:nvSpPr>
          <p:cNvPr id="6" name="CaixaDeTexto 5">
            <a:extLst>
              <a:ext uri="{FF2B5EF4-FFF2-40B4-BE49-F238E27FC236}">
                <a16:creationId xmlns:a16="http://schemas.microsoft.com/office/drawing/2014/main" id="{7255204F-FE7F-F93D-C650-0B945F9F6A7E}"/>
              </a:ext>
            </a:extLst>
          </p:cNvPr>
          <p:cNvSpPr txBox="1"/>
          <p:nvPr/>
        </p:nvSpPr>
        <p:spPr>
          <a:xfrm>
            <a:off x="141314" y="3865996"/>
            <a:ext cx="8662736"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sz="1400" dirty="0">
                <a:latin typeface="Arial"/>
                <a:ea typeface="+mn-lt"/>
                <a:cs typeface="+mn-lt"/>
              </a:rPr>
              <a:t>One of the most common security policy components is an acceptable use policy (AUP). This component defines what users can and cannot do on the various system components. </a:t>
            </a:r>
            <a:endParaRPr lang="en-US" sz="1400" dirty="0">
              <a:latin typeface="Arial"/>
              <a:cs typeface="Calibri"/>
            </a:endParaRPr>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nchor="t"/>
          <a:lstStyle>
            <a:lvl1pPr>
              <a:defRPr sz="600">
                <a:solidFill>
                  <a:srgbClr val="D9D9D9"/>
                </a:solidFill>
              </a:defRPr>
            </a:lvl1pPr>
          </a:lstStyle>
          <a:p>
            <a:pPr algn="r"/>
            <a:fld id="{F7021451-1387-4CA6-816F-3879F97B5CBC}" type="slidenum">
              <a:rPr lang="en-US" b="0"/>
              <a:t>22</a:t>
            </a:fld>
            <a:endParaRPr lang="en-US"/>
          </a:p>
        </p:txBody>
      </p:sp>
    </p:spTree>
    <p:extLst>
      <p:ext uri="{BB962C8B-B14F-4D97-AF65-F5344CB8AC3E}">
        <p14:creationId xmlns:p14="http://schemas.microsoft.com/office/powerpoint/2010/main" val="156783286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a:solidFill>
                  <a:srgbClr val="024C69"/>
                </a:solidFill>
                <a:latin typeface="Arial" pitchFamily="34" charset="0"/>
                <a:ea typeface="Arial" pitchFamily="34" charset="-122"/>
                <a:cs typeface="Arial" pitchFamily="34" charset="-120"/>
              </a:rPr>
              <a:t>Cybersecurity Countermeasures</a:t>
            </a:r>
            <a:endParaRPr lang="en-US" sz="1600"/>
          </a:p>
        </p:txBody>
      </p:sp>
      <p:sp>
        <p:nvSpPr>
          <p:cNvPr id="3" name="Text 0"/>
          <p:cNvSpPr>
            <a:spLocks noGrp="1"/>
          </p:cNvSpPr>
          <p:nvPr>
            <p:ph type="body" idx="100" hasCustomPrompt="1"/>
          </p:nvPr>
        </p:nvSpPr>
        <p:spPr>
          <a:xfrm>
            <a:off x="0" y="274320"/>
            <a:ext cx="9144000" cy="420823"/>
          </a:xfrm>
          <a:prstGeom prst="rect">
            <a:avLst/>
          </a:prstGeom>
          <a:noFill/>
          <a:ln/>
        </p:spPr>
        <p:txBody>
          <a:bodyPr wrap="square" rtlCol="0" anchor="t"/>
          <a:lstStyle/>
          <a:p>
            <a:pPr marL="0" indent="0">
              <a:buNone/>
            </a:pPr>
            <a:r>
              <a:rPr lang="en-US" sz="2200">
                <a:solidFill>
                  <a:srgbClr val="024C69"/>
                </a:solidFill>
                <a:latin typeface="Arial" pitchFamily="34" charset="0"/>
                <a:ea typeface="Arial" pitchFamily="34" charset="-122"/>
                <a:cs typeface="Arial" pitchFamily="34" charset="-120"/>
              </a:rPr>
              <a:t>Standards</a:t>
            </a:r>
            <a:endParaRPr lang="en-US" sz="2200"/>
          </a:p>
        </p:txBody>
      </p:sp>
      <p:sp>
        <p:nvSpPr>
          <p:cNvPr id="5" name="Text 2"/>
          <p:cNvSpPr/>
          <p:nvPr/>
        </p:nvSpPr>
        <p:spPr>
          <a:xfrm>
            <a:off x="257608" y="695143"/>
            <a:ext cx="8229600" cy="3928641"/>
          </a:xfrm>
          <a:prstGeom prst="rect">
            <a:avLst/>
          </a:prstGeom>
          <a:noFill/>
          <a:ln/>
        </p:spPr>
        <p:txBody>
          <a:bodyPr wrap="square" lIns="91440" tIns="45720" rIns="91440" bIns="45720" rtlCol="0" anchor="t"/>
          <a:lstStyle/>
          <a:p>
            <a:pPr marL="285750" indent="-285750">
              <a:lnSpc>
                <a:spcPts val="2000"/>
              </a:lnSpc>
              <a:buFont typeface="Arial"/>
              <a:buChar char="•"/>
            </a:pPr>
            <a:r>
              <a:rPr lang="en-US" sz="1400">
                <a:solidFill>
                  <a:srgbClr val="000000"/>
                </a:solidFill>
                <a:latin typeface="Arial"/>
                <a:cs typeface="Arial"/>
              </a:rPr>
              <a:t>Standards help IT staff maintain consistency in operating the network.</a:t>
            </a:r>
            <a:endParaRPr lang="en-US">
              <a:latin typeface="Calibri"/>
              <a:cs typeface="Calibri"/>
            </a:endParaRPr>
          </a:p>
          <a:p>
            <a:pPr marL="285750" indent="-285750">
              <a:lnSpc>
                <a:spcPts val="2000"/>
              </a:lnSpc>
              <a:buFont typeface="Arial"/>
              <a:buChar char="•"/>
            </a:pPr>
            <a:endParaRPr lang="en-US" sz="1400">
              <a:latin typeface="Arial"/>
              <a:cs typeface="Arial"/>
            </a:endParaRPr>
          </a:p>
          <a:p>
            <a:pPr marL="285750" indent="-285750">
              <a:lnSpc>
                <a:spcPts val="2000"/>
              </a:lnSpc>
              <a:buFont typeface="Arial"/>
              <a:buChar char="•"/>
            </a:pPr>
            <a:r>
              <a:rPr lang="en-US" sz="1400">
                <a:latin typeface="Arial"/>
                <a:cs typeface="Arial"/>
              </a:rPr>
              <a:t>Security policies inform users, staff, and managers of the organization’s technology and information asset protection requirements. </a:t>
            </a:r>
          </a:p>
          <a:p>
            <a:pPr marL="285750" indent="-285750">
              <a:lnSpc>
                <a:spcPts val="2000"/>
              </a:lnSpc>
              <a:buFont typeface="Arial"/>
              <a:buChar char="•"/>
            </a:pPr>
            <a:endParaRPr lang="en-US" sz="1400">
              <a:latin typeface="Arial"/>
              <a:cs typeface="Arial"/>
            </a:endParaRPr>
          </a:p>
          <a:p>
            <a:pPr marL="285750" indent="-285750">
              <a:lnSpc>
                <a:spcPts val="2000"/>
              </a:lnSpc>
              <a:buFont typeface="Arial"/>
              <a:buChar char="•"/>
            </a:pPr>
            <a:r>
              <a:rPr lang="en-US" sz="1400">
                <a:latin typeface="Arial"/>
                <a:cs typeface="Arial"/>
              </a:rPr>
              <a:t>One of the most important security principles is consistency. </a:t>
            </a:r>
          </a:p>
          <a:p>
            <a:pPr marL="285750" indent="-285750">
              <a:lnSpc>
                <a:spcPts val="2000"/>
              </a:lnSpc>
              <a:buFont typeface="Arial"/>
              <a:buChar char="•"/>
            </a:pPr>
            <a:endParaRPr lang="en-US" sz="1400">
              <a:latin typeface="Arial"/>
              <a:cs typeface="Arial"/>
            </a:endParaRPr>
          </a:p>
          <a:p>
            <a:pPr marL="285750" indent="-285750">
              <a:lnSpc>
                <a:spcPts val="2000"/>
              </a:lnSpc>
              <a:buFont typeface="Arial"/>
              <a:buChar char="•"/>
            </a:pPr>
            <a:r>
              <a:rPr lang="en-US" sz="1400">
                <a:latin typeface="Arial"/>
                <a:cs typeface="Arial"/>
              </a:rPr>
              <a:t>Each organization develops standards that support its unique operating environment.</a:t>
            </a:r>
            <a:endParaRPr lang="en-US"/>
          </a:p>
          <a:p>
            <a:pPr>
              <a:lnSpc>
                <a:spcPts val="2000"/>
              </a:lnSpc>
            </a:pPr>
            <a:endParaRPr lang="en-US" sz="1400">
              <a:latin typeface="Arial"/>
              <a:cs typeface="Arial"/>
            </a:endParaRPr>
          </a:p>
          <a:p>
            <a:pPr marL="285750" indent="-285750">
              <a:lnSpc>
                <a:spcPts val="2000"/>
              </a:lnSpc>
              <a:buFont typeface="Arial"/>
              <a:buChar char="•"/>
            </a:pPr>
            <a:r>
              <a:rPr lang="en-US" sz="1400">
                <a:latin typeface="Arial"/>
                <a:cs typeface="Arial"/>
              </a:rPr>
              <a:t>An example of a standard would be an organization’s password policy. </a:t>
            </a:r>
            <a:endParaRPr lang="en-US">
              <a:latin typeface="Calibri" panose="020F0502020204030204"/>
              <a:cs typeface="Calibri" panose="020F0502020204030204"/>
            </a:endParaRPr>
          </a:p>
          <a:p>
            <a:pPr marL="742950" lvl="1" indent="-285750">
              <a:lnSpc>
                <a:spcPts val="2000"/>
              </a:lnSpc>
              <a:buFont typeface="Arial"/>
              <a:buChar char="•"/>
            </a:pPr>
            <a:r>
              <a:rPr lang="en-US" sz="1400">
                <a:latin typeface="Arial"/>
                <a:cs typeface="Arial"/>
              </a:rPr>
              <a:t>The standard could stipulate that passwords require a minimum number of uppercase and lowercase alphanumeric and special characters. </a:t>
            </a:r>
          </a:p>
          <a:p>
            <a:pPr marL="742950" lvl="1" indent="-285750">
              <a:lnSpc>
                <a:spcPts val="2000"/>
              </a:lnSpc>
              <a:buFont typeface="Arial"/>
              <a:buChar char="•"/>
            </a:pPr>
            <a:r>
              <a:rPr lang="en-US" sz="1400">
                <a:latin typeface="Arial"/>
                <a:cs typeface="Arial"/>
              </a:rPr>
              <a:t>The password policy may specify that users must change their passwords every 30 days.</a:t>
            </a:r>
          </a:p>
          <a:p>
            <a:pPr marL="742950" lvl="1" indent="-285750">
              <a:lnSpc>
                <a:spcPts val="2000"/>
              </a:lnSpc>
              <a:buFont typeface="Arial"/>
              <a:buChar char="•"/>
            </a:pPr>
            <a:r>
              <a:rPr lang="en-US" sz="1400">
                <a:latin typeface="Arial"/>
                <a:cs typeface="Arial"/>
              </a:rPr>
              <a:t>A password history may be kept for the 12 most recent passwords to prevent anyone from reusing the same passwords during a twelve-month period.</a:t>
            </a:r>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nchor="t"/>
          <a:lstStyle>
            <a:lvl1pPr>
              <a:defRPr sz="600">
                <a:solidFill>
                  <a:srgbClr val="D9D9D9"/>
                </a:solidFill>
              </a:defRPr>
            </a:lvl1pPr>
          </a:lstStyle>
          <a:p>
            <a:pPr algn="r"/>
            <a:fld id="{F7021451-1387-4CA6-816F-3879F97B5CBC}" type="slidenum">
              <a:rPr lang="en-US" b="0"/>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a:solidFill>
                  <a:srgbClr val="024C69"/>
                </a:solidFill>
                <a:latin typeface="Arial" pitchFamily="34" charset="0"/>
                <a:ea typeface="Arial" pitchFamily="34" charset="-122"/>
                <a:cs typeface="Arial" pitchFamily="34" charset="-120"/>
              </a:rPr>
              <a:t>Cybersecurity Countermeasures</a:t>
            </a:r>
            <a:endParaRPr lang="en-US" sz="1600"/>
          </a:p>
        </p:txBody>
      </p:sp>
      <p:sp>
        <p:nvSpPr>
          <p:cNvPr id="3" name="Text 0"/>
          <p:cNvSpPr>
            <a:spLocks noGrp="1"/>
          </p:cNvSpPr>
          <p:nvPr>
            <p:ph type="body" idx="100" hasCustomPrompt="1"/>
          </p:nvPr>
        </p:nvSpPr>
        <p:spPr>
          <a:xfrm>
            <a:off x="0" y="274320"/>
            <a:ext cx="9144000" cy="421966"/>
          </a:xfrm>
          <a:prstGeom prst="rect">
            <a:avLst/>
          </a:prstGeom>
          <a:noFill/>
          <a:ln/>
        </p:spPr>
        <p:txBody>
          <a:bodyPr wrap="square" rtlCol="0" anchor="t"/>
          <a:lstStyle/>
          <a:p>
            <a:pPr marL="0" indent="0">
              <a:buNone/>
            </a:pPr>
            <a:r>
              <a:rPr lang="en-US" sz="2200">
                <a:solidFill>
                  <a:srgbClr val="024C69"/>
                </a:solidFill>
                <a:latin typeface="Arial" pitchFamily="34" charset="0"/>
                <a:ea typeface="Arial" pitchFamily="34" charset="-122"/>
                <a:cs typeface="Arial" pitchFamily="34" charset="-120"/>
              </a:rPr>
              <a:t>Guidelines</a:t>
            </a:r>
            <a:endParaRPr lang="en-US" sz="2200"/>
          </a:p>
        </p:txBody>
      </p:sp>
      <p:sp>
        <p:nvSpPr>
          <p:cNvPr id="5" name="Text 2"/>
          <p:cNvSpPr/>
          <p:nvPr/>
        </p:nvSpPr>
        <p:spPr>
          <a:xfrm>
            <a:off x="239754" y="871099"/>
            <a:ext cx="8229600" cy="2571750"/>
          </a:xfrm>
          <a:prstGeom prst="rect">
            <a:avLst/>
          </a:prstGeom>
          <a:noFill/>
          <a:ln/>
        </p:spPr>
        <p:txBody>
          <a:bodyPr wrap="square" lIns="91440" tIns="45720" rIns="91440" bIns="45720" rtlCol="0" anchor="t"/>
          <a:lstStyle/>
          <a:p>
            <a:pPr marL="285750" indent="-285750">
              <a:buFont typeface="Arial"/>
              <a:buChar char="•"/>
            </a:pPr>
            <a:r>
              <a:rPr lang="en-US" sz="1400">
                <a:solidFill>
                  <a:srgbClr val="000000"/>
                </a:solidFill>
                <a:latin typeface="Arial"/>
                <a:cs typeface="Arial"/>
              </a:rPr>
              <a:t>Guidelines are a list of suggestions on how to do things more efficiently and securely. </a:t>
            </a:r>
            <a:endParaRPr lang="en-US" sz="1400">
              <a:latin typeface="Arial"/>
              <a:cs typeface="Arial"/>
            </a:endParaRPr>
          </a:p>
          <a:p>
            <a:endParaRPr lang="en-US" sz="1400">
              <a:solidFill>
                <a:srgbClr val="000000"/>
              </a:solidFill>
              <a:latin typeface="Arial"/>
              <a:cs typeface="Arial"/>
            </a:endParaRPr>
          </a:p>
          <a:p>
            <a:pPr marL="285750" indent="-285750">
              <a:buFont typeface="Arial"/>
              <a:buChar char="•"/>
            </a:pPr>
            <a:r>
              <a:rPr lang="en-US" sz="1400">
                <a:solidFill>
                  <a:srgbClr val="000000"/>
                </a:solidFill>
                <a:latin typeface="Arial"/>
                <a:cs typeface="Arial"/>
              </a:rPr>
              <a:t>Guidelines define how standards are developed and guarantee adherence to general security policies.</a:t>
            </a:r>
          </a:p>
          <a:p>
            <a:endParaRPr lang="en-US" sz="1400">
              <a:solidFill>
                <a:srgbClr val="000000"/>
              </a:solidFill>
              <a:latin typeface="Arial"/>
              <a:cs typeface="Arial"/>
            </a:endParaRPr>
          </a:p>
          <a:p>
            <a:pPr marL="285750" indent="-285750">
              <a:buFont typeface="Arial"/>
              <a:buChar char="•"/>
            </a:pPr>
            <a:r>
              <a:rPr lang="en-US" sz="1400">
                <a:solidFill>
                  <a:srgbClr val="000000"/>
                </a:solidFill>
                <a:latin typeface="Arial"/>
                <a:cs typeface="Arial"/>
              </a:rPr>
              <a:t>In addition to an organization’s defined best practices, guidelines are also available from:</a:t>
            </a:r>
            <a:endParaRPr lang="en-US">
              <a:cs typeface="Calibri"/>
            </a:endParaRPr>
          </a:p>
          <a:p>
            <a:pPr marL="742950" lvl="1" indent="-285750">
              <a:buFont typeface="Arial"/>
              <a:buChar char="•"/>
            </a:pPr>
            <a:r>
              <a:rPr lang="en-US" sz="1400">
                <a:solidFill>
                  <a:srgbClr val="000000"/>
                </a:solidFill>
                <a:latin typeface="Arial"/>
                <a:cs typeface="Arial"/>
              </a:rPr>
              <a:t>National Institute of Standards and Technology (NIST) Computer Security Resource Center</a:t>
            </a:r>
            <a:endParaRPr lang="en-US">
              <a:solidFill>
                <a:srgbClr val="000000"/>
              </a:solidFill>
              <a:latin typeface="Calibri"/>
              <a:cs typeface="Calibri"/>
            </a:endParaRPr>
          </a:p>
          <a:p>
            <a:pPr marL="742950" lvl="1" indent="-285750">
              <a:buFont typeface="Arial"/>
              <a:buChar char="•"/>
            </a:pPr>
            <a:r>
              <a:rPr lang="en-US" sz="1400">
                <a:solidFill>
                  <a:srgbClr val="000000"/>
                </a:solidFill>
                <a:latin typeface="Arial"/>
                <a:ea typeface="Arial" pitchFamily="34" charset="-122"/>
                <a:cs typeface="Arial"/>
              </a:rPr>
              <a:t>National Security Agency (NSA) Security Configuration Guides</a:t>
            </a:r>
            <a:endParaRPr lang="en-US">
              <a:solidFill>
                <a:srgbClr val="000000"/>
              </a:solidFill>
              <a:latin typeface="Calibri"/>
              <a:ea typeface="Arial" pitchFamily="34" charset="-122"/>
              <a:cs typeface="Calibri"/>
            </a:endParaRPr>
          </a:p>
          <a:p>
            <a:pPr marL="742950" lvl="1" indent="-285750">
              <a:buFont typeface="Arial"/>
              <a:buChar char="•"/>
            </a:pPr>
            <a:r>
              <a:rPr lang="en-US" sz="1400">
                <a:solidFill>
                  <a:srgbClr val="000000"/>
                </a:solidFill>
                <a:latin typeface="Arial"/>
                <a:ea typeface="Arial" pitchFamily="34" charset="-122"/>
                <a:cs typeface="Arial"/>
              </a:rPr>
              <a:t>The Common Criteria standard</a:t>
            </a:r>
            <a:endParaRPr lang="en-US">
              <a:cs typeface="Calibri"/>
            </a:endParaRPr>
          </a:p>
          <a:p>
            <a:pPr marL="285750" indent="-285750">
              <a:buFont typeface="Arial"/>
              <a:buChar char="•"/>
            </a:pPr>
            <a:endParaRPr lang="en-US"/>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nchor="t"/>
          <a:lstStyle>
            <a:lvl1pPr>
              <a:defRPr sz="600">
                <a:solidFill>
                  <a:srgbClr val="D9D9D9"/>
                </a:solidFill>
              </a:defRPr>
            </a:lvl1pPr>
          </a:lstStyle>
          <a:p>
            <a:pPr algn="r"/>
            <a:fld id="{F7021451-1387-4CA6-816F-3879F97B5CBC}" type="slidenum">
              <a:rPr lang="en-US" b="0"/>
              <a:t>24</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Default Theme">
  <a:themeElements>
    <a:clrScheme name="Custom 6">
      <a:dk1>
        <a:srgbClr val="58585B"/>
      </a:dk1>
      <a:lt1>
        <a:srgbClr val="FFFFFF"/>
      </a:lt1>
      <a:dk2>
        <a:srgbClr val="58585B"/>
      </a:dk2>
      <a:lt2>
        <a:srgbClr val="81C569"/>
      </a:lt2>
      <a:accent1>
        <a:srgbClr val="004C69"/>
      </a:accent1>
      <a:accent2>
        <a:srgbClr val="9E0B0F"/>
      </a:accent2>
      <a:accent3>
        <a:srgbClr val="FFFFFF"/>
      </a:accent3>
      <a:accent4>
        <a:srgbClr val="367187"/>
      </a:accent4>
      <a:accent5>
        <a:srgbClr val="38C6F4"/>
      </a:accent5>
      <a:accent6>
        <a:srgbClr val="FBAB18"/>
      </a:accent6>
      <a:hlink>
        <a:srgbClr val="38C6F4"/>
      </a:hlink>
      <a:folHlink>
        <a:srgbClr val="81C569"/>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6A4D7"/>
        </a:solidFill>
        <a:ln>
          <a:noFill/>
        </a:ln>
        <a:effectLst/>
      </a:spPr>
      <a:bodyPr rtlCol="0" anchor="ctr"/>
      <a:lstStyle>
        <a:defPPr algn="ctr">
          <a:defRPr dirty="0"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Default Theme" id="{A3178FD6-045E-43BB-9FF9-79BDC55288A1}" vid="{B3635A64-254C-4D4D-B1C2-6197525273FD}"/>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663c561b-9ed7-4eff-a44a-420ee4b9be56">
      <Terms xmlns="http://schemas.microsoft.com/office/infopath/2007/PartnerControls"/>
    </lcf76f155ced4ddcb4097134ff3c332f>
    <TaxCatchAll xmlns="4596d6c2-6208-40c1-97d7-a7a8de7b2e7e" xsi:nil="true"/>
    <SharedWithUsers xmlns="4596d6c2-6208-40c1-97d7-a7a8de7b2e7e">
      <UserInfo>
        <DisplayName/>
        <AccountId xsi:nil="true"/>
        <AccountType/>
      </UserInfo>
    </SharedWithUsers>
    <MediaLengthInSeconds xmlns="663c561b-9ed7-4eff-a44a-420ee4b9be56"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E372FA7496D6DA479E8285E92D89F7A2" ma:contentTypeVersion="15" ma:contentTypeDescription="Create a new document." ma:contentTypeScope="" ma:versionID="cc03c34962dc7a1ce1ea79212ad1f1fe">
  <xsd:schema xmlns:xsd="http://www.w3.org/2001/XMLSchema" xmlns:xs="http://www.w3.org/2001/XMLSchema" xmlns:p="http://schemas.microsoft.com/office/2006/metadata/properties" xmlns:ns2="4596d6c2-6208-40c1-97d7-a7a8de7b2e7e" xmlns:ns3="663c561b-9ed7-4eff-a44a-420ee4b9be56" targetNamespace="http://schemas.microsoft.com/office/2006/metadata/properties" ma:root="true" ma:fieldsID="f297ccd91f930ebf464e3ef2d8f03a81" ns2:_="" ns3:_="">
    <xsd:import namespace="4596d6c2-6208-40c1-97d7-a7a8de7b2e7e"/>
    <xsd:import namespace="663c561b-9ed7-4eff-a44a-420ee4b9be56"/>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AutoTags" minOccurs="0"/>
                <xsd:element ref="ns3:MediaServiceOCR" minOccurs="0"/>
                <xsd:element ref="ns3:MediaServiceGenerationTime" minOccurs="0"/>
                <xsd:element ref="ns3:MediaServiceEventHashCode" minOccurs="0"/>
                <xsd:element ref="ns3:MediaServiceDateTaken" minOccurs="0"/>
                <xsd:element ref="ns3:MediaLengthInSeconds" minOccurs="0"/>
                <xsd:element ref="ns3:lcf76f155ced4ddcb4097134ff3c332f" minOccurs="0"/>
                <xsd:element ref="ns2:TaxCatchAll" minOccurs="0"/>
                <xsd:element ref="ns3: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596d6c2-6208-40c1-97d7-a7a8de7b2e7e"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TaxCatchAll" ma:index="20" nillable="true" ma:displayName="Taxonomy Catch All Column" ma:hidden="true" ma:list="{4744fc2b-25fb-49a1-97aa-3319922cdb6c}" ma:internalName="TaxCatchAll" ma:showField="CatchAllData" ma:web="4596d6c2-6208-40c1-97d7-a7a8de7b2e7e">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663c561b-9ed7-4eff-a44a-420ee4b9be56"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AutoTags" ma:index="12" nillable="true" ma:displayName="Tags" ma:internalName="MediaServiceAutoTags"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DateTaken" ma:index="16" nillable="true" ma:displayName="MediaServiceDateTaken" ma:hidden="true" ma:internalName="MediaServiceDateTaken"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710261dd-85c0-4e16-8580-30375acfae1f"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6E659FC-D7D9-4B2D-84B1-2F9458497D0A}">
  <ds:schemaRefs>
    <ds:schemaRef ds:uri="http://schemas.microsoft.com/sharepoint/v3/contenttype/forms"/>
  </ds:schemaRefs>
</ds:datastoreItem>
</file>

<file path=customXml/itemProps2.xml><?xml version="1.0" encoding="utf-8"?>
<ds:datastoreItem xmlns:ds="http://schemas.openxmlformats.org/officeDocument/2006/customXml" ds:itemID="{029F7D64-609F-4925-AC77-7E7F43E83900}">
  <ds:schemaRefs>
    <ds:schemaRef ds:uri="http://schemas.microsoft.com/office/2006/documentManagement/types"/>
    <ds:schemaRef ds:uri="http://www.w3.org/XML/1998/namespace"/>
    <ds:schemaRef ds:uri="http://schemas.openxmlformats.org/package/2006/metadata/core-properties"/>
    <ds:schemaRef ds:uri="http://purl.org/dc/terms/"/>
    <ds:schemaRef ds:uri="http://schemas.microsoft.com/office/infopath/2007/PartnerControls"/>
    <ds:schemaRef ds:uri="http://purl.org/dc/elements/1.1/"/>
    <ds:schemaRef ds:uri="http://schemas.microsoft.com/office/2006/metadata/properties"/>
    <ds:schemaRef ds:uri="http://purl.org/dc/dcmitype/"/>
    <ds:schemaRef ds:uri="20a0b39e-fcd0-423b-9f17-9d26d967be51"/>
    <ds:schemaRef ds:uri="810553ce-449d-4340-bb0a-414d416a9b51"/>
    <ds:schemaRef ds:uri="663c561b-9ed7-4eff-a44a-420ee4b9be56"/>
    <ds:schemaRef ds:uri="4596d6c2-6208-40c1-97d7-a7a8de7b2e7e"/>
  </ds:schemaRefs>
</ds:datastoreItem>
</file>

<file path=customXml/itemProps3.xml><?xml version="1.0" encoding="utf-8"?>
<ds:datastoreItem xmlns:ds="http://schemas.openxmlformats.org/officeDocument/2006/customXml" ds:itemID="{14727398-D49A-4C73-81E7-5FE6D9C883F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596d6c2-6208-40c1-97d7-a7a8de7b2e7e"/>
    <ds:schemaRef ds:uri="663c561b-9ed7-4eff-a44a-420ee4b9be5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182</TotalTime>
  <Words>1751</Words>
  <Application>Microsoft Office PowerPoint</Application>
  <PresentationFormat>On-screen Show (16:9)</PresentationFormat>
  <Paragraphs>333</Paragraphs>
  <Slides>24</Slides>
  <Notes>24</Notes>
  <HiddenSlides>1</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24</vt:i4>
      </vt:variant>
    </vt:vector>
  </HeadingPairs>
  <TitlesOfParts>
    <vt:vector size="32" baseType="lpstr">
      <vt:lpstr>ＭＳ Ｐゴシック</vt:lpstr>
      <vt:lpstr>Arial</vt:lpstr>
      <vt:lpstr>Calibri</vt:lpstr>
      <vt:lpstr>CiscoSans</vt:lpstr>
      <vt:lpstr>CiscoSans ExtraLight</vt:lpstr>
      <vt:lpstr>CiscoSans Thin</vt:lpstr>
      <vt:lpstr>Office Theme</vt:lpstr>
      <vt:lpstr>Default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GMN</cp:lastModifiedBy>
  <cp:revision>6</cp:revision>
  <dcterms:created xsi:type="dcterms:W3CDTF">2022-10-03T22:07:10Z</dcterms:created>
  <dcterms:modified xsi:type="dcterms:W3CDTF">2026-01-04T05:23:13Z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0x010100198F9F34832A35489A19D5E200F54CC8</vt:lpwstr>
  </property>
  <property fmtid="{D5CDD505-2E9C-101B-9397-08002B2CF9AE}" pid="3" name="MediaServiceImageTags">
    <vt:lpwstr/>
  </property>
  <property fmtid="{D5CDD505-2E9C-101B-9397-08002B2CF9AE}" pid="4" name="Order">
    <vt:r8>2104500</vt:r8>
  </property>
  <property fmtid="{D5CDD505-2E9C-101B-9397-08002B2CF9AE}" pid="5" name="xd_Signature">
    <vt:bool>false</vt:bool>
  </property>
  <property fmtid="{D5CDD505-2E9C-101B-9397-08002B2CF9AE}" pid="6" name="xd_ProgID">
    <vt:lpwstr/>
  </property>
  <property fmtid="{D5CDD505-2E9C-101B-9397-08002B2CF9AE}" pid="7" name="_SourceUrl">
    <vt:lpwstr/>
  </property>
  <property fmtid="{D5CDD505-2E9C-101B-9397-08002B2CF9AE}" pid="8" name="_SharedFileIndex">
    <vt:lpwstr/>
  </property>
  <property fmtid="{D5CDD505-2E9C-101B-9397-08002B2CF9AE}" pid="9" name="ComplianceAssetId">
    <vt:lpwstr/>
  </property>
  <property fmtid="{D5CDD505-2E9C-101B-9397-08002B2CF9AE}" pid="10" name="TemplateUrl">
    <vt:lpwstr/>
  </property>
  <property fmtid="{D5CDD505-2E9C-101B-9397-08002B2CF9AE}" pid="11" name="_ExtendedDescription">
    <vt:lpwstr/>
  </property>
  <property fmtid="{D5CDD505-2E9C-101B-9397-08002B2CF9AE}" pid="12" name="TriggerFlowInfo">
    <vt:lpwstr/>
  </property>
</Properties>
</file>