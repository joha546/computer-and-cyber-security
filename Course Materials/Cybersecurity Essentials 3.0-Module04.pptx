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0" r:id="rId5"/>
  </p:sldMasterIdLst>
  <p:notesMasterIdLst>
    <p:notesMasterId r:id="rId55"/>
  </p:notesMasterIdLst>
  <p:sldIdLst>
    <p:sldId id="256" r:id="rId6"/>
    <p:sldId id="317" r:id="rId7"/>
    <p:sldId id="1076" r:id="rId8"/>
    <p:sldId id="1072" r:id="rId9"/>
    <p:sldId id="1077" r:id="rId10"/>
    <p:sldId id="260" r:id="rId11"/>
    <p:sldId id="261" r:id="rId12"/>
    <p:sldId id="1079" r:id="rId13"/>
    <p:sldId id="1080" r:id="rId14"/>
    <p:sldId id="262" r:id="rId15"/>
    <p:sldId id="259" r:id="rId16"/>
    <p:sldId id="263" r:id="rId17"/>
    <p:sldId id="264" r:id="rId18"/>
    <p:sldId id="293" r:id="rId19"/>
    <p:sldId id="294" r:id="rId20"/>
    <p:sldId id="266" r:id="rId21"/>
    <p:sldId id="296" r:id="rId22"/>
    <p:sldId id="267" r:id="rId23"/>
    <p:sldId id="299" r:id="rId24"/>
    <p:sldId id="268" r:id="rId25"/>
    <p:sldId id="269" r:id="rId26"/>
    <p:sldId id="1078" r:id="rId27"/>
    <p:sldId id="270" r:id="rId28"/>
    <p:sldId id="271" r:id="rId29"/>
    <p:sldId id="272" r:id="rId30"/>
    <p:sldId id="311" r:id="rId31"/>
    <p:sldId id="273" r:id="rId32"/>
    <p:sldId id="305" r:id="rId33"/>
    <p:sldId id="274" r:id="rId34"/>
    <p:sldId id="313" r:id="rId35"/>
    <p:sldId id="275" r:id="rId36"/>
    <p:sldId id="276" r:id="rId37"/>
    <p:sldId id="278" r:id="rId38"/>
    <p:sldId id="279" r:id="rId39"/>
    <p:sldId id="280" r:id="rId40"/>
    <p:sldId id="282" r:id="rId41"/>
    <p:sldId id="283" r:id="rId42"/>
    <p:sldId id="284" r:id="rId43"/>
    <p:sldId id="306" r:id="rId44"/>
    <p:sldId id="285" r:id="rId45"/>
    <p:sldId id="286" r:id="rId46"/>
    <p:sldId id="314" r:id="rId47"/>
    <p:sldId id="287" r:id="rId48"/>
    <p:sldId id="315" r:id="rId49"/>
    <p:sldId id="288" r:id="rId50"/>
    <p:sldId id="289" r:id="rId51"/>
    <p:sldId id="290" r:id="rId52"/>
    <p:sldId id="291" r:id="rId53"/>
    <p:sldId id="309" r:id="rId5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E22BBC-AC2E-1E24-31C0-ED9B8F712FE9}" name="Cláudia Naumann" initials="CN" userId="S::naumann_nce.ufrj.br#ext#@cisco.onmicrosoft.com::2c14c15b-0266-4182-83e5-84c7c06e2959" providerId="AD"/>
  <p188:author id="{C7165DCF-3304-E89D-7E12-A5425B5649D3}" name="Anna Bolen -X (abolen - UNICON INC at Cisco)" initials="ABX(UIaC" userId="S::abolen@cisco.com::8fcf5b57-97b6-40ce-9683-275924855fa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FD5EA"/>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05D7D-B8C2-41A4-8BEE-0BC4BA22437B}" v="1" dt="2023-03-30T15:56:26.8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549" autoAdjust="0"/>
  </p:normalViewPr>
  <p:slideViewPr>
    <p:cSldViewPr snapToGrid="0">
      <p:cViewPr varScale="1">
        <p:scale>
          <a:sx n="98" d="100"/>
          <a:sy n="98" d="100"/>
        </p:scale>
        <p:origin x="4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e Nelson" userId="S::brie_elearningdoc.com#ext#@cisco.onmicrosoft.com::712abed6-64c6-4c4c-80f1-14676a42bb74" providerId="AD" clId="Web-{B6B98663-1ED7-9A1A-A987-088F4816DCEF}"/>
    <pc:docChg chg="delSld modSld">
      <pc:chgData name="Brie Nelson" userId="S::brie_elearningdoc.com#ext#@cisco.onmicrosoft.com::712abed6-64c6-4c4c-80f1-14676a42bb74" providerId="AD" clId="Web-{B6B98663-1ED7-9A1A-A987-088F4816DCEF}" dt="2022-10-31T14:22:15.755" v="294"/>
      <pc:docMkLst>
        <pc:docMk/>
      </pc:docMkLst>
      <pc:sldChg chg="modSp">
        <pc:chgData name="Brie Nelson" userId="S::brie_elearningdoc.com#ext#@cisco.onmicrosoft.com::712abed6-64c6-4c4c-80f1-14676a42bb74" providerId="AD" clId="Web-{B6B98663-1ED7-9A1A-A987-088F4816DCEF}" dt="2022-10-31T14:21:59.286" v="293" actId="14100"/>
        <pc:sldMkLst>
          <pc:docMk/>
          <pc:sldMk cId="0" sldId="291"/>
        </pc:sldMkLst>
        <pc:spChg chg="mod">
          <ac:chgData name="Brie Nelson" userId="S::brie_elearningdoc.com#ext#@cisco.onmicrosoft.com::712abed6-64c6-4c4c-80f1-14676a42bb74" providerId="AD" clId="Web-{B6B98663-1ED7-9A1A-A987-088F4816DCEF}" dt="2022-10-31T14:21:59.286" v="293" actId="14100"/>
          <ac:spMkLst>
            <pc:docMk/>
            <pc:sldMk cId="0" sldId="291"/>
            <ac:spMk id="5" creationId="{00000000-0000-0000-0000-000000000000}"/>
          </ac:spMkLst>
        </pc:spChg>
      </pc:sldChg>
      <pc:sldChg chg="modSp del">
        <pc:chgData name="Brie Nelson" userId="S::brie_elearningdoc.com#ext#@cisco.onmicrosoft.com::712abed6-64c6-4c4c-80f1-14676a42bb74" providerId="AD" clId="Web-{B6B98663-1ED7-9A1A-A987-088F4816DCEF}" dt="2022-10-31T14:22:15.755" v="294"/>
        <pc:sldMkLst>
          <pc:docMk/>
          <pc:sldMk cId="3398242555" sldId="308"/>
        </pc:sldMkLst>
        <pc:spChg chg="mod">
          <ac:chgData name="Brie Nelson" userId="S::brie_elearningdoc.com#ext#@cisco.onmicrosoft.com::712abed6-64c6-4c4c-80f1-14676a42bb74" providerId="AD" clId="Web-{B6B98663-1ED7-9A1A-A987-088F4816DCEF}" dt="2022-10-31T14:18:14.544" v="272" actId="20577"/>
          <ac:spMkLst>
            <pc:docMk/>
            <pc:sldMk cId="3398242555" sldId="308"/>
            <ac:spMk id="4" creationId="{7459EEF2-8F34-57DA-19C7-EC085490CD59}"/>
          </ac:spMkLst>
        </pc:spChg>
      </pc:sldChg>
    </pc:docChg>
  </pc:docChgLst>
  <pc:docChgLst>
    <pc:chgData name="Anna Bolen -X (abolen - UNICON INC at Cisco)" userId="8fcf5b57-97b6-40ce-9683-275924855fa8" providerId="ADAL" clId="{79F2FF08-A4AC-4962-AACD-7881821C179A}"/>
    <pc:docChg chg="addSld delSld modSld sldOrd">
      <pc:chgData name="Anna Bolen -X (abolen - UNICON INC at Cisco)" userId="8fcf5b57-97b6-40ce-9683-275924855fa8" providerId="ADAL" clId="{79F2FF08-A4AC-4962-AACD-7881821C179A}" dt="2022-10-20T16:23:40.444" v="51" actId="255"/>
      <pc:docMkLst>
        <pc:docMk/>
      </pc:docMkLst>
      <pc:sldChg chg="del">
        <pc:chgData name="Anna Bolen -X (abolen - UNICON INC at Cisco)" userId="8fcf5b57-97b6-40ce-9683-275924855fa8" providerId="ADAL" clId="{79F2FF08-A4AC-4962-AACD-7881821C179A}" dt="2022-10-20T16:17:54.849" v="1" actId="2696"/>
        <pc:sldMkLst>
          <pc:docMk/>
          <pc:sldMk cId="0" sldId="257"/>
        </pc:sldMkLst>
      </pc:sldChg>
      <pc:sldChg chg="del">
        <pc:chgData name="Anna Bolen -X (abolen - UNICON INC at Cisco)" userId="8fcf5b57-97b6-40ce-9683-275924855fa8" providerId="ADAL" clId="{79F2FF08-A4AC-4962-AACD-7881821C179A}" dt="2022-10-20T16:20:05.603" v="17" actId="2696"/>
        <pc:sldMkLst>
          <pc:docMk/>
          <pc:sldMk cId="0" sldId="258"/>
        </pc:sldMkLst>
      </pc:sldChg>
      <pc:sldChg chg="modSp mod ord">
        <pc:chgData name="Anna Bolen -X (abolen - UNICON INC at Cisco)" userId="8fcf5b57-97b6-40ce-9683-275924855fa8" providerId="ADAL" clId="{79F2FF08-A4AC-4962-AACD-7881821C179A}" dt="2022-10-20T16:23:40.444" v="51" actId="255"/>
        <pc:sldMkLst>
          <pc:docMk/>
          <pc:sldMk cId="0" sldId="259"/>
        </pc:sldMkLst>
        <pc:spChg chg="mod">
          <ac:chgData name="Anna Bolen -X (abolen - UNICON INC at Cisco)" userId="8fcf5b57-97b6-40ce-9683-275924855fa8" providerId="ADAL" clId="{79F2FF08-A4AC-4962-AACD-7881821C179A}" dt="2022-10-20T16:23:40.444" v="51" actId="255"/>
          <ac:spMkLst>
            <pc:docMk/>
            <pc:sldMk cId="0" sldId="259"/>
            <ac:spMk id="2" creationId="{00000000-0000-0000-0000-000000000000}"/>
          </ac:spMkLst>
        </pc:spChg>
        <pc:spChg chg="mod">
          <ac:chgData name="Anna Bolen -X (abolen - UNICON INC at Cisco)" userId="8fcf5b57-97b6-40ce-9683-275924855fa8" providerId="ADAL" clId="{79F2FF08-A4AC-4962-AACD-7881821C179A}" dt="2022-10-20T16:19:10.728" v="11" actId="1076"/>
          <ac:spMkLst>
            <pc:docMk/>
            <pc:sldMk cId="0" sldId="259"/>
            <ac:spMk id="3" creationId="{00000000-0000-0000-0000-000000000000}"/>
          </ac:spMkLst>
        </pc:spChg>
        <pc:graphicFrameChg chg="mod modGraphic">
          <ac:chgData name="Anna Bolen -X (abolen - UNICON INC at Cisco)" userId="8fcf5b57-97b6-40ce-9683-275924855fa8" providerId="ADAL" clId="{79F2FF08-A4AC-4962-AACD-7881821C179A}" dt="2022-10-20T16:19:25.655" v="14" actId="255"/>
          <ac:graphicFrameMkLst>
            <pc:docMk/>
            <pc:sldMk cId="0" sldId="259"/>
            <ac:graphicFrameMk id="6" creationId="{0ED1841B-A658-978A-37E0-B6EFBD42F3C6}"/>
          </ac:graphicFrameMkLst>
        </pc:graphicFrameChg>
      </pc:sldChg>
      <pc:sldChg chg="modSp add mod">
        <pc:chgData name="Anna Bolen -X (abolen - UNICON INC at Cisco)" userId="8fcf5b57-97b6-40ce-9683-275924855fa8" providerId="ADAL" clId="{79F2FF08-A4AC-4962-AACD-7881821C179A}" dt="2022-10-20T16:20:18.274" v="21" actId="20577"/>
        <pc:sldMkLst>
          <pc:docMk/>
          <pc:sldMk cId="0" sldId="260"/>
        </pc:sldMkLst>
        <pc:spChg chg="mod">
          <ac:chgData name="Anna Bolen -X (abolen - UNICON INC at Cisco)" userId="8fcf5b57-97b6-40ce-9683-275924855fa8" providerId="ADAL" clId="{79F2FF08-A4AC-4962-AACD-7881821C179A}" dt="2022-10-20T16:20:18.274" v="21" actId="20577"/>
          <ac:spMkLst>
            <pc:docMk/>
            <pc:sldMk cId="0" sldId="260"/>
            <ac:spMk id="2" creationId="{00000000-0000-0000-0000-000000000000}"/>
          </ac:spMkLst>
        </pc:spChg>
        <pc:graphicFrameChg chg="modGraphic">
          <ac:chgData name="Anna Bolen -X (abolen - UNICON INC at Cisco)" userId="8fcf5b57-97b6-40ce-9683-275924855fa8" providerId="ADAL" clId="{79F2FF08-A4AC-4962-AACD-7881821C179A}" dt="2022-10-20T16:20:13.628" v="19" actId="6549"/>
          <ac:graphicFrameMkLst>
            <pc:docMk/>
            <pc:sldMk cId="0" sldId="260"/>
            <ac:graphicFrameMk id="4" creationId="{40064EF4-EE2B-342C-EA9E-699582F380FF}"/>
          </ac:graphicFrameMkLst>
        </pc:graphicFrameChg>
      </pc:sldChg>
      <pc:sldChg chg="modSp add mod">
        <pc:chgData name="Anna Bolen -X (abolen - UNICON INC at Cisco)" userId="8fcf5b57-97b6-40ce-9683-275924855fa8" providerId="ADAL" clId="{79F2FF08-A4AC-4962-AACD-7881821C179A}" dt="2022-10-20T16:20:51.170" v="28" actId="20577"/>
        <pc:sldMkLst>
          <pc:docMk/>
          <pc:sldMk cId="0" sldId="261"/>
        </pc:sldMkLst>
        <pc:spChg chg="mod">
          <ac:chgData name="Anna Bolen -X (abolen - UNICON INC at Cisco)" userId="8fcf5b57-97b6-40ce-9683-275924855fa8" providerId="ADAL" clId="{79F2FF08-A4AC-4962-AACD-7881821C179A}" dt="2022-10-20T16:20:44.980" v="26" actId="20577"/>
          <ac:spMkLst>
            <pc:docMk/>
            <pc:sldMk cId="0" sldId="261"/>
            <ac:spMk id="2" creationId="{00000000-0000-0000-0000-000000000000}"/>
          </ac:spMkLst>
        </pc:spChg>
        <pc:spChg chg="mod">
          <ac:chgData name="Anna Bolen -X (abolen - UNICON INC at Cisco)" userId="8fcf5b57-97b6-40ce-9683-275924855fa8" providerId="ADAL" clId="{79F2FF08-A4AC-4962-AACD-7881821C179A}" dt="2022-10-20T16:20:51.170" v="28" actId="20577"/>
          <ac:spMkLst>
            <pc:docMk/>
            <pc:sldMk cId="0" sldId="261"/>
            <ac:spMk id="3" creationId="{00000000-0000-0000-0000-000000000000}"/>
          </ac:spMkLst>
        </pc:spChg>
      </pc:sldChg>
      <pc:sldChg chg="modSp add mod">
        <pc:chgData name="Anna Bolen -X (abolen - UNICON INC at Cisco)" userId="8fcf5b57-97b6-40ce-9683-275924855fa8" providerId="ADAL" clId="{79F2FF08-A4AC-4962-AACD-7881821C179A}" dt="2022-10-20T16:22:13.453" v="31" actId="20577"/>
        <pc:sldMkLst>
          <pc:docMk/>
          <pc:sldMk cId="0" sldId="317"/>
        </pc:sldMkLst>
        <pc:spChg chg="mod">
          <ac:chgData name="Anna Bolen -X (abolen - UNICON INC at Cisco)" userId="8fcf5b57-97b6-40ce-9683-275924855fa8" providerId="ADAL" clId="{79F2FF08-A4AC-4962-AACD-7881821C179A}" dt="2022-10-20T16:22:13.453" v="31" actId="20577"/>
          <ac:spMkLst>
            <pc:docMk/>
            <pc:sldMk cId="0" sldId="317"/>
            <ac:spMk id="2" creationId="{00000000-0000-0000-0000-000000000000}"/>
          </ac:spMkLst>
        </pc:spChg>
        <pc:spChg chg="mod">
          <ac:chgData name="Anna Bolen -X (abolen - UNICON INC at Cisco)" userId="8fcf5b57-97b6-40ce-9683-275924855fa8" providerId="ADAL" clId="{79F2FF08-A4AC-4962-AACD-7881821C179A}" dt="2022-10-20T16:21:14.579" v="29" actId="13926"/>
          <ac:spMkLst>
            <pc:docMk/>
            <pc:sldMk cId="0" sldId="317"/>
            <ac:spMk id="3" creationId="{00000000-0000-0000-0000-000000000000}"/>
          </ac:spMkLst>
        </pc:spChg>
      </pc:sldChg>
      <pc:sldChg chg="add">
        <pc:chgData name="Anna Bolen -X (abolen - UNICON INC at Cisco)" userId="8fcf5b57-97b6-40ce-9683-275924855fa8" providerId="ADAL" clId="{79F2FF08-A4AC-4962-AACD-7881821C179A}" dt="2022-10-20T16:18:35.714" v="7"/>
        <pc:sldMkLst>
          <pc:docMk/>
          <pc:sldMk cId="2226954716" sldId="1072"/>
        </pc:sldMkLst>
      </pc:sldChg>
      <pc:sldChg chg="add">
        <pc:chgData name="Anna Bolen -X (abolen - UNICON INC at Cisco)" userId="8fcf5b57-97b6-40ce-9683-275924855fa8" providerId="ADAL" clId="{79F2FF08-A4AC-4962-AACD-7881821C179A}" dt="2022-10-20T16:18:25.862" v="6"/>
        <pc:sldMkLst>
          <pc:docMk/>
          <pc:sldMk cId="3972798597" sldId="1076"/>
        </pc:sldMkLst>
      </pc:sldChg>
      <pc:sldChg chg="add ord">
        <pc:chgData name="Anna Bolen -X (abolen - UNICON INC at Cisco)" userId="8fcf5b57-97b6-40ce-9683-275924855fa8" providerId="ADAL" clId="{79F2FF08-A4AC-4962-AACD-7881821C179A}" dt="2022-10-20T16:20:33.505" v="23"/>
        <pc:sldMkLst>
          <pc:docMk/>
          <pc:sldMk cId="0" sldId="1077"/>
        </pc:sldMkLst>
      </pc:sldChg>
    </pc:docChg>
  </pc:docChgLst>
  <pc:docChgLst>
    <pc:chgData name="Cláudia Naumann" userId="S::naumann_nce.ufrj.br#ext#@cisco.onmicrosoft.com::2c14c15b-0266-4182-83e5-84c7c06e2959" providerId="AD" clId="Web-{149CB3F5-F059-09F3-8256-68A626320DB2}"/>
    <pc:docChg chg="modSld">
      <pc:chgData name="Cláudia Naumann" userId="S::naumann_nce.ufrj.br#ext#@cisco.onmicrosoft.com::2c14c15b-0266-4182-83e5-84c7c06e2959" providerId="AD" clId="Web-{149CB3F5-F059-09F3-8256-68A626320DB2}" dt="2022-10-22T17:23:15.918" v="11"/>
      <pc:docMkLst>
        <pc:docMk/>
      </pc:docMkLst>
      <pc:sldChg chg="modSp">
        <pc:chgData name="Cláudia Naumann" userId="S::naumann_nce.ufrj.br#ext#@cisco.onmicrosoft.com::2c14c15b-0266-4182-83e5-84c7c06e2959" providerId="AD" clId="Web-{149CB3F5-F059-09F3-8256-68A626320DB2}" dt="2022-10-22T17:23:15.918" v="11"/>
        <pc:sldMkLst>
          <pc:docMk/>
          <pc:sldMk cId="3921304915" sldId="309"/>
        </pc:sldMkLst>
        <pc:graphicFrameChg chg="mod modGraphic">
          <ac:chgData name="Cláudia Naumann" userId="S::naumann_nce.ufrj.br#ext#@cisco.onmicrosoft.com::2c14c15b-0266-4182-83e5-84c7c06e2959" providerId="AD" clId="Web-{149CB3F5-F059-09F3-8256-68A626320DB2}" dt="2022-10-22T17:23:15.918" v="11"/>
          <ac:graphicFrameMkLst>
            <pc:docMk/>
            <pc:sldMk cId="3921304915" sldId="309"/>
            <ac:graphicFrameMk id="3" creationId="{00000000-0000-0000-0000-000000000000}"/>
          </ac:graphicFrameMkLst>
        </pc:graphicFrameChg>
      </pc:sldChg>
    </pc:docChg>
  </pc:docChgLst>
  <pc:docChgLst>
    <pc:chgData name="Anna Bolen -X (abolen - UNICON INC at Cisco)" userId="8fcf5b57-97b6-40ce-9683-275924855fa8" providerId="ADAL" clId="{07EF15ED-5AEC-41EE-A531-D95D90FFF216}"/>
    <pc:docChg chg="modSld">
      <pc:chgData name="Anna Bolen -X (abolen - UNICON INC at Cisco)" userId="8fcf5b57-97b6-40ce-9683-275924855fa8" providerId="ADAL" clId="{07EF15ED-5AEC-41EE-A531-D95D90FFF216}" dt="2022-12-16T18:19:08.849" v="1" actId="6549"/>
      <pc:docMkLst>
        <pc:docMk/>
      </pc:docMkLst>
      <pc:sldChg chg="mod modShow">
        <pc:chgData name="Anna Bolen -X (abolen - UNICON INC at Cisco)" userId="8fcf5b57-97b6-40ce-9683-275924855fa8" providerId="ADAL" clId="{07EF15ED-5AEC-41EE-A531-D95D90FFF216}" dt="2022-12-13T21:12:38.096" v="0" actId="729"/>
        <pc:sldMkLst>
          <pc:docMk/>
          <pc:sldMk cId="0" sldId="256"/>
        </pc:sldMkLst>
      </pc:sldChg>
      <pc:sldChg chg="modSp mod">
        <pc:chgData name="Anna Bolen -X (abolen - UNICON INC at Cisco)" userId="8fcf5b57-97b6-40ce-9683-275924855fa8" providerId="ADAL" clId="{07EF15ED-5AEC-41EE-A531-D95D90FFF216}" dt="2022-12-16T18:19:08.849" v="1" actId="6549"/>
        <pc:sldMkLst>
          <pc:docMk/>
          <pc:sldMk cId="0" sldId="317"/>
        </pc:sldMkLst>
        <pc:spChg chg="mod">
          <ac:chgData name="Anna Bolen -X (abolen - UNICON INC at Cisco)" userId="8fcf5b57-97b6-40ce-9683-275924855fa8" providerId="ADAL" clId="{07EF15ED-5AEC-41EE-A531-D95D90FFF216}" dt="2022-12-16T18:19:08.849" v="1" actId="6549"/>
          <ac:spMkLst>
            <pc:docMk/>
            <pc:sldMk cId="0" sldId="317"/>
            <ac:spMk id="3" creationId="{00000000-0000-0000-0000-000000000000}"/>
          </ac:spMkLst>
        </pc:spChg>
      </pc:sldChg>
    </pc:docChg>
  </pc:docChgLst>
  <pc:docChgLst>
    <pc:chgData name="Dave Holzinger -X (dholzing - UNICON INC at Cisco)" userId="81433843-a273-4fe1-ba40-f2f44284bc17" providerId="ADAL" clId="{57C27AC0-3101-44FA-B8DD-ED29681D41D6}"/>
    <pc:docChg chg="modSld">
      <pc:chgData name="Dave Holzinger -X (dholzing - UNICON INC at Cisco)" userId="81433843-a273-4fe1-ba40-f2f44284bc17" providerId="ADAL" clId="{57C27AC0-3101-44FA-B8DD-ED29681D41D6}" dt="2023-01-17T20:23:56.391" v="0" actId="20577"/>
      <pc:docMkLst>
        <pc:docMk/>
      </pc:docMkLst>
      <pc:sldChg chg="modSp mod">
        <pc:chgData name="Dave Holzinger -X (dholzing - UNICON INC at Cisco)" userId="81433843-a273-4fe1-ba40-f2f44284bc17" providerId="ADAL" clId="{57C27AC0-3101-44FA-B8DD-ED29681D41D6}" dt="2023-01-17T20:23:56.391" v="0" actId="20577"/>
        <pc:sldMkLst>
          <pc:docMk/>
          <pc:sldMk cId="0" sldId="317"/>
        </pc:sldMkLst>
        <pc:spChg chg="mod">
          <ac:chgData name="Dave Holzinger -X (dholzing - UNICON INC at Cisco)" userId="81433843-a273-4fe1-ba40-f2f44284bc17" providerId="ADAL" clId="{57C27AC0-3101-44FA-B8DD-ED29681D41D6}" dt="2023-01-17T20:23:56.391" v="0" actId="20577"/>
          <ac:spMkLst>
            <pc:docMk/>
            <pc:sldMk cId="0" sldId="317"/>
            <ac:spMk id="2" creationId="{00000000-0000-0000-0000-000000000000}"/>
          </ac:spMkLst>
        </pc:spChg>
      </pc:sldChg>
    </pc:docChg>
  </pc:docChgLst>
  <pc:docChgLst>
    <pc:chgData name="Cláudia Naumann" userId="S::naumann_nce.ufrj.br#ext#@cisco.onmicrosoft.com::2c14c15b-0266-4182-83e5-84c7c06e2959" providerId="AD" clId="Web-{424E20DD-430F-BC70-46B4-775BF7A59C2F}"/>
    <pc:docChg chg="modSld">
      <pc:chgData name="Cláudia Naumann" userId="S::naumann_nce.ufrj.br#ext#@cisco.onmicrosoft.com::2c14c15b-0266-4182-83e5-84c7c06e2959" providerId="AD" clId="Web-{424E20DD-430F-BC70-46B4-775BF7A59C2F}" dt="2022-11-07T19:31:33.701" v="468"/>
      <pc:docMkLst>
        <pc:docMk/>
      </pc:docMkLst>
      <pc:sldChg chg="modSp modCm">
        <pc:chgData name="Cláudia Naumann" userId="S::naumann_nce.ufrj.br#ext#@cisco.onmicrosoft.com::2c14c15b-0266-4182-83e5-84c7c06e2959" providerId="AD" clId="Web-{424E20DD-430F-BC70-46B4-775BF7A59C2F}" dt="2022-11-07T19:31:33.701" v="468"/>
        <pc:sldMkLst>
          <pc:docMk/>
          <pc:sldMk cId="3921304915" sldId="309"/>
        </pc:sldMkLst>
        <pc:graphicFrameChg chg="mod modGraphic">
          <ac:chgData name="Cláudia Naumann" userId="S::naumann_nce.ufrj.br#ext#@cisco.onmicrosoft.com::2c14c15b-0266-4182-83e5-84c7c06e2959" providerId="AD" clId="Web-{424E20DD-430F-BC70-46B4-775BF7A59C2F}" dt="2022-11-07T19:31:20.123" v="467"/>
          <ac:graphicFrameMkLst>
            <pc:docMk/>
            <pc:sldMk cId="3921304915" sldId="309"/>
            <ac:graphicFrameMk id="3" creationId="{00000000-0000-0000-0000-000000000000}"/>
          </ac:graphicFrameMkLst>
        </pc:graphicFrameChg>
      </pc:sldChg>
    </pc:docChg>
  </pc:docChgLst>
  <pc:docChgLst>
    <pc:chgData name="Cláudia Naumann" userId="S::naumann_nce.ufrj.br#ext#@cisco.onmicrosoft.com::2c14c15b-0266-4182-83e5-84c7c06e2959" providerId="AD" clId="Web-{0441DB02-9441-FB6D-B4F7-1CCC58C2F73A}"/>
    <pc:docChg chg="mod addSld delSld modSld">
      <pc:chgData name="Cláudia Naumann" userId="S::naumann_nce.ufrj.br#ext#@cisco.onmicrosoft.com::2c14c15b-0266-4182-83e5-84c7c06e2959" providerId="AD" clId="Web-{0441DB02-9441-FB6D-B4F7-1CCC58C2F73A}" dt="2022-10-22T00:13:51.954" v="3379" actId="14100"/>
      <pc:docMkLst>
        <pc:docMk/>
      </pc:docMkLst>
      <pc:sldChg chg="modSp">
        <pc:chgData name="Cláudia Naumann" userId="S::naumann_nce.ufrj.br#ext#@cisco.onmicrosoft.com::2c14c15b-0266-4182-83e5-84c7c06e2959" providerId="AD" clId="Web-{0441DB02-9441-FB6D-B4F7-1CCC58C2F73A}" dt="2022-10-21T22:09:51.698" v="672"/>
        <pc:sldMkLst>
          <pc:docMk/>
          <pc:sldMk cId="0" sldId="260"/>
        </pc:sldMkLst>
        <pc:graphicFrameChg chg="mod modGraphic">
          <ac:chgData name="Cláudia Naumann" userId="S::naumann_nce.ufrj.br#ext#@cisco.onmicrosoft.com::2c14c15b-0266-4182-83e5-84c7c06e2959" providerId="AD" clId="Web-{0441DB02-9441-FB6D-B4F7-1CCC58C2F73A}" dt="2022-10-21T22:09:51.698" v="672"/>
          <ac:graphicFrameMkLst>
            <pc:docMk/>
            <pc:sldMk cId="0" sldId="260"/>
            <ac:graphicFrameMk id="4" creationId="{40064EF4-EE2B-342C-EA9E-699582F380FF}"/>
          </ac:graphicFrameMkLst>
        </pc:graphicFrameChg>
      </pc:sldChg>
      <pc:sldChg chg="modSp">
        <pc:chgData name="Cláudia Naumann" userId="S::naumann_nce.ufrj.br#ext#@cisco.onmicrosoft.com::2c14c15b-0266-4182-83e5-84c7c06e2959" providerId="AD" clId="Web-{0441DB02-9441-FB6D-B4F7-1CCC58C2F73A}" dt="2022-10-21T14:31:43.974" v="489" actId="20577"/>
        <pc:sldMkLst>
          <pc:docMk/>
          <pc:sldMk cId="0" sldId="261"/>
        </pc:sldMkLst>
        <pc:spChg chg="mod">
          <ac:chgData name="Cláudia Naumann" userId="S::naumann_nce.ufrj.br#ext#@cisco.onmicrosoft.com::2c14c15b-0266-4182-83e5-84c7c06e2959" providerId="AD" clId="Web-{0441DB02-9441-FB6D-B4F7-1CCC58C2F73A}" dt="2022-10-21T14:31:43.974" v="489" actId="20577"/>
          <ac:spMkLst>
            <pc:docMk/>
            <pc:sldMk cId="0" sldId="261"/>
            <ac:spMk id="3" creationId="{00000000-0000-0000-0000-000000000000}"/>
          </ac:spMkLst>
        </pc:spChg>
      </pc:sldChg>
      <pc:sldChg chg="modSp addCm">
        <pc:chgData name="Cláudia Naumann" userId="S::naumann_nce.ufrj.br#ext#@cisco.onmicrosoft.com::2c14c15b-0266-4182-83e5-84c7c06e2959" providerId="AD" clId="Web-{0441DB02-9441-FB6D-B4F7-1CCC58C2F73A}" dt="2022-10-21T22:14:32.863" v="722" actId="20577"/>
        <pc:sldMkLst>
          <pc:docMk/>
          <pc:sldMk cId="0" sldId="264"/>
        </pc:sldMkLst>
        <pc:spChg chg="mod">
          <ac:chgData name="Cláudia Naumann" userId="S::naumann_nce.ufrj.br#ext#@cisco.onmicrosoft.com::2c14c15b-0266-4182-83e5-84c7c06e2959" providerId="AD" clId="Web-{0441DB02-9441-FB6D-B4F7-1CCC58C2F73A}" dt="2022-10-21T22:14:32.863" v="722" actId="20577"/>
          <ac:spMkLst>
            <pc:docMk/>
            <pc:sldMk cId="0" sldId="264"/>
            <ac:spMk id="5" creationId="{00000000-0000-0000-0000-000000000000}"/>
          </ac:spMkLst>
        </pc:spChg>
      </pc:sldChg>
      <pc:sldChg chg="del addCm">
        <pc:chgData name="Cláudia Naumann" userId="S::naumann_nce.ufrj.br#ext#@cisco.onmicrosoft.com::2c14c15b-0266-4182-83e5-84c7c06e2959" providerId="AD" clId="Web-{0441DB02-9441-FB6D-B4F7-1CCC58C2F73A}" dt="2022-10-21T22:18:13.515" v="723"/>
        <pc:sldMkLst>
          <pc:docMk/>
          <pc:sldMk cId="0" sldId="265"/>
        </pc:sldMkLst>
      </pc:sldChg>
      <pc:sldChg chg="modSp addCm">
        <pc:chgData name="Cláudia Naumann" userId="S::naumann_nce.ufrj.br#ext#@cisco.onmicrosoft.com::2c14c15b-0266-4182-83e5-84c7c06e2959" providerId="AD" clId="Web-{0441DB02-9441-FB6D-B4F7-1CCC58C2F73A}" dt="2022-10-21T22:43:17.226" v="1122" actId="1076"/>
        <pc:sldMkLst>
          <pc:docMk/>
          <pc:sldMk cId="0" sldId="266"/>
        </pc:sldMkLst>
        <pc:spChg chg="mod">
          <ac:chgData name="Cláudia Naumann" userId="S::naumann_nce.ufrj.br#ext#@cisco.onmicrosoft.com::2c14c15b-0266-4182-83e5-84c7c06e2959" providerId="AD" clId="Web-{0441DB02-9441-FB6D-B4F7-1CCC58C2F73A}" dt="2022-10-21T22:34:27.676" v="1009" actId="14100"/>
          <ac:spMkLst>
            <pc:docMk/>
            <pc:sldMk cId="0" sldId="266"/>
            <ac:spMk id="3" creationId="{00000000-0000-0000-0000-000000000000}"/>
          </ac:spMkLst>
        </pc:spChg>
        <pc:spChg chg="mod">
          <ac:chgData name="Cláudia Naumann" userId="S::naumann_nce.ufrj.br#ext#@cisco.onmicrosoft.com::2c14c15b-0266-4182-83e5-84c7c06e2959" providerId="AD" clId="Web-{0441DB02-9441-FB6D-B4F7-1CCC58C2F73A}" dt="2022-10-21T22:43:17.226" v="1122" actId="1076"/>
          <ac:spMkLst>
            <pc:docMk/>
            <pc:sldMk cId="0" sldId="266"/>
            <ac:spMk id="4" creationId="{0EF85156-7F75-EAF7-4D96-2564CCE0DCE5}"/>
          </ac:spMkLst>
        </pc:spChg>
        <pc:graphicFrameChg chg="mod modGraphic">
          <ac:chgData name="Cláudia Naumann" userId="S::naumann_nce.ufrj.br#ext#@cisco.onmicrosoft.com::2c14c15b-0266-4182-83e5-84c7c06e2959" providerId="AD" clId="Web-{0441DB02-9441-FB6D-B4F7-1CCC58C2F73A}" dt="2022-10-21T22:35:15.866" v="1040" actId="1076"/>
          <ac:graphicFrameMkLst>
            <pc:docMk/>
            <pc:sldMk cId="0" sldId="266"/>
            <ac:graphicFrameMk id="12" creationId="{00000000-0000-0000-0000-000000000000}"/>
          </ac:graphicFrameMkLst>
        </pc:graphicFrameChg>
      </pc:sldChg>
      <pc:sldChg chg="modSp">
        <pc:chgData name="Cláudia Naumann" userId="S::naumann_nce.ufrj.br#ext#@cisco.onmicrosoft.com::2c14c15b-0266-4182-83e5-84c7c06e2959" providerId="AD" clId="Web-{0441DB02-9441-FB6D-B4F7-1CCC58C2F73A}" dt="2022-10-21T22:44:50.463" v="1131" actId="20577"/>
        <pc:sldMkLst>
          <pc:docMk/>
          <pc:sldMk cId="0" sldId="267"/>
        </pc:sldMkLst>
        <pc:spChg chg="mod">
          <ac:chgData name="Cláudia Naumann" userId="S::naumann_nce.ufrj.br#ext#@cisco.onmicrosoft.com::2c14c15b-0266-4182-83e5-84c7c06e2959" providerId="AD" clId="Web-{0441DB02-9441-FB6D-B4F7-1CCC58C2F73A}" dt="2022-10-21T22:44:17.806" v="1129" actId="1076"/>
          <ac:spMkLst>
            <pc:docMk/>
            <pc:sldMk cId="0" sldId="267"/>
            <ac:spMk id="3" creationId="{00000000-0000-0000-0000-000000000000}"/>
          </ac:spMkLst>
        </pc:spChg>
        <pc:spChg chg="mod">
          <ac:chgData name="Cláudia Naumann" userId="S::naumann_nce.ufrj.br#ext#@cisco.onmicrosoft.com::2c14c15b-0266-4182-83e5-84c7c06e2959" providerId="AD" clId="Web-{0441DB02-9441-FB6D-B4F7-1CCC58C2F73A}" dt="2022-10-21T22:44:50.463" v="1131" actId="20577"/>
          <ac:spMkLst>
            <pc:docMk/>
            <pc:sldMk cId="0" sldId="267"/>
            <ac:spMk id="5" creationId="{00000000-0000-0000-0000-000000000000}"/>
          </ac:spMkLst>
        </pc:spChg>
      </pc:sldChg>
      <pc:sldChg chg="modSp addCm">
        <pc:chgData name="Cláudia Naumann" userId="S::naumann_nce.ufrj.br#ext#@cisco.onmicrosoft.com::2c14c15b-0266-4182-83e5-84c7c06e2959" providerId="AD" clId="Web-{0441DB02-9441-FB6D-B4F7-1CCC58C2F73A}" dt="2022-10-21T22:48:16.079" v="1188" actId="1076"/>
        <pc:sldMkLst>
          <pc:docMk/>
          <pc:sldMk cId="0" sldId="268"/>
        </pc:sldMkLst>
        <pc:spChg chg="mod">
          <ac:chgData name="Cláudia Naumann" userId="S::naumann_nce.ufrj.br#ext#@cisco.onmicrosoft.com::2c14c15b-0266-4182-83e5-84c7c06e2959" providerId="AD" clId="Web-{0441DB02-9441-FB6D-B4F7-1CCC58C2F73A}" dt="2022-10-21T22:48:16.079" v="1188" actId="1076"/>
          <ac:spMkLst>
            <pc:docMk/>
            <pc:sldMk cId="0" sldId="268"/>
            <ac:spMk id="5" creationId="{00000000-0000-0000-0000-000000000000}"/>
          </ac:spMkLst>
        </pc:spChg>
      </pc:sldChg>
      <pc:sldChg chg="modSp addCm delCm">
        <pc:chgData name="Cláudia Naumann" userId="S::naumann_nce.ufrj.br#ext#@cisco.onmicrosoft.com::2c14c15b-0266-4182-83e5-84c7c06e2959" providerId="AD" clId="Web-{0441DB02-9441-FB6D-B4F7-1CCC58C2F73A}" dt="2022-10-21T22:50:04.833" v="1222" actId="14100"/>
        <pc:sldMkLst>
          <pc:docMk/>
          <pc:sldMk cId="0" sldId="269"/>
        </pc:sldMkLst>
        <pc:spChg chg="mod">
          <ac:chgData name="Cláudia Naumann" userId="S::naumann_nce.ufrj.br#ext#@cisco.onmicrosoft.com::2c14c15b-0266-4182-83e5-84c7c06e2959" providerId="AD" clId="Web-{0441DB02-9441-FB6D-B4F7-1CCC58C2F73A}" dt="2022-10-21T22:50:04.833" v="1222" actId="14100"/>
          <ac:spMkLst>
            <pc:docMk/>
            <pc:sldMk cId="0" sldId="269"/>
            <ac:spMk id="5" creationId="{00000000-0000-0000-0000-000000000000}"/>
          </ac:spMkLst>
        </pc:spChg>
      </pc:sldChg>
      <pc:sldChg chg="modSp">
        <pc:chgData name="Cláudia Naumann" userId="S::naumann_nce.ufrj.br#ext#@cisco.onmicrosoft.com::2c14c15b-0266-4182-83e5-84c7c06e2959" providerId="AD" clId="Web-{0441DB02-9441-FB6D-B4F7-1CCC58C2F73A}" dt="2022-10-21T23:13:20.630" v="1872" actId="20577"/>
        <pc:sldMkLst>
          <pc:docMk/>
          <pc:sldMk cId="0" sldId="270"/>
        </pc:sldMkLst>
        <pc:spChg chg="mod">
          <ac:chgData name="Cláudia Naumann" userId="S::naumann_nce.ufrj.br#ext#@cisco.onmicrosoft.com::2c14c15b-0266-4182-83e5-84c7c06e2959" providerId="AD" clId="Web-{0441DB02-9441-FB6D-B4F7-1CCC58C2F73A}" dt="2022-10-21T23:13:20.630" v="1872" actId="20577"/>
          <ac:spMkLst>
            <pc:docMk/>
            <pc:sldMk cId="0" sldId="270"/>
            <ac:spMk id="5" creationId="{00000000-0000-0000-0000-000000000000}"/>
          </ac:spMkLst>
        </pc:spChg>
      </pc:sldChg>
      <pc:sldChg chg="modSp addCm">
        <pc:chgData name="Cláudia Naumann" userId="S::naumann_nce.ufrj.br#ext#@cisco.onmicrosoft.com::2c14c15b-0266-4182-83e5-84c7c06e2959" providerId="AD" clId="Web-{0441DB02-9441-FB6D-B4F7-1CCC58C2F73A}" dt="2022-10-21T23:19:42.986" v="1974" actId="14100"/>
        <pc:sldMkLst>
          <pc:docMk/>
          <pc:sldMk cId="0" sldId="272"/>
        </pc:sldMkLst>
        <pc:spChg chg="mod">
          <ac:chgData name="Cláudia Naumann" userId="S::naumann_nce.ufrj.br#ext#@cisco.onmicrosoft.com::2c14c15b-0266-4182-83e5-84c7c06e2959" providerId="AD" clId="Web-{0441DB02-9441-FB6D-B4F7-1CCC58C2F73A}" dt="2022-10-21T23:19:42.986" v="1974" actId="14100"/>
          <ac:spMkLst>
            <pc:docMk/>
            <pc:sldMk cId="0" sldId="272"/>
            <ac:spMk id="5" creationId="{00000000-0000-0000-0000-000000000000}"/>
          </ac:spMkLst>
        </pc:spChg>
      </pc:sldChg>
      <pc:sldChg chg="modSp addCm">
        <pc:chgData name="Cláudia Naumann" userId="S::naumann_nce.ufrj.br#ext#@cisco.onmicrosoft.com::2c14c15b-0266-4182-83e5-84c7c06e2959" providerId="AD" clId="Web-{0441DB02-9441-FB6D-B4F7-1CCC58C2F73A}" dt="2022-10-21T23:26:15.672" v="2073" actId="14100"/>
        <pc:sldMkLst>
          <pc:docMk/>
          <pc:sldMk cId="0" sldId="273"/>
        </pc:sldMkLst>
        <pc:spChg chg="mod">
          <ac:chgData name="Cláudia Naumann" userId="S::naumann_nce.ufrj.br#ext#@cisco.onmicrosoft.com::2c14c15b-0266-4182-83e5-84c7c06e2959" providerId="AD" clId="Web-{0441DB02-9441-FB6D-B4F7-1CCC58C2F73A}" dt="2022-10-21T23:26:15.672" v="2073" actId="14100"/>
          <ac:spMkLst>
            <pc:docMk/>
            <pc:sldMk cId="0" sldId="273"/>
            <ac:spMk id="5" creationId="{00000000-0000-0000-0000-000000000000}"/>
          </ac:spMkLst>
        </pc:spChg>
      </pc:sldChg>
      <pc:sldChg chg="modSp">
        <pc:chgData name="Cláudia Naumann" userId="S::naumann_nce.ufrj.br#ext#@cisco.onmicrosoft.com::2c14c15b-0266-4182-83e5-84c7c06e2959" providerId="AD" clId="Web-{0441DB02-9441-FB6D-B4F7-1CCC58C2F73A}" dt="2022-10-21T23:29:04.255" v="2095" actId="20577"/>
        <pc:sldMkLst>
          <pc:docMk/>
          <pc:sldMk cId="0" sldId="274"/>
        </pc:sldMkLst>
        <pc:spChg chg="mod">
          <ac:chgData name="Cláudia Naumann" userId="S::naumann_nce.ufrj.br#ext#@cisco.onmicrosoft.com::2c14c15b-0266-4182-83e5-84c7c06e2959" providerId="AD" clId="Web-{0441DB02-9441-FB6D-B4F7-1CCC58C2F73A}" dt="2022-10-21T23:29:04.255" v="2095" actId="20577"/>
          <ac:spMkLst>
            <pc:docMk/>
            <pc:sldMk cId="0" sldId="274"/>
            <ac:spMk id="5" creationId="{00000000-0000-0000-0000-000000000000}"/>
          </ac:spMkLst>
        </pc:spChg>
      </pc:sldChg>
      <pc:sldChg chg="modSp addCm">
        <pc:chgData name="Cláudia Naumann" userId="S::naumann_nce.ufrj.br#ext#@cisco.onmicrosoft.com::2c14c15b-0266-4182-83e5-84c7c06e2959" providerId="AD" clId="Web-{0441DB02-9441-FB6D-B4F7-1CCC58C2F73A}" dt="2022-10-21T23:34:51.689" v="2166" actId="14100"/>
        <pc:sldMkLst>
          <pc:docMk/>
          <pc:sldMk cId="0" sldId="275"/>
        </pc:sldMkLst>
        <pc:spChg chg="mod">
          <ac:chgData name="Cláudia Naumann" userId="S::naumann_nce.ufrj.br#ext#@cisco.onmicrosoft.com::2c14c15b-0266-4182-83e5-84c7c06e2959" providerId="AD" clId="Web-{0441DB02-9441-FB6D-B4F7-1CCC58C2F73A}" dt="2022-10-21T23:34:51.689" v="2166" actId="14100"/>
          <ac:spMkLst>
            <pc:docMk/>
            <pc:sldMk cId="0" sldId="275"/>
            <ac:spMk id="5" creationId="{00000000-0000-0000-0000-000000000000}"/>
          </ac:spMkLst>
        </pc:spChg>
      </pc:sldChg>
      <pc:sldChg chg="modSp">
        <pc:chgData name="Cláudia Naumann" userId="S::naumann_nce.ufrj.br#ext#@cisco.onmicrosoft.com::2c14c15b-0266-4182-83e5-84c7c06e2959" providerId="AD" clId="Web-{0441DB02-9441-FB6D-B4F7-1CCC58C2F73A}" dt="2022-10-21T23:40:56.951" v="2172" actId="14100"/>
        <pc:sldMkLst>
          <pc:docMk/>
          <pc:sldMk cId="0" sldId="276"/>
        </pc:sldMkLst>
        <pc:spChg chg="mod">
          <ac:chgData name="Cláudia Naumann" userId="S::naumann_nce.ufrj.br#ext#@cisco.onmicrosoft.com::2c14c15b-0266-4182-83e5-84c7c06e2959" providerId="AD" clId="Web-{0441DB02-9441-FB6D-B4F7-1CCC58C2F73A}" dt="2022-10-21T23:40:56.951" v="2172" actId="14100"/>
          <ac:spMkLst>
            <pc:docMk/>
            <pc:sldMk cId="0" sldId="276"/>
            <ac:spMk id="5" creationId="{00000000-0000-0000-0000-000000000000}"/>
          </ac:spMkLst>
        </pc:spChg>
      </pc:sldChg>
      <pc:sldChg chg="del addCm">
        <pc:chgData name="Cláudia Naumann" userId="S::naumann_nce.ufrj.br#ext#@cisco.onmicrosoft.com::2c14c15b-0266-4182-83e5-84c7c06e2959" providerId="AD" clId="Web-{0441DB02-9441-FB6D-B4F7-1CCC58C2F73A}" dt="2022-10-21T23:42:12.532" v="2173"/>
        <pc:sldMkLst>
          <pc:docMk/>
          <pc:sldMk cId="0" sldId="277"/>
        </pc:sldMkLst>
      </pc:sldChg>
      <pc:sldChg chg="modSp addCm modNotes">
        <pc:chgData name="Cláudia Naumann" userId="S::naumann_nce.ufrj.br#ext#@cisco.onmicrosoft.com::2c14c15b-0266-4182-83e5-84c7c06e2959" providerId="AD" clId="Web-{0441DB02-9441-FB6D-B4F7-1CCC58C2F73A}" dt="2022-10-21T23:42:38.908" v="2178" actId="20577"/>
        <pc:sldMkLst>
          <pc:docMk/>
          <pc:sldMk cId="0" sldId="278"/>
        </pc:sldMkLst>
        <pc:spChg chg="mod">
          <ac:chgData name="Cláudia Naumann" userId="S::naumann_nce.ufrj.br#ext#@cisco.onmicrosoft.com::2c14c15b-0266-4182-83e5-84c7c06e2959" providerId="AD" clId="Web-{0441DB02-9441-FB6D-B4F7-1CCC58C2F73A}" dt="2022-10-21T23:42:38.908" v="2178" actId="20577"/>
          <ac:spMkLst>
            <pc:docMk/>
            <pc:sldMk cId="0" sldId="278"/>
            <ac:spMk id="5" creationId="{00000000-0000-0000-0000-000000000000}"/>
          </ac:spMkLst>
        </pc:spChg>
      </pc:sldChg>
      <pc:sldChg chg="modSp">
        <pc:chgData name="Cláudia Naumann" userId="S::naumann_nce.ufrj.br#ext#@cisco.onmicrosoft.com::2c14c15b-0266-4182-83e5-84c7c06e2959" providerId="AD" clId="Web-{0441DB02-9441-FB6D-B4F7-1CCC58C2F73A}" dt="2022-10-21T23:43:00.580" v="2181" actId="20577"/>
        <pc:sldMkLst>
          <pc:docMk/>
          <pc:sldMk cId="0" sldId="279"/>
        </pc:sldMkLst>
        <pc:spChg chg="mod">
          <ac:chgData name="Cláudia Naumann" userId="S::naumann_nce.ufrj.br#ext#@cisco.onmicrosoft.com::2c14c15b-0266-4182-83e5-84c7c06e2959" providerId="AD" clId="Web-{0441DB02-9441-FB6D-B4F7-1CCC58C2F73A}" dt="2022-10-21T23:43:00.580" v="2181" actId="20577"/>
          <ac:spMkLst>
            <pc:docMk/>
            <pc:sldMk cId="0" sldId="279"/>
            <ac:spMk id="5" creationId="{00000000-0000-0000-0000-000000000000}"/>
          </ac:spMkLst>
        </pc:spChg>
      </pc:sldChg>
      <pc:sldChg chg="modSp modNotes">
        <pc:chgData name="Cláudia Naumann" userId="S::naumann_nce.ufrj.br#ext#@cisco.onmicrosoft.com::2c14c15b-0266-4182-83e5-84c7c06e2959" providerId="AD" clId="Web-{0441DB02-9441-FB6D-B4F7-1CCC58C2F73A}" dt="2022-10-21T23:43:50.707" v="2188"/>
        <pc:sldMkLst>
          <pc:docMk/>
          <pc:sldMk cId="0" sldId="280"/>
        </pc:sldMkLst>
        <pc:spChg chg="mod">
          <ac:chgData name="Cláudia Naumann" userId="S::naumann_nce.ufrj.br#ext#@cisco.onmicrosoft.com::2c14c15b-0266-4182-83e5-84c7c06e2959" providerId="AD" clId="Web-{0441DB02-9441-FB6D-B4F7-1CCC58C2F73A}" dt="2022-10-21T23:43:31.597" v="2184" actId="20577"/>
          <ac:spMkLst>
            <pc:docMk/>
            <pc:sldMk cId="0" sldId="280"/>
            <ac:spMk id="5" creationId="{00000000-0000-0000-0000-000000000000}"/>
          </ac:spMkLst>
        </pc:spChg>
      </pc:sldChg>
      <pc:sldChg chg="del addCm">
        <pc:chgData name="Cláudia Naumann" userId="S::naumann_nce.ufrj.br#ext#@cisco.onmicrosoft.com::2c14c15b-0266-4182-83e5-84c7c06e2959" providerId="AD" clId="Web-{0441DB02-9441-FB6D-B4F7-1CCC58C2F73A}" dt="2022-10-21T23:43:42.691" v="2185"/>
        <pc:sldMkLst>
          <pc:docMk/>
          <pc:sldMk cId="0" sldId="281"/>
        </pc:sldMkLst>
      </pc:sldChg>
      <pc:sldChg chg="modSp">
        <pc:chgData name="Cláudia Naumann" userId="S::naumann_nce.ufrj.br#ext#@cisco.onmicrosoft.com::2c14c15b-0266-4182-83e5-84c7c06e2959" providerId="AD" clId="Web-{0441DB02-9441-FB6D-B4F7-1CCC58C2F73A}" dt="2022-10-21T23:45:12.944" v="2209" actId="20577"/>
        <pc:sldMkLst>
          <pc:docMk/>
          <pc:sldMk cId="0" sldId="283"/>
        </pc:sldMkLst>
        <pc:spChg chg="mod">
          <ac:chgData name="Cláudia Naumann" userId="S::naumann_nce.ufrj.br#ext#@cisco.onmicrosoft.com::2c14c15b-0266-4182-83e5-84c7c06e2959" providerId="AD" clId="Web-{0441DB02-9441-FB6D-B4F7-1CCC58C2F73A}" dt="2022-10-21T23:45:12.944" v="2209" actId="20577"/>
          <ac:spMkLst>
            <pc:docMk/>
            <pc:sldMk cId="0" sldId="283"/>
            <ac:spMk id="5" creationId="{00000000-0000-0000-0000-000000000000}"/>
          </ac:spMkLst>
        </pc:spChg>
      </pc:sldChg>
      <pc:sldChg chg="modSp">
        <pc:chgData name="Cláudia Naumann" userId="S::naumann_nce.ufrj.br#ext#@cisco.onmicrosoft.com::2c14c15b-0266-4182-83e5-84c7c06e2959" providerId="AD" clId="Web-{0441DB02-9441-FB6D-B4F7-1CCC58C2F73A}" dt="2022-10-21T23:48:21.169" v="2234" actId="20577"/>
        <pc:sldMkLst>
          <pc:docMk/>
          <pc:sldMk cId="0" sldId="284"/>
        </pc:sldMkLst>
        <pc:spChg chg="mod">
          <ac:chgData name="Cláudia Naumann" userId="S::naumann_nce.ufrj.br#ext#@cisco.onmicrosoft.com::2c14c15b-0266-4182-83e5-84c7c06e2959" providerId="AD" clId="Web-{0441DB02-9441-FB6D-B4F7-1CCC58C2F73A}" dt="2022-10-21T23:48:21.169" v="2234" actId="20577"/>
          <ac:spMkLst>
            <pc:docMk/>
            <pc:sldMk cId="0" sldId="284"/>
            <ac:spMk id="5" creationId="{00000000-0000-0000-0000-000000000000}"/>
          </ac:spMkLst>
        </pc:spChg>
      </pc:sldChg>
      <pc:sldChg chg="modSp addCm modNotes">
        <pc:chgData name="Cláudia Naumann" userId="S::naumann_nce.ufrj.br#ext#@cisco.onmicrosoft.com::2c14c15b-0266-4182-83e5-84c7c06e2959" providerId="AD" clId="Web-{0441DB02-9441-FB6D-B4F7-1CCC58C2F73A}" dt="2022-10-21T23:48:54.108" v="2246"/>
        <pc:sldMkLst>
          <pc:docMk/>
          <pc:sldMk cId="0" sldId="285"/>
        </pc:sldMkLst>
        <pc:spChg chg="mod">
          <ac:chgData name="Cláudia Naumann" userId="S::naumann_nce.ufrj.br#ext#@cisco.onmicrosoft.com::2c14c15b-0266-4182-83e5-84c7c06e2959" providerId="AD" clId="Web-{0441DB02-9441-FB6D-B4F7-1CCC58C2F73A}" dt="2022-10-21T23:48:50.201" v="2239" actId="14100"/>
          <ac:spMkLst>
            <pc:docMk/>
            <pc:sldMk cId="0" sldId="285"/>
            <ac:spMk id="3" creationId="{00000000-0000-0000-0000-000000000000}"/>
          </ac:spMkLst>
        </pc:spChg>
        <pc:graphicFrameChg chg="mod modGraphic">
          <ac:chgData name="Cláudia Naumann" userId="S::naumann_nce.ufrj.br#ext#@cisco.onmicrosoft.com::2c14c15b-0266-4182-83e5-84c7c06e2959" providerId="AD" clId="Web-{0441DB02-9441-FB6D-B4F7-1CCC58C2F73A}" dt="2022-10-21T15:43:09.603" v="550"/>
          <ac:graphicFrameMkLst>
            <pc:docMk/>
            <pc:sldMk cId="0" sldId="285"/>
            <ac:graphicFrameMk id="31" creationId="{00000000-0000-0000-0000-000000000000}"/>
          </ac:graphicFrameMkLst>
        </pc:graphicFrameChg>
      </pc:sldChg>
      <pc:sldChg chg="modSp addCm">
        <pc:chgData name="Cláudia Naumann" userId="S::naumann_nce.ufrj.br#ext#@cisco.onmicrosoft.com::2c14c15b-0266-4182-83e5-84c7c06e2959" providerId="AD" clId="Web-{0441DB02-9441-FB6D-B4F7-1CCC58C2F73A}" dt="2022-10-21T23:53:16.132" v="2292" actId="14100"/>
        <pc:sldMkLst>
          <pc:docMk/>
          <pc:sldMk cId="0" sldId="286"/>
        </pc:sldMkLst>
        <pc:spChg chg="mod">
          <ac:chgData name="Cláudia Naumann" userId="S::naumann_nce.ufrj.br#ext#@cisco.onmicrosoft.com::2c14c15b-0266-4182-83e5-84c7c06e2959" providerId="AD" clId="Web-{0441DB02-9441-FB6D-B4F7-1CCC58C2F73A}" dt="2022-10-21T23:53:16.132" v="2292" actId="14100"/>
          <ac:spMkLst>
            <pc:docMk/>
            <pc:sldMk cId="0" sldId="286"/>
            <ac:spMk id="3" creationId="{00000000-0000-0000-0000-000000000000}"/>
          </ac:spMkLst>
        </pc:spChg>
        <pc:spChg chg="mod">
          <ac:chgData name="Cláudia Naumann" userId="S::naumann_nce.ufrj.br#ext#@cisco.onmicrosoft.com::2c14c15b-0266-4182-83e5-84c7c06e2959" providerId="AD" clId="Web-{0441DB02-9441-FB6D-B4F7-1CCC58C2F73A}" dt="2022-10-21T23:52:17.396" v="2286" actId="20577"/>
          <ac:spMkLst>
            <pc:docMk/>
            <pc:sldMk cId="0" sldId="286"/>
            <ac:spMk id="5" creationId="{00000000-0000-0000-0000-000000000000}"/>
          </ac:spMkLst>
        </pc:spChg>
      </pc:sldChg>
      <pc:sldChg chg="modSp">
        <pc:chgData name="Cláudia Naumann" userId="S::naumann_nce.ufrj.br#ext#@cisco.onmicrosoft.com::2c14c15b-0266-4182-83e5-84c7c06e2959" providerId="AD" clId="Web-{0441DB02-9441-FB6D-B4F7-1CCC58C2F73A}" dt="2022-10-21T23:58:56.143" v="2384" actId="20577"/>
        <pc:sldMkLst>
          <pc:docMk/>
          <pc:sldMk cId="0" sldId="287"/>
        </pc:sldMkLst>
        <pc:spChg chg="mod">
          <ac:chgData name="Cláudia Naumann" userId="S::naumann_nce.ufrj.br#ext#@cisco.onmicrosoft.com::2c14c15b-0266-4182-83e5-84c7c06e2959" providerId="AD" clId="Web-{0441DB02-9441-FB6D-B4F7-1CCC58C2F73A}" dt="2022-10-21T23:58:56.143" v="2384" actId="20577"/>
          <ac:spMkLst>
            <pc:docMk/>
            <pc:sldMk cId="0" sldId="287"/>
            <ac:spMk id="5" creationId="{00000000-0000-0000-0000-000000000000}"/>
          </ac:spMkLst>
        </pc:spChg>
      </pc:sldChg>
      <pc:sldChg chg="modSp">
        <pc:chgData name="Cláudia Naumann" userId="S::naumann_nce.ufrj.br#ext#@cisco.onmicrosoft.com::2c14c15b-0266-4182-83e5-84c7c06e2959" providerId="AD" clId="Web-{0441DB02-9441-FB6D-B4F7-1CCC58C2F73A}" dt="2022-10-22T00:00:14.787" v="2410" actId="20577"/>
        <pc:sldMkLst>
          <pc:docMk/>
          <pc:sldMk cId="0" sldId="288"/>
        </pc:sldMkLst>
        <pc:spChg chg="mod">
          <ac:chgData name="Cláudia Naumann" userId="S::naumann_nce.ufrj.br#ext#@cisco.onmicrosoft.com::2c14c15b-0266-4182-83e5-84c7c06e2959" providerId="AD" clId="Web-{0441DB02-9441-FB6D-B4F7-1CCC58C2F73A}" dt="2022-10-22T00:00:14.787" v="2410" actId="20577"/>
          <ac:spMkLst>
            <pc:docMk/>
            <pc:sldMk cId="0" sldId="288"/>
            <ac:spMk id="5" creationId="{00000000-0000-0000-0000-000000000000}"/>
          </ac:spMkLst>
        </pc:spChg>
      </pc:sldChg>
      <pc:sldChg chg="modSp">
        <pc:chgData name="Cláudia Naumann" userId="S::naumann_nce.ufrj.br#ext#@cisco.onmicrosoft.com::2c14c15b-0266-4182-83e5-84c7c06e2959" providerId="AD" clId="Web-{0441DB02-9441-FB6D-B4F7-1CCC58C2F73A}" dt="2022-10-22T00:00:22.115" v="2412" actId="20577"/>
        <pc:sldMkLst>
          <pc:docMk/>
          <pc:sldMk cId="0" sldId="289"/>
        </pc:sldMkLst>
        <pc:spChg chg="mod">
          <ac:chgData name="Cláudia Naumann" userId="S::naumann_nce.ufrj.br#ext#@cisco.onmicrosoft.com::2c14c15b-0266-4182-83e5-84c7c06e2959" providerId="AD" clId="Web-{0441DB02-9441-FB6D-B4F7-1CCC58C2F73A}" dt="2022-10-22T00:00:22.115" v="2412" actId="20577"/>
          <ac:spMkLst>
            <pc:docMk/>
            <pc:sldMk cId="0" sldId="289"/>
            <ac:spMk id="5" creationId="{00000000-0000-0000-0000-000000000000}"/>
          </ac:spMkLst>
        </pc:spChg>
      </pc:sldChg>
      <pc:sldChg chg="modSp addCm">
        <pc:chgData name="Cláudia Naumann" userId="S::naumann_nce.ufrj.br#ext#@cisco.onmicrosoft.com::2c14c15b-0266-4182-83e5-84c7c06e2959" providerId="AD" clId="Web-{0441DB02-9441-FB6D-B4F7-1CCC58C2F73A}" dt="2022-10-22T00:13:44.751" v="3376" actId="20577"/>
        <pc:sldMkLst>
          <pc:docMk/>
          <pc:sldMk cId="0" sldId="291"/>
        </pc:sldMkLst>
        <pc:spChg chg="mod">
          <ac:chgData name="Cláudia Naumann" userId="S::naumann_nce.ufrj.br#ext#@cisco.onmicrosoft.com::2c14c15b-0266-4182-83e5-84c7c06e2959" providerId="AD" clId="Web-{0441DB02-9441-FB6D-B4F7-1CCC58C2F73A}" dt="2022-10-22T00:13:44.751" v="3376" actId="20577"/>
          <ac:spMkLst>
            <pc:docMk/>
            <pc:sldMk cId="0" sldId="291"/>
            <ac:spMk id="5" creationId="{00000000-0000-0000-0000-000000000000}"/>
          </ac:spMkLst>
        </pc:spChg>
      </pc:sldChg>
      <pc:sldChg chg="del addCm">
        <pc:chgData name="Cláudia Naumann" userId="S::naumann_nce.ufrj.br#ext#@cisco.onmicrosoft.com::2c14c15b-0266-4182-83e5-84c7c06e2959" providerId="AD" clId="Web-{0441DB02-9441-FB6D-B4F7-1CCC58C2F73A}" dt="2022-10-22T00:07:36.114" v="3292"/>
        <pc:sldMkLst>
          <pc:docMk/>
          <pc:sldMk cId="0" sldId="292"/>
        </pc:sldMkLst>
      </pc:sldChg>
      <pc:sldChg chg="addSp delSp modSp addCm modNotes">
        <pc:chgData name="Cláudia Naumann" userId="S::naumann_nce.ufrj.br#ext#@cisco.onmicrosoft.com::2c14c15b-0266-4182-83e5-84c7c06e2959" providerId="AD" clId="Web-{0441DB02-9441-FB6D-B4F7-1CCC58C2F73A}" dt="2022-10-21T22:28:40.649" v="899" actId="20577"/>
        <pc:sldMkLst>
          <pc:docMk/>
          <pc:sldMk cId="3716842187" sldId="293"/>
        </pc:sldMkLst>
        <pc:spChg chg="mod">
          <ac:chgData name="Cláudia Naumann" userId="S::naumann_nce.ufrj.br#ext#@cisco.onmicrosoft.com::2c14c15b-0266-4182-83e5-84c7c06e2959" providerId="AD" clId="Web-{0441DB02-9441-FB6D-B4F7-1CCC58C2F73A}" dt="2022-10-21T22:19:24.189" v="734" actId="14100"/>
          <ac:spMkLst>
            <pc:docMk/>
            <pc:sldMk cId="3716842187" sldId="293"/>
            <ac:spMk id="2" creationId="{467DC7C0-7E84-9249-D30E-789FF1CC8E7D}"/>
          </ac:spMkLst>
        </pc:spChg>
        <pc:spChg chg="add mod">
          <ac:chgData name="Cláudia Naumann" userId="S::naumann_nce.ufrj.br#ext#@cisco.onmicrosoft.com::2c14c15b-0266-4182-83e5-84c7c06e2959" providerId="AD" clId="Web-{0441DB02-9441-FB6D-B4F7-1CCC58C2F73A}" dt="2022-10-21T22:19:18.095" v="733" actId="20577"/>
          <ac:spMkLst>
            <pc:docMk/>
            <pc:sldMk cId="3716842187" sldId="293"/>
            <ac:spMk id="3" creationId="{3E01A700-5176-BEAF-3CA2-55D61004386B}"/>
          </ac:spMkLst>
        </pc:spChg>
        <pc:spChg chg="del mod">
          <ac:chgData name="Cláudia Naumann" userId="S::naumann_nce.ufrj.br#ext#@cisco.onmicrosoft.com::2c14c15b-0266-4182-83e5-84c7c06e2959" providerId="AD" clId="Web-{0441DB02-9441-FB6D-B4F7-1CCC58C2F73A}" dt="2022-10-21T22:22:18.887" v="768"/>
          <ac:spMkLst>
            <pc:docMk/>
            <pc:sldMk cId="3716842187" sldId="293"/>
            <ac:spMk id="5" creationId="{0BA940BA-6DDD-746C-12FF-039050A6A303}"/>
          </ac:spMkLst>
        </pc:spChg>
        <pc:spChg chg="add mod">
          <ac:chgData name="Cláudia Naumann" userId="S::naumann_nce.ufrj.br#ext#@cisco.onmicrosoft.com::2c14c15b-0266-4182-83e5-84c7c06e2959" providerId="AD" clId="Web-{0441DB02-9441-FB6D-B4F7-1CCC58C2F73A}" dt="2022-10-21T22:28:40.649" v="899" actId="20577"/>
          <ac:spMkLst>
            <pc:docMk/>
            <pc:sldMk cId="3716842187" sldId="293"/>
            <ac:spMk id="6" creationId="{09EC83CA-18FD-C278-6983-169F77121644}"/>
          </ac:spMkLst>
        </pc:spChg>
        <pc:picChg chg="mod">
          <ac:chgData name="Cláudia Naumann" userId="S::naumann_nce.ufrj.br#ext#@cisco.onmicrosoft.com::2c14c15b-0266-4182-83e5-84c7c06e2959" providerId="AD" clId="Web-{0441DB02-9441-FB6D-B4F7-1CCC58C2F73A}" dt="2022-10-21T22:26:13.535" v="808" actId="14100"/>
          <ac:picMkLst>
            <pc:docMk/>
            <pc:sldMk cId="3716842187" sldId="293"/>
            <ac:picMk id="4" creationId="{E96C055E-1122-5168-66C0-D066060B2547}"/>
          </ac:picMkLst>
        </pc:picChg>
      </pc:sldChg>
      <pc:sldChg chg="addSp delSp modSp addCm modCm modNotes">
        <pc:chgData name="Cláudia Naumann" userId="S::naumann_nce.ufrj.br#ext#@cisco.onmicrosoft.com::2c14c15b-0266-4182-83e5-84c7c06e2959" providerId="AD" clId="Web-{0441DB02-9441-FB6D-B4F7-1CCC58C2F73A}" dt="2022-10-21T22:31:23.811" v="991" actId="14100"/>
        <pc:sldMkLst>
          <pc:docMk/>
          <pc:sldMk cId="2638213286" sldId="294"/>
        </pc:sldMkLst>
        <pc:spChg chg="mod">
          <ac:chgData name="Cláudia Naumann" userId="S::naumann_nce.ufrj.br#ext#@cisco.onmicrosoft.com::2c14c15b-0266-4182-83e5-84c7c06e2959" providerId="AD" clId="Web-{0441DB02-9441-FB6D-B4F7-1CCC58C2F73A}" dt="2022-10-21T22:21:50.262" v="763" actId="20577"/>
          <ac:spMkLst>
            <pc:docMk/>
            <pc:sldMk cId="2638213286" sldId="294"/>
            <ac:spMk id="2" creationId="{9B8C30F5-5394-D63D-BF74-A6E8B1757CF3}"/>
          </ac:spMkLst>
        </pc:spChg>
        <pc:spChg chg="add mod">
          <ac:chgData name="Cláudia Naumann" userId="S::naumann_nce.ufrj.br#ext#@cisco.onmicrosoft.com::2c14c15b-0266-4182-83e5-84c7c06e2959" providerId="AD" clId="Web-{0441DB02-9441-FB6D-B4F7-1CCC58C2F73A}" dt="2022-10-21T22:21:20.714" v="756" actId="20577"/>
          <ac:spMkLst>
            <pc:docMk/>
            <pc:sldMk cId="2638213286" sldId="294"/>
            <ac:spMk id="3" creationId="{1544F3FB-C93C-48CE-D66D-5DCEFA82DCC6}"/>
          </ac:spMkLst>
        </pc:spChg>
        <pc:spChg chg="del mod">
          <ac:chgData name="Cláudia Naumann" userId="S::naumann_nce.ufrj.br#ext#@cisco.onmicrosoft.com::2c14c15b-0266-4182-83e5-84c7c06e2959" providerId="AD" clId="Web-{0441DB02-9441-FB6D-B4F7-1CCC58C2F73A}" dt="2022-10-21T22:23:12.936" v="781"/>
          <ac:spMkLst>
            <pc:docMk/>
            <pc:sldMk cId="2638213286" sldId="294"/>
            <ac:spMk id="5" creationId="{F477D1BE-24A1-23AB-61F7-77343884DC49}"/>
          </ac:spMkLst>
        </pc:spChg>
        <pc:spChg chg="add mod">
          <ac:chgData name="Cláudia Naumann" userId="S::naumann_nce.ufrj.br#ext#@cisco.onmicrosoft.com::2c14c15b-0266-4182-83e5-84c7c06e2959" providerId="AD" clId="Web-{0441DB02-9441-FB6D-B4F7-1CCC58C2F73A}" dt="2022-10-21T22:31:23.811" v="991" actId="14100"/>
          <ac:spMkLst>
            <pc:docMk/>
            <pc:sldMk cId="2638213286" sldId="294"/>
            <ac:spMk id="6" creationId="{FA0B5F72-BFA3-87C7-2FAF-A84C813C872A}"/>
          </ac:spMkLst>
        </pc:spChg>
        <pc:picChg chg="mod">
          <ac:chgData name="Cláudia Naumann" userId="S::naumann_nce.ufrj.br#ext#@cisco.onmicrosoft.com::2c14c15b-0266-4182-83e5-84c7c06e2959" providerId="AD" clId="Web-{0441DB02-9441-FB6D-B4F7-1CCC58C2F73A}" dt="2022-10-21T22:26:19.504" v="809" actId="14100"/>
          <ac:picMkLst>
            <pc:docMk/>
            <pc:sldMk cId="2638213286" sldId="294"/>
            <ac:picMk id="4" creationId="{89A62B34-13DB-84D1-1BB3-05D9B5886F10}"/>
          </ac:picMkLst>
        </pc:picChg>
      </pc:sldChg>
      <pc:sldChg chg="del addCm">
        <pc:chgData name="Cláudia Naumann" userId="S::naumann_nce.ufrj.br#ext#@cisco.onmicrosoft.com::2c14c15b-0266-4182-83e5-84c7c06e2959" providerId="AD" clId="Web-{0441DB02-9441-FB6D-B4F7-1CCC58C2F73A}" dt="2022-10-21T22:31:39.593" v="992"/>
        <pc:sldMkLst>
          <pc:docMk/>
          <pc:sldMk cId="2060833803" sldId="295"/>
        </pc:sldMkLst>
      </pc:sldChg>
      <pc:sldChg chg="addSp modSp addCm modNotes">
        <pc:chgData name="Cláudia Naumann" userId="S::naumann_nce.ufrj.br#ext#@cisco.onmicrosoft.com::2c14c15b-0266-4182-83e5-84c7c06e2959" providerId="AD" clId="Web-{0441DB02-9441-FB6D-B4F7-1CCC58C2F73A}" dt="2022-10-21T22:42:40.209" v="1119" actId="1076"/>
        <pc:sldMkLst>
          <pc:docMk/>
          <pc:sldMk cId="1376356634" sldId="296"/>
        </pc:sldMkLst>
        <pc:spChg chg="mod">
          <ac:chgData name="Cláudia Naumann" userId="S::naumann_nce.ufrj.br#ext#@cisco.onmicrosoft.com::2c14c15b-0266-4182-83e5-84c7c06e2959" providerId="AD" clId="Web-{0441DB02-9441-FB6D-B4F7-1CCC58C2F73A}" dt="2022-10-21T22:36:31.948" v="1044" actId="14100"/>
          <ac:spMkLst>
            <pc:docMk/>
            <pc:sldMk cId="1376356634" sldId="296"/>
            <ac:spMk id="3" creationId="{00000000-0000-0000-0000-000000000000}"/>
          </ac:spMkLst>
        </pc:spChg>
        <pc:spChg chg="mod">
          <ac:chgData name="Cláudia Naumann" userId="S::naumann_nce.ufrj.br#ext#@cisco.onmicrosoft.com::2c14c15b-0266-4182-83e5-84c7c06e2959" providerId="AD" clId="Web-{0441DB02-9441-FB6D-B4F7-1CCC58C2F73A}" dt="2022-10-21T22:41:14.753" v="1082" actId="20577"/>
          <ac:spMkLst>
            <pc:docMk/>
            <pc:sldMk cId="1376356634" sldId="296"/>
            <ac:spMk id="4" creationId="{A16B9D8A-1FA9-A5C1-88E6-F6A5D93766F7}"/>
          </ac:spMkLst>
        </pc:spChg>
        <pc:spChg chg="add mod">
          <ac:chgData name="Cláudia Naumann" userId="S::naumann_nce.ufrj.br#ext#@cisco.onmicrosoft.com::2c14c15b-0266-4182-83e5-84c7c06e2959" providerId="AD" clId="Web-{0441DB02-9441-FB6D-B4F7-1CCC58C2F73A}" dt="2022-10-21T22:42:40.209" v="1119" actId="1076"/>
          <ac:spMkLst>
            <pc:docMk/>
            <pc:sldMk cId="1376356634" sldId="296"/>
            <ac:spMk id="5" creationId="{E8E169B1-837D-AC06-A695-F13C610B25D3}"/>
          </ac:spMkLst>
        </pc:spChg>
        <pc:graphicFrameChg chg="mod modGraphic">
          <ac:chgData name="Cláudia Naumann" userId="S::naumann_nce.ufrj.br#ext#@cisco.onmicrosoft.com::2c14c15b-0266-4182-83e5-84c7c06e2959" providerId="AD" clId="Web-{0441DB02-9441-FB6D-B4F7-1CCC58C2F73A}" dt="2022-10-21T22:40:20.548" v="1077" actId="1076"/>
          <ac:graphicFrameMkLst>
            <pc:docMk/>
            <pc:sldMk cId="1376356634" sldId="296"/>
            <ac:graphicFrameMk id="23" creationId="{00000000-0000-0000-0000-000000000000}"/>
          </ac:graphicFrameMkLst>
        </pc:graphicFrameChg>
      </pc:sldChg>
      <pc:sldChg chg="modSp del addCm modNotes">
        <pc:chgData name="Cláudia Naumann" userId="S::naumann_nce.ufrj.br#ext#@cisco.onmicrosoft.com::2c14c15b-0266-4182-83e5-84c7c06e2959" providerId="AD" clId="Web-{0441DB02-9441-FB6D-B4F7-1CCC58C2F73A}" dt="2022-10-21T22:43:10.850" v="1121"/>
        <pc:sldMkLst>
          <pc:docMk/>
          <pc:sldMk cId="884325789" sldId="297"/>
        </pc:sldMkLst>
        <pc:spChg chg="mod">
          <ac:chgData name="Cláudia Naumann" userId="S::naumann_nce.ufrj.br#ext#@cisco.onmicrosoft.com::2c14c15b-0266-4182-83e5-84c7c06e2959" providerId="AD" clId="Web-{0441DB02-9441-FB6D-B4F7-1CCC58C2F73A}" dt="2022-10-21T22:34:00.754" v="1001" actId="20577"/>
          <ac:spMkLst>
            <pc:docMk/>
            <pc:sldMk cId="884325789" sldId="297"/>
            <ac:spMk id="4" creationId="{21228278-F0F4-6298-111B-EBE9B0FE3FBA}"/>
          </ac:spMkLst>
        </pc:spChg>
      </pc:sldChg>
      <pc:sldChg chg="del addCm">
        <pc:chgData name="Cláudia Naumann" userId="S::naumann_nce.ufrj.br#ext#@cisco.onmicrosoft.com::2c14c15b-0266-4182-83e5-84c7c06e2959" providerId="AD" clId="Web-{0441DB02-9441-FB6D-B4F7-1CCC58C2F73A}" dt="2022-10-21T22:42:55.053" v="1120"/>
        <pc:sldMkLst>
          <pc:docMk/>
          <pc:sldMk cId="1006038067" sldId="298"/>
        </pc:sldMkLst>
      </pc:sldChg>
      <pc:sldChg chg="modSp addCm modNotes">
        <pc:chgData name="Cláudia Naumann" userId="S::naumann_nce.ufrj.br#ext#@cisco.onmicrosoft.com::2c14c15b-0266-4182-83e5-84c7c06e2959" providerId="AD" clId="Web-{0441DB02-9441-FB6D-B4F7-1CCC58C2F73A}" dt="2022-10-21T22:48:59.268" v="1203" actId="14100"/>
        <pc:sldMkLst>
          <pc:docMk/>
          <pc:sldMk cId="2320846429" sldId="299"/>
        </pc:sldMkLst>
        <pc:spChg chg="mod">
          <ac:chgData name="Cláudia Naumann" userId="S::naumann_nce.ufrj.br#ext#@cisco.onmicrosoft.com::2c14c15b-0266-4182-83e5-84c7c06e2959" providerId="AD" clId="Web-{0441DB02-9441-FB6D-B4F7-1CCC58C2F73A}" dt="2022-10-21T22:45:26.886" v="1143" actId="1076"/>
          <ac:spMkLst>
            <pc:docMk/>
            <pc:sldMk cId="2320846429" sldId="299"/>
            <ac:spMk id="2" creationId="{DB3F87CB-40EA-A4FE-9A99-2CE5DDB3B139}"/>
          </ac:spMkLst>
        </pc:spChg>
        <pc:spChg chg="mod">
          <ac:chgData name="Cláudia Naumann" userId="S::naumann_nce.ufrj.br#ext#@cisco.onmicrosoft.com::2c14c15b-0266-4182-83e5-84c7c06e2959" providerId="AD" clId="Web-{0441DB02-9441-FB6D-B4F7-1CCC58C2F73A}" dt="2022-10-21T22:48:53.956" v="1202" actId="14100"/>
          <ac:spMkLst>
            <pc:docMk/>
            <pc:sldMk cId="2320846429" sldId="299"/>
            <ac:spMk id="5" creationId="{ABE50E8F-BDC2-0FE3-9123-F10E884785A0}"/>
          </ac:spMkLst>
        </pc:spChg>
        <pc:picChg chg="mod">
          <ac:chgData name="Cláudia Naumann" userId="S::naumann_nce.ufrj.br#ext#@cisco.onmicrosoft.com::2c14c15b-0266-4182-83e5-84c7c06e2959" providerId="AD" clId="Web-{0441DB02-9441-FB6D-B4F7-1CCC58C2F73A}" dt="2022-10-21T22:48:59.268" v="1203" actId="14100"/>
          <ac:picMkLst>
            <pc:docMk/>
            <pc:sldMk cId="2320846429" sldId="299"/>
            <ac:picMk id="4" creationId="{F3E0861E-7701-1472-E831-75AF8A1A7B8B}"/>
          </ac:picMkLst>
        </pc:picChg>
      </pc:sldChg>
      <pc:sldChg chg="del addCm">
        <pc:chgData name="Cláudia Naumann" userId="S::naumann_nce.ufrj.br#ext#@cisco.onmicrosoft.com::2c14c15b-0266-4182-83e5-84c7c06e2959" providerId="AD" clId="Web-{0441DB02-9441-FB6D-B4F7-1CCC58C2F73A}" dt="2022-10-21T23:12:57.301" v="1867"/>
        <pc:sldMkLst>
          <pc:docMk/>
          <pc:sldMk cId="2825612783" sldId="300"/>
        </pc:sldMkLst>
      </pc:sldChg>
      <pc:sldChg chg="del">
        <pc:chgData name="Cláudia Naumann" userId="S::naumann_nce.ufrj.br#ext#@cisco.onmicrosoft.com::2c14c15b-0266-4182-83e5-84c7c06e2959" providerId="AD" clId="Web-{0441DB02-9441-FB6D-B4F7-1CCC58C2F73A}" dt="2022-10-21T23:13:03.036" v="1868"/>
        <pc:sldMkLst>
          <pc:docMk/>
          <pc:sldMk cId="2185060077" sldId="301"/>
        </pc:sldMkLst>
      </pc:sldChg>
      <pc:sldChg chg="del">
        <pc:chgData name="Cláudia Naumann" userId="S::naumann_nce.ufrj.br#ext#@cisco.onmicrosoft.com::2c14c15b-0266-4182-83e5-84c7c06e2959" providerId="AD" clId="Web-{0441DB02-9441-FB6D-B4F7-1CCC58C2F73A}" dt="2022-10-21T23:13:06.051" v="1869"/>
        <pc:sldMkLst>
          <pc:docMk/>
          <pc:sldMk cId="437903520" sldId="302"/>
        </pc:sldMkLst>
      </pc:sldChg>
      <pc:sldChg chg="del">
        <pc:chgData name="Cláudia Naumann" userId="S::naumann_nce.ufrj.br#ext#@cisco.onmicrosoft.com::2c14c15b-0266-4182-83e5-84c7c06e2959" providerId="AD" clId="Web-{0441DB02-9441-FB6D-B4F7-1CCC58C2F73A}" dt="2022-10-21T23:13:09.817" v="1870"/>
        <pc:sldMkLst>
          <pc:docMk/>
          <pc:sldMk cId="3513750639" sldId="303"/>
        </pc:sldMkLst>
      </pc:sldChg>
      <pc:sldChg chg="del">
        <pc:chgData name="Cláudia Naumann" userId="S::naumann_nce.ufrj.br#ext#@cisco.onmicrosoft.com::2c14c15b-0266-4182-83e5-84c7c06e2959" providerId="AD" clId="Web-{0441DB02-9441-FB6D-B4F7-1CCC58C2F73A}" dt="2022-10-21T23:25:29.467" v="2052"/>
        <pc:sldMkLst>
          <pc:docMk/>
          <pc:sldMk cId="2758960348" sldId="304"/>
        </pc:sldMkLst>
      </pc:sldChg>
      <pc:sldChg chg="modSp modNotes">
        <pc:chgData name="Cláudia Naumann" userId="S::naumann_nce.ufrj.br#ext#@cisco.onmicrosoft.com::2c14c15b-0266-4182-83e5-84c7c06e2959" providerId="AD" clId="Web-{0441DB02-9441-FB6D-B4F7-1CCC58C2F73A}" dt="2022-10-21T23:28:32.161" v="2093" actId="14100"/>
        <pc:sldMkLst>
          <pc:docMk/>
          <pc:sldMk cId="2121233305" sldId="305"/>
        </pc:sldMkLst>
        <pc:spChg chg="mod">
          <ac:chgData name="Cláudia Naumann" userId="S::naumann_nce.ufrj.br#ext#@cisco.onmicrosoft.com::2c14c15b-0266-4182-83e5-84c7c06e2959" providerId="AD" clId="Web-{0441DB02-9441-FB6D-B4F7-1CCC58C2F73A}" dt="2022-10-21T23:25:51.171" v="2063" actId="20577"/>
          <ac:spMkLst>
            <pc:docMk/>
            <pc:sldMk cId="2121233305" sldId="305"/>
            <ac:spMk id="3" creationId="{00000000-0000-0000-0000-000000000000}"/>
          </ac:spMkLst>
        </pc:spChg>
        <pc:spChg chg="mod">
          <ac:chgData name="Cláudia Naumann" userId="S::naumann_nce.ufrj.br#ext#@cisco.onmicrosoft.com::2c14c15b-0266-4182-83e5-84c7c06e2959" providerId="AD" clId="Web-{0441DB02-9441-FB6D-B4F7-1CCC58C2F73A}" dt="2022-10-21T23:28:32.161" v="2093" actId="14100"/>
          <ac:spMkLst>
            <pc:docMk/>
            <pc:sldMk cId="2121233305" sldId="305"/>
            <ac:spMk id="5" creationId="{00000000-0000-0000-0000-000000000000}"/>
          </ac:spMkLst>
        </pc:spChg>
      </pc:sldChg>
      <pc:sldChg chg="modSp addCm">
        <pc:chgData name="Cláudia Naumann" userId="S::naumann_nce.ufrj.br#ext#@cisco.onmicrosoft.com::2c14c15b-0266-4182-83e5-84c7c06e2959" providerId="AD" clId="Web-{0441DB02-9441-FB6D-B4F7-1CCC58C2F73A}" dt="2022-10-21T23:49:38.531" v="2266" actId="1076"/>
        <pc:sldMkLst>
          <pc:docMk/>
          <pc:sldMk cId="1364361946" sldId="306"/>
        </pc:sldMkLst>
        <pc:spChg chg="mod">
          <ac:chgData name="Cláudia Naumann" userId="S::naumann_nce.ufrj.br#ext#@cisco.onmicrosoft.com::2c14c15b-0266-4182-83e5-84c7c06e2959" providerId="AD" clId="Web-{0441DB02-9441-FB6D-B4F7-1CCC58C2F73A}" dt="2022-10-21T23:49:38.531" v="2266" actId="1076"/>
          <ac:spMkLst>
            <pc:docMk/>
            <pc:sldMk cId="1364361946" sldId="306"/>
            <ac:spMk id="4" creationId="{AE81E323-1121-C9BF-41FA-730D352EF22A}"/>
          </ac:spMkLst>
        </pc:spChg>
        <pc:picChg chg="mod">
          <ac:chgData name="Cláudia Naumann" userId="S::naumann_nce.ufrj.br#ext#@cisco.onmicrosoft.com::2c14c15b-0266-4182-83e5-84c7c06e2959" providerId="AD" clId="Web-{0441DB02-9441-FB6D-B4F7-1CCC58C2F73A}" dt="2022-10-21T23:49:34.375" v="2265" actId="14100"/>
          <ac:picMkLst>
            <pc:docMk/>
            <pc:sldMk cId="1364361946" sldId="306"/>
            <ac:picMk id="5" creationId="{E9BA50CD-7558-586F-4372-5A452B486C27}"/>
          </ac:picMkLst>
        </pc:picChg>
      </pc:sldChg>
      <pc:sldChg chg="del addCm">
        <pc:chgData name="Cláudia Naumann" userId="S::naumann_nce.ufrj.br#ext#@cisco.onmicrosoft.com::2c14c15b-0266-4182-83e5-84c7c06e2959" providerId="AD" clId="Web-{0441DB02-9441-FB6D-B4F7-1CCC58C2F73A}" dt="2022-10-21T23:50:58.346" v="2267"/>
        <pc:sldMkLst>
          <pc:docMk/>
          <pc:sldMk cId="3182053678" sldId="307"/>
        </pc:sldMkLst>
      </pc:sldChg>
      <pc:sldChg chg="modSp">
        <pc:chgData name="Cláudia Naumann" userId="S::naumann_nce.ufrj.br#ext#@cisco.onmicrosoft.com::2c14c15b-0266-4182-83e5-84c7c06e2959" providerId="AD" clId="Web-{0441DB02-9441-FB6D-B4F7-1CCC58C2F73A}" dt="2022-10-22T00:13:51.954" v="3379" actId="14100"/>
        <pc:sldMkLst>
          <pc:docMk/>
          <pc:sldMk cId="3398242555" sldId="308"/>
        </pc:sldMkLst>
        <pc:spChg chg="mod">
          <ac:chgData name="Cláudia Naumann" userId="S::naumann_nce.ufrj.br#ext#@cisco.onmicrosoft.com::2c14c15b-0266-4182-83e5-84c7c06e2959" providerId="AD" clId="Web-{0441DB02-9441-FB6D-B4F7-1CCC58C2F73A}" dt="2022-10-22T00:13:51.954" v="3379" actId="14100"/>
          <ac:spMkLst>
            <pc:docMk/>
            <pc:sldMk cId="3398242555" sldId="308"/>
            <ac:spMk id="4" creationId="{7459EEF2-8F34-57DA-19C7-EC085490CD59}"/>
          </ac:spMkLst>
        </pc:spChg>
      </pc:sldChg>
      <pc:sldChg chg="modSp addCm modCm modNotes">
        <pc:chgData name="Cláudia Naumann" userId="S::naumann_nce.ufrj.br#ext#@cisco.onmicrosoft.com::2c14c15b-0266-4182-83e5-84c7c06e2959" providerId="AD" clId="Web-{0441DB02-9441-FB6D-B4F7-1CCC58C2F73A}" dt="2022-10-22T00:09:57.493" v="3324"/>
        <pc:sldMkLst>
          <pc:docMk/>
          <pc:sldMk cId="3921304915" sldId="309"/>
        </pc:sldMkLst>
        <pc:spChg chg="mod">
          <ac:chgData name="Cláudia Naumann" userId="S::naumann_nce.ufrj.br#ext#@cisco.onmicrosoft.com::2c14c15b-0266-4182-83e5-84c7c06e2959" providerId="AD" clId="Web-{0441DB02-9441-FB6D-B4F7-1CCC58C2F73A}" dt="2022-10-22T00:06:53.894" v="3289" actId="20577"/>
          <ac:spMkLst>
            <pc:docMk/>
            <pc:sldMk cId="3921304915" sldId="309"/>
            <ac:spMk id="56321" creationId="{00000000-0000-0000-0000-000000000000}"/>
          </ac:spMkLst>
        </pc:spChg>
        <pc:graphicFrameChg chg="mod modGraphic">
          <ac:chgData name="Cláudia Naumann" userId="S::naumann_nce.ufrj.br#ext#@cisco.onmicrosoft.com::2c14c15b-0266-4182-83e5-84c7c06e2959" providerId="AD" clId="Web-{0441DB02-9441-FB6D-B4F7-1CCC58C2F73A}" dt="2022-10-22T00:09:57.493" v="3324"/>
          <ac:graphicFrameMkLst>
            <pc:docMk/>
            <pc:sldMk cId="3921304915" sldId="309"/>
            <ac:graphicFrameMk id="3" creationId="{00000000-0000-0000-0000-000000000000}"/>
          </ac:graphicFrameMkLst>
        </pc:graphicFrameChg>
      </pc:sldChg>
      <pc:sldChg chg="modSp modNotes">
        <pc:chgData name="Cláudia Naumann" userId="S::naumann_nce.ufrj.br#ext#@cisco.onmicrosoft.com::2c14c15b-0266-4182-83e5-84c7c06e2959" providerId="AD" clId="Web-{0441DB02-9441-FB6D-B4F7-1CCC58C2F73A}" dt="2022-10-21T23:27:14.361" v="2080" actId="14100"/>
        <pc:sldMkLst>
          <pc:docMk/>
          <pc:sldMk cId="1628611304" sldId="311"/>
        </pc:sldMkLst>
        <pc:spChg chg="mod">
          <ac:chgData name="Cláudia Naumann" userId="S::naumann_nce.ufrj.br#ext#@cisco.onmicrosoft.com::2c14c15b-0266-4182-83e5-84c7c06e2959" providerId="AD" clId="Web-{0441DB02-9441-FB6D-B4F7-1CCC58C2F73A}" dt="2022-10-21T23:21:50.178" v="1980" actId="20577"/>
          <ac:spMkLst>
            <pc:docMk/>
            <pc:sldMk cId="1628611304" sldId="311"/>
            <ac:spMk id="3" creationId="{00000000-0000-0000-0000-000000000000}"/>
          </ac:spMkLst>
        </pc:spChg>
        <pc:spChg chg="mod">
          <ac:chgData name="Cláudia Naumann" userId="S::naumann_nce.ufrj.br#ext#@cisco.onmicrosoft.com::2c14c15b-0266-4182-83e5-84c7c06e2959" providerId="AD" clId="Web-{0441DB02-9441-FB6D-B4F7-1CCC58C2F73A}" dt="2022-10-21T23:27:14.361" v="2080" actId="14100"/>
          <ac:spMkLst>
            <pc:docMk/>
            <pc:sldMk cId="1628611304" sldId="311"/>
            <ac:spMk id="5" creationId="{00000000-0000-0000-0000-000000000000}"/>
          </ac:spMkLst>
        </pc:spChg>
      </pc:sldChg>
      <pc:sldChg chg="modSp del">
        <pc:chgData name="Cláudia Naumann" userId="S::naumann_nce.ufrj.br#ext#@cisco.onmicrosoft.com::2c14c15b-0266-4182-83e5-84c7c06e2959" providerId="AD" clId="Web-{0441DB02-9441-FB6D-B4F7-1CCC58C2F73A}" dt="2022-10-21T23:21:10.786" v="1978"/>
        <pc:sldMkLst>
          <pc:docMk/>
          <pc:sldMk cId="3942187004" sldId="312"/>
        </pc:sldMkLst>
        <pc:spChg chg="mod">
          <ac:chgData name="Cláudia Naumann" userId="S::naumann_nce.ufrj.br#ext#@cisco.onmicrosoft.com::2c14c15b-0266-4182-83e5-84c7c06e2959" providerId="AD" clId="Web-{0441DB02-9441-FB6D-B4F7-1CCC58C2F73A}" dt="2022-10-21T23:20:04.784" v="1977" actId="14100"/>
          <ac:spMkLst>
            <pc:docMk/>
            <pc:sldMk cId="3942187004" sldId="312"/>
            <ac:spMk id="5" creationId="{00000000-0000-0000-0000-000000000000}"/>
          </ac:spMkLst>
        </pc:spChg>
      </pc:sldChg>
      <pc:sldChg chg="modSp addCm modNotes">
        <pc:chgData name="Cláudia Naumann" userId="S::naumann_nce.ufrj.br#ext#@cisco.onmicrosoft.com::2c14c15b-0266-4182-83e5-84c7c06e2959" providerId="AD" clId="Web-{0441DB02-9441-FB6D-B4F7-1CCC58C2F73A}" dt="2022-10-21T23:30:56.431" v="2122" actId="14100"/>
        <pc:sldMkLst>
          <pc:docMk/>
          <pc:sldMk cId="2069152297" sldId="313"/>
        </pc:sldMkLst>
        <pc:spChg chg="mod">
          <ac:chgData name="Cláudia Naumann" userId="S::naumann_nce.ufrj.br#ext#@cisco.onmicrosoft.com::2c14c15b-0266-4182-83e5-84c7c06e2959" providerId="AD" clId="Web-{0441DB02-9441-FB6D-B4F7-1CCC58C2F73A}" dt="2022-10-21T23:29:45.179" v="2099" actId="20577"/>
          <ac:spMkLst>
            <pc:docMk/>
            <pc:sldMk cId="2069152297" sldId="313"/>
            <ac:spMk id="3" creationId="{00000000-0000-0000-0000-000000000000}"/>
          </ac:spMkLst>
        </pc:spChg>
        <pc:spChg chg="mod">
          <ac:chgData name="Cláudia Naumann" userId="S::naumann_nce.ufrj.br#ext#@cisco.onmicrosoft.com::2c14c15b-0266-4182-83e5-84c7c06e2959" providerId="AD" clId="Web-{0441DB02-9441-FB6D-B4F7-1CCC58C2F73A}" dt="2022-10-21T23:30:56.431" v="2122" actId="14100"/>
          <ac:spMkLst>
            <pc:docMk/>
            <pc:sldMk cId="2069152297" sldId="313"/>
            <ac:spMk id="5" creationId="{00000000-0000-0000-0000-000000000000}"/>
          </ac:spMkLst>
        </pc:spChg>
      </pc:sldChg>
      <pc:sldChg chg="modSp modNotes">
        <pc:chgData name="Cláudia Naumann" userId="S::naumann_nce.ufrj.br#ext#@cisco.onmicrosoft.com::2c14c15b-0266-4182-83e5-84c7c06e2959" providerId="AD" clId="Web-{0441DB02-9441-FB6D-B4F7-1CCC58C2F73A}" dt="2022-10-21T23:55:21.761" v="2321" actId="14100"/>
        <pc:sldMkLst>
          <pc:docMk/>
          <pc:sldMk cId="1788858442" sldId="314"/>
        </pc:sldMkLst>
        <pc:spChg chg="mod">
          <ac:chgData name="Cláudia Naumann" userId="S::naumann_nce.ufrj.br#ext#@cisco.onmicrosoft.com::2c14c15b-0266-4182-83e5-84c7c06e2959" providerId="AD" clId="Web-{0441DB02-9441-FB6D-B4F7-1CCC58C2F73A}" dt="2022-10-21T23:53:12.460" v="2291" actId="14100"/>
          <ac:spMkLst>
            <pc:docMk/>
            <pc:sldMk cId="1788858442" sldId="314"/>
            <ac:spMk id="3" creationId="{00000000-0000-0000-0000-000000000000}"/>
          </ac:spMkLst>
        </pc:spChg>
        <pc:spChg chg="mod">
          <ac:chgData name="Cláudia Naumann" userId="S::naumann_nce.ufrj.br#ext#@cisco.onmicrosoft.com::2c14c15b-0266-4182-83e5-84c7c06e2959" providerId="AD" clId="Web-{0441DB02-9441-FB6D-B4F7-1CCC58C2F73A}" dt="2022-10-21T23:55:21.761" v="2321" actId="14100"/>
          <ac:spMkLst>
            <pc:docMk/>
            <pc:sldMk cId="1788858442" sldId="314"/>
            <ac:spMk id="5" creationId="{00000000-0000-0000-0000-000000000000}"/>
          </ac:spMkLst>
        </pc:spChg>
      </pc:sldChg>
      <pc:sldChg chg="modSp addCm modNotes">
        <pc:chgData name="Cláudia Naumann" userId="S::naumann_nce.ufrj.br#ext#@cisco.onmicrosoft.com::2c14c15b-0266-4182-83e5-84c7c06e2959" providerId="AD" clId="Web-{0441DB02-9441-FB6D-B4F7-1CCC58C2F73A}" dt="2022-10-21T23:59:35.082" v="2392" actId="14100"/>
        <pc:sldMkLst>
          <pc:docMk/>
          <pc:sldMk cId="4171823002" sldId="315"/>
        </pc:sldMkLst>
        <pc:spChg chg="mod">
          <ac:chgData name="Cláudia Naumann" userId="S::naumann_nce.ufrj.br#ext#@cisco.onmicrosoft.com::2c14c15b-0266-4182-83e5-84c7c06e2959" providerId="AD" clId="Web-{0441DB02-9441-FB6D-B4F7-1CCC58C2F73A}" dt="2022-10-21T23:56:35.142" v="2334" actId="14100"/>
          <ac:spMkLst>
            <pc:docMk/>
            <pc:sldMk cId="4171823002" sldId="315"/>
            <ac:spMk id="3" creationId="{00000000-0000-0000-0000-000000000000}"/>
          </ac:spMkLst>
        </pc:spChg>
        <pc:spChg chg="mod">
          <ac:chgData name="Cláudia Naumann" userId="S::naumann_nce.ufrj.br#ext#@cisco.onmicrosoft.com::2c14c15b-0266-4182-83e5-84c7c06e2959" providerId="AD" clId="Web-{0441DB02-9441-FB6D-B4F7-1CCC58C2F73A}" dt="2022-10-21T23:59:35.082" v="2392" actId="14100"/>
          <ac:spMkLst>
            <pc:docMk/>
            <pc:sldMk cId="4171823002" sldId="315"/>
            <ac:spMk id="5" creationId="{00000000-0000-0000-0000-000000000000}"/>
          </ac:spMkLst>
        </pc:spChg>
      </pc:sldChg>
      <pc:sldChg chg="del">
        <pc:chgData name="Cláudia Naumann" userId="S::naumann_nce.ufrj.br#ext#@cisco.onmicrosoft.com::2c14c15b-0266-4182-83e5-84c7c06e2959" providerId="AD" clId="Web-{0441DB02-9441-FB6D-B4F7-1CCC58C2F73A}" dt="2022-10-22T00:13:28.313" v="3374"/>
        <pc:sldMkLst>
          <pc:docMk/>
          <pc:sldMk cId="1734151613" sldId="316"/>
        </pc:sldMkLst>
      </pc:sldChg>
      <pc:sldChg chg="modSp">
        <pc:chgData name="Cláudia Naumann" userId="S::naumann_nce.ufrj.br#ext#@cisco.onmicrosoft.com::2c14c15b-0266-4182-83e5-84c7c06e2959" providerId="AD" clId="Web-{0441DB02-9441-FB6D-B4F7-1CCC58C2F73A}" dt="2022-10-21T14:31:53.896" v="491" actId="20577"/>
        <pc:sldMkLst>
          <pc:docMk/>
          <pc:sldMk cId="0" sldId="317"/>
        </pc:sldMkLst>
        <pc:spChg chg="mod">
          <ac:chgData name="Cláudia Naumann" userId="S::naumann_nce.ufrj.br#ext#@cisco.onmicrosoft.com::2c14c15b-0266-4182-83e5-84c7c06e2959" providerId="AD" clId="Web-{0441DB02-9441-FB6D-B4F7-1CCC58C2F73A}" dt="2022-10-21T14:31:53.896" v="491" actId="20577"/>
          <ac:spMkLst>
            <pc:docMk/>
            <pc:sldMk cId="0" sldId="317"/>
            <ac:spMk id="3" creationId="{00000000-0000-0000-0000-000000000000}"/>
          </ac:spMkLst>
        </pc:spChg>
      </pc:sldChg>
      <pc:sldChg chg="addSp delSp modSp add modNotes">
        <pc:chgData name="Cláudia Naumann" userId="S::naumann_nce.ufrj.br#ext#@cisco.onmicrosoft.com::2c14c15b-0266-4182-83e5-84c7c06e2959" providerId="AD" clId="Web-{0441DB02-9441-FB6D-B4F7-1CCC58C2F73A}" dt="2022-10-21T23:13:24.943" v="1877"/>
        <pc:sldMkLst>
          <pc:docMk/>
          <pc:sldMk cId="1423533545" sldId="1078"/>
        </pc:sldMkLst>
        <pc:spChg chg="mod">
          <ac:chgData name="Cláudia Naumann" userId="S::naumann_nce.ufrj.br#ext#@cisco.onmicrosoft.com::2c14c15b-0266-4182-83e5-84c7c06e2959" providerId="AD" clId="Web-{0441DB02-9441-FB6D-B4F7-1CCC58C2F73A}" dt="2022-10-21T22:56:57.019" v="1229" actId="14100"/>
          <ac:spMkLst>
            <pc:docMk/>
            <pc:sldMk cId="1423533545" sldId="1078"/>
            <ac:spMk id="3" creationId="{00000000-0000-0000-0000-000000000000}"/>
          </ac:spMkLst>
        </pc:spChg>
        <pc:spChg chg="add del mod">
          <ac:chgData name="Cláudia Naumann" userId="S::naumann_nce.ufrj.br#ext#@cisco.onmicrosoft.com::2c14c15b-0266-4182-83e5-84c7c06e2959" providerId="AD" clId="Web-{0441DB02-9441-FB6D-B4F7-1CCC58C2F73A}" dt="2022-10-21T22:58:43.444" v="1244"/>
          <ac:spMkLst>
            <pc:docMk/>
            <pc:sldMk cId="1423533545" sldId="1078"/>
            <ac:spMk id="4" creationId="{36ECD1EC-2BB6-8654-3799-FA5AF790583D}"/>
          </ac:spMkLst>
        </pc:spChg>
        <pc:spChg chg="mod">
          <ac:chgData name="Cláudia Naumann" userId="S::naumann_nce.ufrj.br#ext#@cisco.onmicrosoft.com::2c14c15b-0266-4182-83e5-84c7c06e2959" providerId="AD" clId="Web-{0441DB02-9441-FB6D-B4F7-1CCC58C2F73A}" dt="2022-10-21T23:11:39.517" v="1804" actId="20577"/>
          <ac:spMkLst>
            <pc:docMk/>
            <pc:sldMk cId="1423533545" sldId="1078"/>
            <ac:spMk id="5" creationId="{00000000-0000-0000-0000-000000000000}"/>
          </ac:spMkLst>
        </pc:spChg>
        <pc:spChg chg="add del mod">
          <ac:chgData name="Cláudia Naumann" userId="S::naumann_nce.ufrj.br#ext#@cisco.onmicrosoft.com::2c14c15b-0266-4182-83e5-84c7c06e2959" providerId="AD" clId="Web-{0441DB02-9441-FB6D-B4F7-1CCC58C2F73A}" dt="2022-10-21T22:59:10.539" v="1248"/>
          <ac:spMkLst>
            <pc:docMk/>
            <pc:sldMk cId="1423533545" sldId="1078"/>
            <ac:spMk id="6" creationId="{7A23A7FC-AC16-532D-FC70-338433AB8FAE}"/>
          </ac:spMkLst>
        </pc:spChg>
        <pc:graphicFrameChg chg="add mod modGraphic">
          <ac:chgData name="Cláudia Naumann" userId="S::naumann_nce.ufrj.br#ext#@cisco.onmicrosoft.com::2c14c15b-0266-4182-83e5-84c7c06e2959" providerId="AD" clId="Web-{0441DB02-9441-FB6D-B4F7-1CCC58C2F73A}" dt="2022-10-21T23:12:35.566" v="1866"/>
          <ac:graphicFrameMkLst>
            <pc:docMk/>
            <pc:sldMk cId="1423533545" sldId="1078"/>
            <ac:graphicFrameMk id="7" creationId="{9C4E9DEA-54CE-EAF7-112E-CB73F704AFA3}"/>
          </ac:graphicFrameMkLst>
        </pc:graphicFrameChg>
      </pc:sldChg>
    </pc:docChg>
  </pc:docChgLst>
  <pc:docChgLst>
    <pc:chgData name="Brie Nelson" userId="S::brie_elearningdoc.com#ext#@cisco.onmicrosoft.com::712abed6-64c6-4c4c-80f1-14676a42bb74" providerId="AD" clId="Web-{D3FC2F1B-8AF6-20FB-BF9E-A9C9B9B18B87}"/>
    <pc:docChg chg="modSld">
      <pc:chgData name="Brie Nelson" userId="S::brie_elearningdoc.com#ext#@cisco.onmicrosoft.com::712abed6-64c6-4c4c-80f1-14676a42bb74" providerId="AD" clId="Web-{D3FC2F1B-8AF6-20FB-BF9E-A9C9B9B18B87}" dt="2022-10-27T19:15:22.474" v="783" actId="1076"/>
      <pc:docMkLst>
        <pc:docMk/>
      </pc:docMkLst>
      <pc:sldChg chg="addSp delSp modSp">
        <pc:chgData name="Brie Nelson" userId="S::brie_elearningdoc.com#ext#@cisco.onmicrosoft.com::712abed6-64c6-4c4c-80f1-14676a42bb74" providerId="AD" clId="Web-{D3FC2F1B-8AF6-20FB-BF9E-A9C9B9B18B87}" dt="2022-10-27T19:15:22.474" v="783" actId="1076"/>
        <pc:sldMkLst>
          <pc:docMk/>
          <pc:sldMk cId="0" sldId="259"/>
        </pc:sldMkLst>
        <pc:graphicFrameChg chg="add del mod">
          <ac:chgData name="Brie Nelson" userId="S::brie_elearningdoc.com#ext#@cisco.onmicrosoft.com::712abed6-64c6-4c4c-80f1-14676a42bb74" providerId="AD" clId="Web-{D3FC2F1B-8AF6-20FB-BF9E-A9C9B9B18B87}" dt="2022-10-27T19:06:17.366" v="706"/>
          <ac:graphicFrameMkLst>
            <pc:docMk/>
            <pc:sldMk cId="0" sldId="259"/>
            <ac:graphicFrameMk id="5" creationId="{20D9404F-C81E-CD91-7D6B-7E7E0FF56BA3}"/>
          </ac:graphicFrameMkLst>
        </pc:graphicFrameChg>
        <pc:graphicFrameChg chg="del mod modGraphic">
          <ac:chgData name="Brie Nelson" userId="S::brie_elearningdoc.com#ext#@cisco.onmicrosoft.com::712abed6-64c6-4c4c-80f1-14676a42bb74" providerId="AD" clId="Web-{D3FC2F1B-8AF6-20FB-BF9E-A9C9B9B18B87}" dt="2022-10-27T19:15:16.099" v="782"/>
          <ac:graphicFrameMkLst>
            <pc:docMk/>
            <pc:sldMk cId="0" sldId="259"/>
            <ac:graphicFrameMk id="6" creationId="{0ED1841B-A658-978A-37E0-B6EFBD42F3C6}"/>
          </ac:graphicFrameMkLst>
        </pc:graphicFrameChg>
        <pc:graphicFrameChg chg="add mod modGraphic">
          <ac:chgData name="Brie Nelson" userId="S::brie_elearningdoc.com#ext#@cisco.onmicrosoft.com::712abed6-64c6-4c4c-80f1-14676a42bb74" providerId="AD" clId="Web-{D3FC2F1B-8AF6-20FB-BF9E-A9C9B9B18B87}" dt="2022-10-27T19:15:22.474" v="783" actId="1076"/>
          <ac:graphicFrameMkLst>
            <pc:docMk/>
            <pc:sldMk cId="0" sldId="259"/>
            <ac:graphicFrameMk id="8" creationId="{2A227B49-1609-DB70-296C-5AE8941396BF}"/>
          </ac:graphicFrameMkLst>
        </pc:graphicFrameChg>
      </pc:sldChg>
      <pc:sldChg chg="modSp">
        <pc:chgData name="Brie Nelson" userId="S::brie_elearningdoc.com#ext#@cisco.onmicrosoft.com::712abed6-64c6-4c4c-80f1-14676a42bb74" providerId="AD" clId="Web-{D3FC2F1B-8AF6-20FB-BF9E-A9C9B9B18B87}" dt="2022-10-27T14:49:03.190" v="50" actId="20577"/>
        <pc:sldMkLst>
          <pc:docMk/>
          <pc:sldMk cId="0" sldId="261"/>
        </pc:sldMkLst>
        <pc:spChg chg="mod">
          <ac:chgData name="Brie Nelson" userId="S::brie_elearningdoc.com#ext#@cisco.onmicrosoft.com::712abed6-64c6-4c4c-80f1-14676a42bb74" providerId="AD" clId="Web-{D3FC2F1B-8AF6-20FB-BF9E-A9C9B9B18B87}" dt="2022-10-27T14:49:03.190" v="50" actId="20577"/>
          <ac:spMkLst>
            <pc:docMk/>
            <pc:sldMk cId="0" sldId="261"/>
            <ac:spMk id="3" creationId="{00000000-0000-0000-0000-000000000000}"/>
          </ac:spMkLst>
        </pc:spChg>
      </pc:sldChg>
      <pc:sldChg chg="modSp">
        <pc:chgData name="Brie Nelson" userId="S::brie_elearningdoc.com#ext#@cisco.onmicrosoft.com::712abed6-64c6-4c4c-80f1-14676a42bb74" providerId="AD" clId="Web-{D3FC2F1B-8AF6-20FB-BF9E-A9C9B9B18B87}" dt="2022-10-27T15:45:03.533" v="157" actId="20577"/>
        <pc:sldMkLst>
          <pc:docMk/>
          <pc:sldMk cId="0" sldId="264"/>
        </pc:sldMkLst>
        <pc:spChg chg="mod">
          <ac:chgData name="Brie Nelson" userId="S::brie_elearningdoc.com#ext#@cisco.onmicrosoft.com::712abed6-64c6-4c4c-80f1-14676a42bb74" providerId="AD" clId="Web-{D3FC2F1B-8AF6-20FB-BF9E-A9C9B9B18B87}" dt="2022-10-27T15:45:03.533" v="157" actId="20577"/>
          <ac:spMkLst>
            <pc:docMk/>
            <pc:sldMk cId="0" sldId="264"/>
            <ac:spMk id="5" creationId="{00000000-0000-0000-0000-000000000000}"/>
          </ac:spMkLst>
        </pc:spChg>
      </pc:sldChg>
      <pc:sldChg chg="modSp">
        <pc:chgData name="Brie Nelson" userId="S::brie_elearningdoc.com#ext#@cisco.onmicrosoft.com::712abed6-64c6-4c4c-80f1-14676a42bb74" providerId="AD" clId="Web-{D3FC2F1B-8AF6-20FB-BF9E-A9C9B9B18B87}" dt="2022-10-27T16:16:46.470" v="201"/>
        <pc:sldMkLst>
          <pc:docMk/>
          <pc:sldMk cId="0" sldId="266"/>
        </pc:sldMkLst>
        <pc:spChg chg="mod">
          <ac:chgData name="Brie Nelson" userId="S::brie_elearningdoc.com#ext#@cisco.onmicrosoft.com::712abed6-64c6-4c4c-80f1-14676a42bb74" providerId="AD" clId="Web-{D3FC2F1B-8AF6-20FB-BF9E-A9C9B9B18B87}" dt="2022-10-27T16:09:13.565" v="169" actId="20577"/>
          <ac:spMkLst>
            <pc:docMk/>
            <pc:sldMk cId="0" sldId="266"/>
            <ac:spMk id="4" creationId="{0EF85156-7F75-EAF7-4D96-2564CCE0DCE5}"/>
          </ac:spMkLst>
        </pc:spChg>
        <pc:graphicFrameChg chg="mod modGraphic">
          <ac:chgData name="Brie Nelson" userId="S::brie_elearningdoc.com#ext#@cisco.onmicrosoft.com::712abed6-64c6-4c4c-80f1-14676a42bb74" providerId="AD" clId="Web-{D3FC2F1B-8AF6-20FB-BF9E-A9C9B9B18B87}" dt="2022-10-27T16:16:46.470" v="201"/>
          <ac:graphicFrameMkLst>
            <pc:docMk/>
            <pc:sldMk cId="0" sldId="266"/>
            <ac:graphicFrameMk id="12" creationId="{00000000-0000-0000-0000-000000000000}"/>
          </ac:graphicFrameMkLst>
        </pc:graphicFrameChg>
      </pc:sldChg>
      <pc:sldChg chg="modSp">
        <pc:chgData name="Brie Nelson" userId="S::brie_elearningdoc.com#ext#@cisco.onmicrosoft.com::712abed6-64c6-4c4c-80f1-14676a42bb74" providerId="AD" clId="Web-{D3FC2F1B-8AF6-20FB-BF9E-A9C9B9B18B87}" dt="2022-10-27T16:32:08.109" v="206" actId="20577"/>
        <pc:sldMkLst>
          <pc:docMk/>
          <pc:sldMk cId="0" sldId="269"/>
        </pc:sldMkLst>
        <pc:spChg chg="mod">
          <ac:chgData name="Brie Nelson" userId="S::brie_elearningdoc.com#ext#@cisco.onmicrosoft.com::712abed6-64c6-4c4c-80f1-14676a42bb74" providerId="AD" clId="Web-{D3FC2F1B-8AF6-20FB-BF9E-A9C9B9B18B87}" dt="2022-10-27T16:32:08.109" v="206" actId="20577"/>
          <ac:spMkLst>
            <pc:docMk/>
            <pc:sldMk cId="0" sldId="269"/>
            <ac:spMk id="5" creationId="{00000000-0000-0000-0000-000000000000}"/>
          </ac:spMkLst>
        </pc:spChg>
      </pc:sldChg>
      <pc:sldChg chg="modSp">
        <pc:chgData name="Brie Nelson" userId="S::brie_elearningdoc.com#ext#@cisco.onmicrosoft.com::712abed6-64c6-4c4c-80f1-14676a42bb74" providerId="AD" clId="Web-{D3FC2F1B-8AF6-20FB-BF9E-A9C9B9B18B87}" dt="2022-10-27T16:35:10.443" v="207" actId="1076"/>
        <pc:sldMkLst>
          <pc:docMk/>
          <pc:sldMk cId="0" sldId="270"/>
        </pc:sldMkLst>
        <pc:spChg chg="mod">
          <ac:chgData name="Brie Nelson" userId="S::brie_elearningdoc.com#ext#@cisco.onmicrosoft.com::712abed6-64c6-4c4c-80f1-14676a42bb74" providerId="AD" clId="Web-{D3FC2F1B-8AF6-20FB-BF9E-A9C9B9B18B87}" dt="2022-10-27T16:35:10.443" v="207" actId="1076"/>
          <ac:spMkLst>
            <pc:docMk/>
            <pc:sldMk cId="0" sldId="270"/>
            <ac:spMk id="5" creationId="{00000000-0000-0000-0000-000000000000}"/>
          </ac:spMkLst>
        </pc:spChg>
      </pc:sldChg>
      <pc:sldChg chg="modSp">
        <pc:chgData name="Brie Nelson" userId="S::brie_elearningdoc.com#ext#@cisco.onmicrosoft.com::712abed6-64c6-4c4c-80f1-14676a42bb74" providerId="AD" clId="Web-{D3FC2F1B-8AF6-20FB-BF9E-A9C9B9B18B87}" dt="2022-10-27T16:59:27.522" v="294" actId="20577"/>
        <pc:sldMkLst>
          <pc:docMk/>
          <pc:sldMk cId="0" sldId="273"/>
        </pc:sldMkLst>
        <pc:spChg chg="mod">
          <ac:chgData name="Brie Nelson" userId="S::brie_elearningdoc.com#ext#@cisco.onmicrosoft.com::712abed6-64c6-4c4c-80f1-14676a42bb74" providerId="AD" clId="Web-{D3FC2F1B-8AF6-20FB-BF9E-A9C9B9B18B87}" dt="2022-10-27T16:59:27.522" v="294" actId="20577"/>
          <ac:spMkLst>
            <pc:docMk/>
            <pc:sldMk cId="0" sldId="273"/>
            <ac:spMk id="5" creationId="{00000000-0000-0000-0000-000000000000}"/>
          </ac:spMkLst>
        </pc:spChg>
      </pc:sldChg>
      <pc:sldChg chg="modSp">
        <pc:chgData name="Brie Nelson" userId="S::brie_elearningdoc.com#ext#@cisco.onmicrosoft.com::712abed6-64c6-4c4c-80f1-14676a42bb74" providerId="AD" clId="Web-{D3FC2F1B-8AF6-20FB-BF9E-A9C9B9B18B87}" dt="2022-10-27T18:00:10.819" v="596" actId="14100"/>
        <pc:sldMkLst>
          <pc:docMk/>
          <pc:sldMk cId="0" sldId="275"/>
        </pc:sldMkLst>
        <pc:spChg chg="mod">
          <ac:chgData name="Brie Nelson" userId="S::brie_elearningdoc.com#ext#@cisco.onmicrosoft.com::712abed6-64c6-4c4c-80f1-14676a42bb74" providerId="AD" clId="Web-{D3FC2F1B-8AF6-20FB-BF9E-A9C9B9B18B87}" dt="2022-10-27T18:00:10.819" v="596" actId="14100"/>
          <ac:spMkLst>
            <pc:docMk/>
            <pc:sldMk cId="0" sldId="275"/>
            <ac:spMk id="5" creationId="{00000000-0000-0000-0000-000000000000}"/>
          </ac:spMkLst>
        </pc:spChg>
      </pc:sldChg>
      <pc:sldChg chg="modSp">
        <pc:chgData name="Brie Nelson" userId="S::brie_elearningdoc.com#ext#@cisco.onmicrosoft.com::712abed6-64c6-4c4c-80f1-14676a42bb74" providerId="AD" clId="Web-{D3FC2F1B-8AF6-20FB-BF9E-A9C9B9B18B87}" dt="2022-10-27T18:08:36.178" v="616" actId="20577"/>
        <pc:sldMkLst>
          <pc:docMk/>
          <pc:sldMk cId="0" sldId="276"/>
        </pc:sldMkLst>
        <pc:spChg chg="mod">
          <ac:chgData name="Brie Nelson" userId="S::brie_elearningdoc.com#ext#@cisco.onmicrosoft.com::712abed6-64c6-4c4c-80f1-14676a42bb74" providerId="AD" clId="Web-{D3FC2F1B-8AF6-20FB-BF9E-A9C9B9B18B87}" dt="2022-10-27T18:01:53.182" v="599" actId="20577"/>
          <ac:spMkLst>
            <pc:docMk/>
            <pc:sldMk cId="0" sldId="276"/>
            <ac:spMk id="3" creationId="{00000000-0000-0000-0000-000000000000}"/>
          </ac:spMkLst>
        </pc:spChg>
        <pc:spChg chg="mod">
          <ac:chgData name="Brie Nelson" userId="S::brie_elearningdoc.com#ext#@cisco.onmicrosoft.com::712abed6-64c6-4c4c-80f1-14676a42bb74" providerId="AD" clId="Web-{D3FC2F1B-8AF6-20FB-BF9E-A9C9B9B18B87}" dt="2022-10-27T18:08:36.178" v="616" actId="20577"/>
          <ac:spMkLst>
            <pc:docMk/>
            <pc:sldMk cId="0" sldId="276"/>
            <ac:spMk id="5" creationId="{00000000-0000-0000-0000-000000000000}"/>
          </ac:spMkLst>
        </pc:spChg>
      </pc:sldChg>
      <pc:sldChg chg="modSp">
        <pc:chgData name="Brie Nelson" userId="S::brie_elearningdoc.com#ext#@cisco.onmicrosoft.com::712abed6-64c6-4c4c-80f1-14676a42bb74" providerId="AD" clId="Web-{D3FC2F1B-8AF6-20FB-BF9E-A9C9B9B18B87}" dt="2022-10-27T18:17:02.021" v="619" actId="20577"/>
        <pc:sldMkLst>
          <pc:docMk/>
          <pc:sldMk cId="0" sldId="279"/>
        </pc:sldMkLst>
        <pc:spChg chg="mod">
          <ac:chgData name="Brie Nelson" userId="S::brie_elearningdoc.com#ext#@cisco.onmicrosoft.com::712abed6-64c6-4c4c-80f1-14676a42bb74" providerId="AD" clId="Web-{D3FC2F1B-8AF6-20FB-BF9E-A9C9B9B18B87}" dt="2022-10-27T18:17:02.021" v="619" actId="20577"/>
          <ac:spMkLst>
            <pc:docMk/>
            <pc:sldMk cId="0" sldId="279"/>
            <ac:spMk id="5" creationId="{00000000-0000-0000-0000-000000000000}"/>
          </ac:spMkLst>
        </pc:spChg>
      </pc:sldChg>
      <pc:sldChg chg="modSp">
        <pc:chgData name="Brie Nelson" userId="S::brie_elearningdoc.com#ext#@cisco.onmicrosoft.com::712abed6-64c6-4c4c-80f1-14676a42bb74" providerId="AD" clId="Web-{D3FC2F1B-8AF6-20FB-BF9E-A9C9B9B18B87}" dt="2022-10-27T18:21:49.311" v="642" actId="20577"/>
        <pc:sldMkLst>
          <pc:docMk/>
          <pc:sldMk cId="0" sldId="284"/>
        </pc:sldMkLst>
        <pc:spChg chg="mod">
          <ac:chgData name="Brie Nelson" userId="S::brie_elearningdoc.com#ext#@cisco.onmicrosoft.com::712abed6-64c6-4c4c-80f1-14676a42bb74" providerId="AD" clId="Web-{D3FC2F1B-8AF6-20FB-BF9E-A9C9B9B18B87}" dt="2022-10-27T18:21:49.311" v="642" actId="20577"/>
          <ac:spMkLst>
            <pc:docMk/>
            <pc:sldMk cId="0" sldId="284"/>
            <ac:spMk id="5" creationId="{00000000-0000-0000-0000-000000000000}"/>
          </ac:spMkLst>
        </pc:spChg>
      </pc:sldChg>
      <pc:sldChg chg="modSp">
        <pc:chgData name="Brie Nelson" userId="S::brie_elearningdoc.com#ext#@cisco.onmicrosoft.com::712abed6-64c6-4c4c-80f1-14676a42bb74" providerId="AD" clId="Web-{D3FC2F1B-8AF6-20FB-BF9E-A9C9B9B18B87}" dt="2022-10-27T18:24:25.441" v="672"/>
        <pc:sldMkLst>
          <pc:docMk/>
          <pc:sldMk cId="0" sldId="285"/>
        </pc:sldMkLst>
        <pc:graphicFrameChg chg="mod modGraphic">
          <ac:chgData name="Brie Nelson" userId="S::brie_elearningdoc.com#ext#@cisco.onmicrosoft.com::712abed6-64c6-4c4c-80f1-14676a42bb74" providerId="AD" clId="Web-{D3FC2F1B-8AF6-20FB-BF9E-A9C9B9B18B87}" dt="2022-10-27T18:24:25.441" v="672"/>
          <ac:graphicFrameMkLst>
            <pc:docMk/>
            <pc:sldMk cId="0" sldId="285"/>
            <ac:graphicFrameMk id="31" creationId="{00000000-0000-0000-0000-000000000000}"/>
          </ac:graphicFrameMkLst>
        </pc:graphicFrameChg>
      </pc:sldChg>
      <pc:sldChg chg="modSp">
        <pc:chgData name="Brie Nelson" userId="S::brie_elearningdoc.com#ext#@cisco.onmicrosoft.com::712abed6-64c6-4c4c-80f1-14676a42bb74" providerId="AD" clId="Web-{D3FC2F1B-8AF6-20FB-BF9E-A9C9B9B18B87}" dt="2022-10-27T18:30:50.390" v="689" actId="20577"/>
        <pc:sldMkLst>
          <pc:docMk/>
          <pc:sldMk cId="0" sldId="287"/>
        </pc:sldMkLst>
        <pc:spChg chg="mod">
          <ac:chgData name="Brie Nelson" userId="S::brie_elearningdoc.com#ext#@cisco.onmicrosoft.com::712abed6-64c6-4c4c-80f1-14676a42bb74" providerId="AD" clId="Web-{D3FC2F1B-8AF6-20FB-BF9E-A9C9B9B18B87}" dt="2022-10-27T18:30:50.390" v="689" actId="20577"/>
          <ac:spMkLst>
            <pc:docMk/>
            <pc:sldMk cId="0" sldId="287"/>
            <ac:spMk id="5" creationId="{00000000-0000-0000-0000-000000000000}"/>
          </ac:spMkLst>
        </pc:spChg>
      </pc:sldChg>
      <pc:sldChg chg="modSp">
        <pc:chgData name="Brie Nelson" userId="S::brie_elearningdoc.com#ext#@cisco.onmicrosoft.com::712abed6-64c6-4c4c-80f1-14676a42bb74" providerId="AD" clId="Web-{D3FC2F1B-8AF6-20FB-BF9E-A9C9B9B18B87}" dt="2022-10-27T18:36:40.979" v="695" actId="20577"/>
        <pc:sldMkLst>
          <pc:docMk/>
          <pc:sldMk cId="0" sldId="288"/>
        </pc:sldMkLst>
        <pc:spChg chg="mod">
          <ac:chgData name="Brie Nelson" userId="S::brie_elearningdoc.com#ext#@cisco.onmicrosoft.com::712abed6-64c6-4c4c-80f1-14676a42bb74" providerId="AD" clId="Web-{D3FC2F1B-8AF6-20FB-BF9E-A9C9B9B18B87}" dt="2022-10-27T18:36:40.979" v="695" actId="20577"/>
          <ac:spMkLst>
            <pc:docMk/>
            <pc:sldMk cId="0" sldId="288"/>
            <ac:spMk id="5" creationId="{00000000-0000-0000-0000-000000000000}"/>
          </ac:spMkLst>
        </pc:spChg>
      </pc:sldChg>
      <pc:sldChg chg="modSp">
        <pc:chgData name="Brie Nelson" userId="S::brie_elearningdoc.com#ext#@cisco.onmicrosoft.com::712abed6-64c6-4c4c-80f1-14676a42bb74" providerId="AD" clId="Web-{D3FC2F1B-8AF6-20FB-BF9E-A9C9B9B18B87}" dt="2022-10-27T16:04:43.321" v="166" actId="20577"/>
        <pc:sldMkLst>
          <pc:docMk/>
          <pc:sldMk cId="2638213286" sldId="294"/>
        </pc:sldMkLst>
        <pc:spChg chg="mod">
          <ac:chgData name="Brie Nelson" userId="S::brie_elearningdoc.com#ext#@cisco.onmicrosoft.com::712abed6-64c6-4c4c-80f1-14676a42bb74" providerId="AD" clId="Web-{D3FC2F1B-8AF6-20FB-BF9E-A9C9B9B18B87}" dt="2022-10-27T16:04:43.321" v="166" actId="20577"/>
          <ac:spMkLst>
            <pc:docMk/>
            <pc:sldMk cId="2638213286" sldId="294"/>
            <ac:spMk id="6" creationId="{FA0B5F72-BFA3-87C7-2FAF-A84C813C872A}"/>
          </ac:spMkLst>
        </pc:spChg>
      </pc:sldChg>
      <pc:sldChg chg="modSp">
        <pc:chgData name="Brie Nelson" userId="S::brie_elearningdoc.com#ext#@cisco.onmicrosoft.com::712abed6-64c6-4c4c-80f1-14676a42bb74" providerId="AD" clId="Web-{D3FC2F1B-8AF6-20FB-BF9E-A9C9B9B18B87}" dt="2022-10-27T17:12:36.391" v="472" actId="20577"/>
        <pc:sldMkLst>
          <pc:docMk/>
          <pc:sldMk cId="2121233305" sldId="305"/>
        </pc:sldMkLst>
        <pc:spChg chg="mod">
          <ac:chgData name="Brie Nelson" userId="S::brie_elearningdoc.com#ext#@cisco.onmicrosoft.com::712abed6-64c6-4c4c-80f1-14676a42bb74" providerId="AD" clId="Web-{D3FC2F1B-8AF6-20FB-BF9E-A9C9B9B18B87}" dt="2022-10-27T17:12:36.391" v="472" actId="20577"/>
          <ac:spMkLst>
            <pc:docMk/>
            <pc:sldMk cId="2121233305" sldId="305"/>
            <ac:spMk id="5" creationId="{00000000-0000-0000-0000-000000000000}"/>
          </ac:spMkLst>
        </pc:spChg>
      </pc:sldChg>
      <pc:sldChg chg="modSp">
        <pc:chgData name="Brie Nelson" userId="S::brie_elearningdoc.com#ext#@cisco.onmicrosoft.com::712abed6-64c6-4c4c-80f1-14676a42bb74" providerId="AD" clId="Web-{D3FC2F1B-8AF6-20FB-BF9E-A9C9B9B18B87}" dt="2022-10-27T16:40:49.454" v="228" actId="20577"/>
        <pc:sldMkLst>
          <pc:docMk/>
          <pc:sldMk cId="1628611304" sldId="311"/>
        </pc:sldMkLst>
        <pc:spChg chg="mod">
          <ac:chgData name="Brie Nelson" userId="S::brie_elearningdoc.com#ext#@cisco.onmicrosoft.com::712abed6-64c6-4c4c-80f1-14676a42bb74" providerId="AD" clId="Web-{D3FC2F1B-8AF6-20FB-BF9E-A9C9B9B18B87}" dt="2022-10-27T16:40:49.454" v="228" actId="20577"/>
          <ac:spMkLst>
            <pc:docMk/>
            <pc:sldMk cId="1628611304" sldId="311"/>
            <ac:spMk id="5" creationId="{00000000-0000-0000-0000-000000000000}"/>
          </ac:spMkLst>
        </pc:spChg>
      </pc:sldChg>
      <pc:sldChg chg="modSp">
        <pc:chgData name="Brie Nelson" userId="S::brie_elearningdoc.com#ext#@cisco.onmicrosoft.com::712abed6-64c6-4c4c-80f1-14676a42bb74" providerId="AD" clId="Web-{D3FC2F1B-8AF6-20FB-BF9E-A9C9B9B18B87}" dt="2022-10-27T17:47:40.594" v="575" actId="20577"/>
        <pc:sldMkLst>
          <pc:docMk/>
          <pc:sldMk cId="2069152297" sldId="313"/>
        </pc:sldMkLst>
        <pc:spChg chg="mod">
          <ac:chgData name="Brie Nelson" userId="S::brie_elearningdoc.com#ext#@cisco.onmicrosoft.com::712abed6-64c6-4c4c-80f1-14676a42bb74" providerId="AD" clId="Web-{D3FC2F1B-8AF6-20FB-BF9E-A9C9B9B18B87}" dt="2022-10-27T17:47:40.594" v="575" actId="20577"/>
          <ac:spMkLst>
            <pc:docMk/>
            <pc:sldMk cId="2069152297" sldId="313"/>
            <ac:spMk id="5" creationId="{00000000-0000-0000-0000-000000000000}"/>
          </ac:spMkLst>
        </pc:spChg>
      </pc:sldChg>
      <pc:sldChg chg="modSp">
        <pc:chgData name="Brie Nelson" userId="S::brie_elearningdoc.com#ext#@cisco.onmicrosoft.com::712abed6-64c6-4c4c-80f1-14676a42bb74" providerId="AD" clId="Web-{D3FC2F1B-8AF6-20FB-BF9E-A9C9B9B18B87}" dt="2022-10-27T18:31:19.500" v="690" actId="1076"/>
        <pc:sldMkLst>
          <pc:docMk/>
          <pc:sldMk cId="4171823002" sldId="315"/>
        </pc:sldMkLst>
        <pc:spChg chg="mod">
          <ac:chgData name="Brie Nelson" userId="S::brie_elearningdoc.com#ext#@cisco.onmicrosoft.com::712abed6-64c6-4c4c-80f1-14676a42bb74" providerId="AD" clId="Web-{D3FC2F1B-8AF6-20FB-BF9E-A9C9B9B18B87}" dt="2022-10-27T18:31:19.500" v="690" actId="1076"/>
          <ac:spMkLst>
            <pc:docMk/>
            <pc:sldMk cId="4171823002" sldId="315"/>
            <ac:spMk id="5" creationId="{00000000-0000-0000-0000-000000000000}"/>
          </ac:spMkLst>
        </pc:spChg>
      </pc:sldChg>
      <pc:sldChg chg="modSp">
        <pc:chgData name="Brie Nelson" userId="S::brie_elearningdoc.com#ext#@cisco.onmicrosoft.com::712abed6-64c6-4c4c-80f1-14676a42bb74" providerId="AD" clId="Web-{D3FC2F1B-8AF6-20FB-BF9E-A9C9B9B18B87}" dt="2022-10-27T14:25:22.190" v="22" actId="20577"/>
        <pc:sldMkLst>
          <pc:docMk/>
          <pc:sldMk cId="0" sldId="317"/>
        </pc:sldMkLst>
        <pc:spChg chg="mod">
          <ac:chgData name="Brie Nelson" userId="S::brie_elearningdoc.com#ext#@cisco.onmicrosoft.com::712abed6-64c6-4c4c-80f1-14676a42bb74" providerId="AD" clId="Web-{D3FC2F1B-8AF6-20FB-BF9E-A9C9B9B18B87}" dt="2022-10-27T14:25:22.190" v="22" actId="20577"/>
          <ac:spMkLst>
            <pc:docMk/>
            <pc:sldMk cId="0" sldId="317"/>
            <ac:spMk id="3" creationId="{00000000-0000-0000-0000-000000000000}"/>
          </ac:spMkLst>
        </pc:spChg>
      </pc:sldChg>
      <pc:sldChg chg="modSp">
        <pc:chgData name="Brie Nelson" userId="S::brie_elearningdoc.com#ext#@cisco.onmicrosoft.com::712abed6-64c6-4c4c-80f1-14676a42bb74" providerId="AD" clId="Web-{D3FC2F1B-8AF6-20FB-BF9E-A9C9B9B18B87}" dt="2022-10-27T14:37:30.011" v="30"/>
        <pc:sldMkLst>
          <pc:docMk/>
          <pc:sldMk cId="2226954716" sldId="1072"/>
        </pc:sldMkLst>
        <pc:graphicFrameChg chg="modGraphic">
          <ac:chgData name="Brie Nelson" userId="S::brie_elearningdoc.com#ext#@cisco.onmicrosoft.com::712abed6-64c6-4c4c-80f1-14676a42bb74" providerId="AD" clId="Web-{D3FC2F1B-8AF6-20FB-BF9E-A9C9B9B18B87}" dt="2022-10-27T14:37:30.011" v="30"/>
          <ac:graphicFrameMkLst>
            <pc:docMk/>
            <pc:sldMk cId="2226954716" sldId="1072"/>
            <ac:graphicFrameMk id="4" creationId="{74BDC3A2-25BF-088E-7180-9A2D59018DFF}"/>
          </ac:graphicFrameMkLst>
        </pc:graphicFrameChg>
      </pc:sldChg>
      <pc:sldChg chg="modSp">
        <pc:chgData name="Brie Nelson" userId="S::brie_elearningdoc.com#ext#@cisco.onmicrosoft.com::712abed6-64c6-4c4c-80f1-14676a42bb74" providerId="AD" clId="Web-{D3FC2F1B-8AF6-20FB-BF9E-A9C9B9B18B87}" dt="2022-10-27T14:29:16.041" v="28"/>
        <pc:sldMkLst>
          <pc:docMk/>
          <pc:sldMk cId="3972798597" sldId="1076"/>
        </pc:sldMkLst>
        <pc:graphicFrameChg chg="mod modGraphic">
          <ac:chgData name="Brie Nelson" userId="S::brie_elearningdoc.com#ext#@cisco.onmicrosoft.com::712abed6-64c6-4c4c-80f1-14676a42bb74" providerId="AD" clId="Web-{D3FC2F1B-8AF6-20FB-BF9E-A9C9B9B18B87}" dt="2022-10-27T14:29:16.041" v="28"/>
          <ac:graphicFrameMkLst>
            <pc:docMk/>
            <pc:sldMk cId="3972798597" sldId="1076"/>
            <ac:graphicFrameMk id="6" creationId="{CEA739AB-83E7-3356-BA00-BC3B68876B93}"/>
          </ac:graphicFrameMkLst>
        </pc:graphicFrameChg>
      </pc:sldChg>
      <pc:sldChg chg="modSp">
        <pc:chgData name="Brie Nelson" userId="S::brie_elearningdoc.com#ext#@cisco.onmicrosoft.com::712abed6-64c6-4c4c-80f1-14676a42bb74" providerId="AD" clId="Web-{D3FC2F1B-8AF6-20FB-BF9E-A9C9B9B18B87}" dt="2022-10-27T14:46:05.684" v="46" actId="14100"/>
        <pc:sldMkLst>
          <pc:docMk/>
          <pc:sldMk cId="0" sldId="1077"/>
        </pc:sldMkLst>
        <pc:spChg chg="mod">
          <ac:chgData name="Brie Nelson" userId="S::brie_elearningdoc.com#ext#@cisco.onmicrosoft.com::712abed6-64c6-4c4c-80f1-14676a42bb74" providerId="AD" clId="Web-{D3FC2F1B-8AF6-20FB-BF9E-A9C9B9B18B87}" dt="2022-10-27T14:46:05.684" v="46" actId="14100"/>
          <ac:spMkLst>
            <pc:docMk/>
            <pc:sldMk cId="0" sldId="1077"/>
            <ac:spMk id="4" creationId="{31E8D1AB-6919-3FF9-F586-59A9DEAF6AD3}"/>
          </ac:spMkLst>
        </pc:spChg>
      </pc:sldChg>
    </pc:docChg>
  </pc:docChgLst>
  <pc:docChgLst>
    <pc:chgData name="Angela Robbins" userId="S::angela.robbins_elearningdoc.com#ext#@cisco.onmicrosoft.com::e406273b-12cd-460d-a763-85132e1718ac" providerId="AD" clId="Web-{8B41FFC7-1F53-7A85-9CFD-E2D56D757E73}"/>
    <pc:docChg chg="addSld delSld modSld sldOrd addMainMaster">
      <pc:chgData name="Angela Robbins" userId="S::angela.robbins_elearningdoc.com#ext#@cisco.onmicrosoft.com::e406273b-12cd-460d-a763-85132e1718ac" providerId="AD" clId="Web-{8B41FFC7-1F53-7A85-9CFD-E2D56D757E73}" dt="2022-10-18T23:31:35.691" v="1710"/>
      <pc:docMkLst>
        <pc:docMk/>
      </pc:docMkLst>
      <pc:sldChg chg="modSp">
        <pc:chgData name="Angela Robbins" userId="S::angela.robbins_elearningdoc.com#ext#@cisco.onmicrosoft.com::e406273b-12cd-460d-a763-85132e1718ac" providerId="AD" clId="Web-{8B41FFC7-1F53-7A85-9CFD-E2D56D757E73}" dt="2022-10-18T19:55:52.708" v="808" actId="1076"/>
        <pc:sldMkLst>
          <pc:docMk/>
          <pc:sldMk cId="0" sldId="257"/>
        </pc:sldMkLst>
        <pc:spChg chg="mod">
          <ac:chgData name="Angela Robbins" userId="S::angela.robbins_elearningdoc.com#ext#@cisco.onmicrosoft.com::e406273b-12cd-460d-a763-85132e1718ac" providerId="AD" clId="Web-{8B41FFC7-1F53-7A85-9CFD-E2D56D757E73}" dt="2022-10-18T19:55:52.708" v="808" actId="1076"/>
          <ac:spMkLst>
            <pc:docMk/>
            <pc:sldMk cId="0" sldId="257"/>
            <ac:spMk id="2" creationId="{00000000-0000-0000-0000-000000000000}"/>
          </ac:spMkLst>
        </pc:spChg>
        <pc:spChg chg="mod">
          <ac:chgData name="Angela Robbins" userId="S::angela.robbins_elearningdoc.com#ext#@cisco.onmicrosoft.com::e406273b-12cd-460d-a763-85132e1718ac" providerId="AD" clId="Web-{8B41FFC7-1F53-7A85-9CFD-E2D56D757E73}" dt="2022-10-18T19:49:35.919" v="548" actId="20577"/>
          <ac:spMkLst>
            <pc:docMk/>
            <pc:sldMk cId="0" sldId="257"/>
            <ac:spMk id="3" creationId="{00000000-0000-0000-0000-000000000000}"/>
          </ac:spMkLst>
        </pc:spChg>
      </pc:sldChg>
      <pc:sldChg chg="modSp">
        <pc:chgData name="Angela Robbins" userId="S::angela.robbins_elearningdoc.com#ext#@cisco.onmicrosoft.com::e406273b-12cd-460d-a763-85132e1718ac" providerId="AD" clId="Web-{8B41FFC7-1F53-7A85-9CFD-E2D56D757E73}" dt="2022-10-18T19:56:04.895" v="811" actId="20577"/>
        <pc:sldMkLst>
          <pc:docMk/>
          <pc:sldMk cId="0" sldId="258"/>
        </pc:sldMkLst>
        <pc:spChg chg="mod">
          <ac:chgData name="Angela Robbins" userId="S::angela.robbins_elearningdoc.com#ext#@cisco.onmicrosoft.com::e406273b-12cd-460d-a763-85132e1718ac" providerId="AD" clId="Web-{8B41FFC7-1F53-7A85-9CFD-E2D56D757E73}" dt="2022-10-18T19:56:04.895" v="811" actId="20577"/>
          <ac:spMkLst>
            <pc:docMk/>
            <pc:sldMk cId="0" sldId="258"/>
            <ac:spMk id="2" creationId="{00000000-0000-0000-0000-000000000000}"/>
          </ac:spMkLst>
        </pc:spChg>
        <pc:spChg chg="mod">
          <ac:chgData name="Angela Robbins" userId="S::angela.robbins_elearningdoc.com#ext#@cisco.onmicrosoft.com::e406273b-12cd-460d-a763-85132e1718ac" providerId="AD" clId="Web-{8B41FFC7-1F53-7A85-9CFD-E2D56D757E73}" dt="2022-10-18T18:13:57.477" v="17" actId="20577"/>
          <ac:spMkLst>
            <pc:docMk/>
            <pc:sldMk cId="0" sldId="258"/>
            <ac:spMk id="3" creationId="{00000000-0000-0000-0000-000000000000}"/>
          </ac:spMkLst>
        </pc:spChg>
      </pc:sldChg>
      <pc:sldChg chg="addSp delSp modSp">
        <pc:chgData name="Angela Robbins" userId="S::angela.robbins_elearningdoc.com#ext#@cisco.onmicrosoft.com::e406273b-12cd-460d-a763-85132e1718ac" providerId="AD" clId="Web-{8B41FFC7-1F53-7A85-9CFD-E2D56D757E73}" dt="2022-10-18T19:54:46.410" v="800" actId="1076"/>
        <pc:sldMkLst>
          <pc:docMk/>
          <pc:sldMk cId="0" sldId="259"/>
        </pc:sldMkLst>
        <pc:spChg chg="mod">
          <ac:chgData name="Angela Robbins" userId="S::angela.robbins_elearningdoc.com#ext#@cisco.onmicrosoft.com::e406273b-12cd-460d-a763-85132e1718ac" providerId="AD" clId="Web-{8B41FFC7-1F53-7A85-9CFD-E2D56D757E73}" dt="2022-10-18T19:50:25.576" v="553" actId="20577"/>
          <ac:spMkLst>
            <pc:docMk/>
            <pc:sldMk cId="0" sldId="259"/>
            <ac:spMk id="2" creationId="{00000000-0000-0000-0000-000000000000}"/>
          </ac:spMkLst>
        </pc:spChg>
        <pc:spChg chg="mod">
          <ac:chgData name="Angela Robbins" userId="S::angela.robbins_elearningdoc.com#ext#@cisco.onmicrosoft.com::e406273b-12cd-460d-a763-85132e1718ac" providerId="AD" clId="Web-{8B41FFC7-1F53-7A85-9CFD-E2D56D757E73}" dt="2022-10-18T19:54:36.206" v="797" actId="1076"/>
          <ac:spMkLst>
            <pc:docMk/>
            <pc:sldMk cId="0" sldId="259"/>
            <ac:spMk id="3" creationId="{00000000-0000-0000-0000-000000000000}"/>
          </ac:spMkLst>
        </pc:spChg>
        <pc:graphicFrameChg chg="add del mod modGraphic">
          <ac:chgData name="Angela Robbins" userId="S::angela.robbins_elearningdoc.com#ext#@cisco.onmicrosoft.com::e406273b-12cd-460d-a763-85132e1718ac" providerId="AD" clId="Web-{8B41FFC7-1F53-7A85-9CFD-E2D56D757E73}" dt="2022-10-18T19:54:17.971" v="793"/>
          <ac:graphicFrameMkLst>
            <pc:docMk/>
            <pc:sldMk cId="0" sldId="259"/>
            <ac:graphicFrameMk id="5" creationId="{9E736B9D-CA57-0B51-747B-6D40A0E91BD9}"/>
          </ac:graphicFrameMkLst>
        </pc:graphicFrameChg>
        <pc:graphicFrameChg chg="add mod modGraphic">
          <ac:chgData name="Angela Robbins" userId="S::angela.robbins_elearningdoc.com#ext#@cisco.onmicrosoft.com::e406273b-12cd-460d-a763-85132e1718ac" providerId="AD" clId="Web-{8B41FFC7-1F53-7A85-9CFD-E2D56D757E73}" dt="2022-10-18T19:54:46.410" v="800" actId="1076"/>
          <ac:graphicFrameMkLst>
            <pc:docMk/>
            <pc:sldMk cId="0" sldId="259"/>
            <ac:graphicFrameMk id="6" creationId="{0ED1841B-A658-978A-37E0-B6EFBD42F3C6}"/>
          </ac:graphicFrameMkLst>
        </pc:graphicFrameChg>
      </pc:sldChg>
      <pc:sldChg chg="del">
        <pc:chgData name="Angela Robbins" userId="S::angela.robbins_elearningdoc.com#ext#@cisco.onmicrosoft.com::e406273b-12cd-460d-a763-85132e1718ac" providerId="AD" clId="Web-{8B41FFC7-1F53-7A85-9CFD-E2D56D757E73}" dt="2022-10-18T18:17:08.713" v="31"/>
        <pc:sldMkLst>
          <pc:docMk/>
          <pc:sldMk cId="0" sldId="260"/>
        </pc:sldMkLst>
      </pc:sldChg>
      <pc:sldChg chg="del">
        <pc:chgData name="Angela Robbins" userId="S::angela.robbins_elearningdoc.com#ext#@cisco.onmicrosoft.com::e406273b-12cd-460d-a763-85132e1718ac" providerId="AD" clId="Web-{8B41FFC7-1F53-7A85-9CFD-E2D56D757E73}" dt="2022-10-18T18:17:10.541" v="32"/>
        <pc:sldMkLst>
          <pc:docMk/>
          <pc:sldMk cId="0" sldId="261"/>
        </pc:sldMkLst>
      </pc:sldChg>
      <pc:sldChg chg="modSp">
        <pc:chgData name="Angela Robbins" userId="S::angela.robbins_elearningdoc.com#ext#@cisco.onmicrosoft.com::e406273b-12cd-460d-a763-85132e1718ac" providerId="AD" clId="Web-{8B41FFC7-1F53-7A85-9CFD-E2D56D757E73}" dt="2022-10-18T20:11:55.961" v="878" actId="20577"/>
        <pc:sldMkLst>
          <pc:docMk/>
          <pc:sldMk cId="0" sldId="264"/>
        </pc:sldMkLst>
        <pc:spChg chg="mod">
          <ac:chgData name="Angela Robbins" userId="S::angela.robbins_elearningdoc.com#ext#@cisco.onmicrosoft.com::e406273b-12cd-460d-a763-85132e1718ac" providerId="AD" clId="Web-{8B41FFC7-1F53-7A85-9CFD-E2D56D757E73}" dt="2022-10-18T20:11:55.961" v="878" actId="20577"/>
          <ac:spMkLst>
            <pc:docMk/>
            <pc:sldMk cId="0" sldId="264"/>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0:12:14.212" v="880" actId="20577"/>
        <pc:sldMkLst>
          <pc:docMk/>
          <pc:sldMk cId="0" sldId="265"/>
        </pc:sldMkLst>
        <pc:spChg chg="mod">
          <ac:chgData name="Angela Robbins" userId="S::angela.robbins_elearningdoc.com#ext#@cisco.onmicrosoft.com::e406273b-12cd-460d-a763-85132e1718ac" providerId="AD" clId="Web-{8B41FFC7-1F53-7A85-9CFD-E2D56D757E73}" dt="2022-10-18T20:12:14.212" v="880" actId="20577"/>
          <ac:spMkLst>
            <pc:docMk/>
            <pc:sldMk cId="0" sldId="265"/>
            <ac:spMk id="5" creationId="{00000000-0000-0000-0000-000000000000}"/>
          </ac:spMkLst>
        </pc:spChg>
      </pc:sldChg>
      <pc:sldChg chg="addSp delSp modSp">
        <pc:chgData name="Angela Robbins" userId="S::angela.robbins_elearningdoc.com#ext#@cisco.onmicrosoft.com::e406273b-12cd-460d-a763-85132e1718ac" providerId="AD" clId="Web-{8B41FFC7-1F53-7A85-9CFD-E2D56D757E73}" dt="2022-10-18T23:09:48.858" v="1546" actId="1076"/>
        <pc:sldMkLst>
          <pc:docMk/>
          <pc:sldMk cId="0" sldId="266"/>
        </pc:sldMkLst>
        <pc:spChg chg="mod">
          <ac:chgData name="Angela Robbins" userId="S::angela.robbins_elearningdoc.com#ext#@cisco.onmicrosoft.com::e406273b-12cd-460d-a763-85132e1718ac" providerId="AD" clId="Web-{8B41FFC7-1F53-7A85-9CFD-E2D56D757E73}" dt="2022-10-18T23:09:48.858" v="1546" actId="1076"/>
          <ac:spMkLst>
            <pc:docMk/>
            <pc:sldMk cId="0" sldId="266"/>
            <ac:spMk id="3" creationId="{00000000-0000-0000-0000-000000000000}"/>
          </ac:spMkLst>
        </pc:spChg>
        <pc:spChg chg="add mod">
          <ac:chgData name="Angela Robbins" userId="S::angela.robbins_elearningdoc.com#ext#@cisco.onmicrosoft.com::e406273b-12cd-460d-a763-85132e1718ac" providerId="AD" clId="Web-{8B41FFC7-1F53-7A85-9CFD-E2D56D757E73}" dt="2022-10-18T20:16:02.950" v="925" actId="1076"/>
          <ac:spMkLst>
            <pc:docMk/>
            <pc:sldMk cId="0" sldId="266"/>
            <ac:spMk id="4" creationId="{0EF85156-7F75-EAF7-4D96-2564CCE0DCE5}"/>
          </ac:spMkLst>
        </pc:spChg>
        <pc:graphicFrameChg chg="mod">
          <ac:chgData name="Angela Robbins" userId="S::angela.robbins_elearningdoc.com#ext#@cisco.onmicrosoft.com::e406273b-12cd-460d-a763-85132e1718ac" providerId="AD" clId="Web-{8B41FFC7-1F53-7A85-9CFD-E2D56D757E73}" dt="2022-10-18T18:27:49.373" v="162" actId="1076"/>
          <ac:graphicFrameMkLst>
            <pc:docMk/>
            <pc:sldMk cId="0" sldId="266"/>
            <ac:graphicFrameMk id="12" creationId="{00000000-0000-0000-0000-000000000000}"/>
          </ac:graphicFrameMkLst>
        </pc:graphicFrameChg>
        <pc:graphicFrameChg chg="del mod">
          <ac:chgData name="Angela Robbins" userId="S::angela.robbins_elearningdoc.com#ext#@cisco.onmicrosoft.com::e406273b-12cd-460d-a763-85132e1718ac" providerId="AD" clId="Web-{8B41FFC7-1F53-7A85-9CFD-E2D56D757E73}" dt="2022-10-18T18:26:04.886" v="121"/>
          <ac:graphicFrameMkLst>
            <pc:docMk/>
            <pc:sldMk cId="0" sldId="266"/>
            <ac:graphicFrameMk id="23" creationId="{00000000-0000-0000-0000-000000000000}"/>
          </ac:graphicFrameMkLst>
        </pc:graphicFrameChg>
      </pc:sldChg>
      <pc:sldChg chg="modSp">
        <pc:chgData name="Angela Robbins" userId="S::angela.robbins_elearningdoc.com#ext#@cisco.onmicrosoft.com::e406273b-12cd-460d-a763-85132e1718ac" providerId="AD" clId="Web-{8B41FFC7-1F53-7A85-9CFD-E2D56D757E73}" dt="2022-10-18T20:25:29.212" v="1024" actId="20577"/>
        <pc:sldMkLst>
          <pc:docMk/>
          <pc:sldMk cId="0" sldId="267"/>
        </pc:sldMkLst>
        <pc:spChg chg="mod">
          <ac:chgData name="Angela Robbins" userId="S::angela.robbins_elearningdoc.com#ext#@cisco.onmicrosoft.com::e406273b-12cd-460d-a763-85132e1718ac" providerId="AD" clId="Web-{8B41FFC7-1F53-7A85-9CFD-E2D56D757E73}" dt="2022-10-18T20:25:29.212" v="1024" actId="20577"/>
          <ac:spMkLst>
            <pc:docMk/>
            <pc:sldMk cId="0" sldId="267"/>
            <ac:spMk id="5" creationId="{00000000-0000-0000-0000-000000000000}"/>
          </ac:spMkLst>
        </pc:spChg>
      </pc:sldChg>
      <pc:sldChg chg="addSp modSp">
        <pc:chgData name="Angela Robbins" userId="S::angela.robbins_elearningdoc.com#ext#@cisco.onmicrosoft.com::e406273b-12cd-460d-a763-85132e1718ac" providerId="AD" clId="Web-{8B41FFC7-1F53-7A85-9CFD-E2D56D757E73}" dt="2022-10-18T20:18:58.126" v="934" actId="1076"/>
        <pc:sldMkLst>
          <pc:docMk/>
          <pc:sldMk cId="0" sldId="268"/>
        </pc:sldMkLst>
        <pc:spChg chg="mod">
          <ac:chgData name="Angela Robbins" userId="S::angela.robbins_elearningdoc.com#ext#@cisco.onmicrosoft.com::e406273b-12cd-460d-a763-85132e1718ac" providerId="AD" clId="Web-{8B41FFC7-1F53-7A85-9CFD-E2D56D757E73}" dt="2022-10-18T20:18:52.047" v="932" actId="1076"/>
          <ac:spMkLst>
            <pc:docMk/>
            <pc:sldMk cId="0" sldId="268"/>
            <ac:spMk id="5" creationId="{00000000-0000-0000-0000-000000000000}"/>
          </ac:spMkLst>
        </pc:spChg>
        <pc:picChg chg="add mod modCrop">
          <ac:chgData name="Angela Robbins" userId="S::angela.robbins_elearningdoc.com#ext#@cisco.onmicrosoft.com::e406273b-12cd-460d-a763-85132e1718ac" providerId="AD" clId="Web-{8B41FFC7-1F53-7A85-9CFD-E2D56D757E73}" dt="2022-10-18T20:18:58.126" v="934" actId="1076"/>
          <ac:picMkLst>
            <pc:docMk/>
            <pc:sldMk cId="0" sldId="268"/>
            <ac:picMk id="4" creationId="{C6B56E9E-8876-A775-4F60-8E1D517F9F91}"/>
          </ac:picMkLst>
        </pc:picChg>
      </pc:sldChg>
      <pc:sldChg chg="modSp">
        <pc:chgData name="Angela Robbins" userId="S::angela.robbins_elearningdoc.com#ext#@cisco.onmicrosoft.com::e406273b-12cd-460d-a763-85132e1718ac" providerId="AD" clId="Web-{8B41FFC7-1F53-7A85-9CFD-E2D56D757E73}" dt="2022-10-18T20:40:22.042" v="1047" actId="20577"/>
        <pc:sldMkLst>
          <pc:docMk/>
          <pc:sldMk cId="0" sldId="269"/>
        </pc:sldMkLst>
        <pc:spChg chg="mod">
          <ac:chgData name="Angela Robbins" userId="S::angela.robbins_elearningdoc.com#ext#@cisco.onmicrosoft.com::e406273b-12cd-460d-a763-85132e1718ac" providerId="AD" clId="Web-{8B41FFC7-1F53-7A85-9CFD-E2D56D757E73}" dt="2022-10-18T20:40:22.042" v="1047" actId="20577"/>
          <ac:spMkLst>
            <pc:docMk/>
            <pc:sldMk cId="0" sldId="269"/>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0:41:09.871" v="1054" actId="20577"/>
        <pc:sldMkLst>
          <pc:docMk/>
          <pc:sldMk cId="0" sldId="270"/>
        </pc:sldMkLst>
        <pc:spChg chg="mod">
          <ac:chgData name="Angela Robbins" userId="S::angela.robbins_elearningdoc.com#ext#@cisco.onmicrosoft.com::e406273b-12cd-460d-a763-85132e1718ac" providerId="AD" clId="Web-{8B41FFC7-1F53-7A85-9CFD-E2D56D757E73}" dt="2022-10-18T20:41:09.871" v="1054" actId="20577"/>
          <ac:spMkLst>
            <pc:docMk/>
            <pc:sldMk cId="0" sldId="270"/>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0:44:15.343" v="1067" actId="1076"/>
        <pc:sldMkLst>
          <pc:docMk/>
          <pc:sldMk cId="0" sldId="272"/>
        </pc:sldMkLst>
        <pc:spChg chg="mod">
          <ac:chgData name="Angela Robbins" userId="S::angela.robbins_elearningdoc.com#ext#@cisco.onmicrosoft.com::e406273b-12cd-460d-a763-85132e1718ac" providerId="AD" clId="Web-{8B41FFC7-1F53-7A85-9CFD-E2D56D757E73}" dt="2022-10-18T20:44:15.343" v="1067" actId="1076"/>
          <ac:spMkLst>
            <pc:docMk/>
            <pc:sldMk cId="0" sldId="272"/>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0:48:51.505" v="1087" actId="20577"/>
        <pc:sldMkLst>
          <pc:docMk/>
          <pc:sldMk cId="0" sldId="273"/>
        </pc:sldMkLst>
        <pc:spChg chg="mod">
          <ac:chgData name="Angela Robbins" userId="S::angela.robbins_elearningdoc.com#ext#@cisco.onmicrosoft.com::e406273b-12cd-460d-a763-85132e1718ac" providerId="AD" clId="Web-{8B41FFC7-1F53-7A85-9CFD-E2D56D757E73}" dt="2022-10-18T20:48:51.505" v="1087" actId="20577"/>
          <ac:spMkLst>
            <pc:docMk/>
            <pc:sldMk cId="0" sldId="273"/>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16:28.966" v="1167" actId="1076"/>
        <pc:sldMkLst>
          <pc:docMk/>
          <pc:sldMk cId="0" sldId="274"/>
        </pc:sldMkLst>
        <pc:spChg chg="mod">
          <ac:chgData name="Angela Robbins" userId="S::angela.robbins_elearningdoc.com#ext#@cisco.onmicrosoft.com::e406273b-12cd-460d-a763-85132e1718ac" providerId="AD" clId="Web-{8B41FFC7-1F53-7A85-9CFD-E2D56D757E73}" dt="2022-10-18T21:16:28.966" v="1167" actId="1076"/>
          <ac:spMkLst>
            <pc:docMk/>
            <pc:sldMk cId="0" sldId="274"/>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24:07.500" v="1238" actId="20577"/>
        <pc:sldMkLst>
          <pc:docMk/>
          <pc:sldMk cId="0" sldId="275"/>
        </pc:sldMkLst>
        <pc:spChg chg="mod">
          <ac:chgData name="Angela Robbins" userId="S::angela.robbins_elearningdoc.com#ext#@cisco.onmicrosoft.com::e406273b-12cd-460d-a763-85132e1718ac" providerId="AD" clId="Web-{8B41FFC7-1F53-7A85-9CFD-E2D56D757E73}" dt="2022-10-18T21:24:07.500" v="1238" actId="20577"/>
          <ac:spMkLst>
            <pc:docMk/>
            <pc:sldMk cId="0" sldId="275"/>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26:27.666" v="1259" actId="1076"/>
        <pc:sldMkLst>
          <pc:docMk/>
          <pc:sldMk cId="0" sldId="276"/>
        </pc:sldMkLst>
        <pc:spChg chg="mod">
          <ac:chgData name="Angela Robbins" userId="S::angela.robbins_elearningdoc.com#ext#@cisco.onmicrosoft.com::e406273b-12cd-460d-a763-85132e1718ac" providerId="AD" clId="Web-{8B41FFC7-1F53-7A85-9CFD-E2D56D757E73}" dt="2022-10-18T21:26:19.947" v="1258" actId="14100"/>
          <ac:spMkLst>
            <pc:docMk/>
            <pc:sldMk cId="0" sldId="276"/>
            <ac:spMk id="3" creationId="{00000000-0000-0000-0000-000000000000}"/>
          </ac:spMkLst>
        </pc:spChg>
        <pc:spChg chg="mod">
          <ac:chgData name="Angela Robbins" userId="S::angela.robbins_elearningdoc.com#ext#@cisco.onmicrosoft.com::e406273b-12cd-460d-a763-85132e1718ac" providerId="AD" clId="Web-{8B41FFC7-1F53-7A85-9CFD-E2D56D757E73}" dt="2022-10-18T21:26:27.666" v="1259" actId="1076"/>
          <ac:spMkLst>
            <pc:docMk/>
            <pc:sldMk cId="0" sldId="276"/>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26:55.325" v="1263" actId="20577"/>
        <pc:sldMkLst>
          <pc:docMk/>
          <pc:sldMk cId="0" sldId="277"/>
        </pc:sldMkLst>
        <pc:spChg chg="mod">
          <ac:chgData name="Angela Robbins" userId="S::angela.robbins_elearningdoc.com#ext#@cisco.onmicrosoft.com::e406273b-12cd-460d-a763-85132e1718ac" providerId="AD" clId="Web-{8B41FFC7-1F53-7A85-9CFD-E2D56D757E73}" dt="2022-10-18T21:26:55.325" v="1263" actId="20577"/>
          <ac:spMkLst>
            <pc:docMk/>
            <pc:sldMk cId="0" sldId="277"/>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27:03.357" v="1264" actId="20577"/>
        <pc:sldMkLst>
          <pc:docMk/>
          <pc:sldMk cId="0" sldId="278"/>
        </pc:sldMkLst>
        <pc:spChg chg="mod">
          <ac:chgData name="Angela Robbins" userId="S::angela.robbins_elearningdoc.com#ext#@cisco.onmicrosoft.com::e406273b-12cd-460d-a763-85132e1718ac" providerId="AD" clId="Web-{8B41FFC7-1F53-7A85-9CFD-E2D56D757E73}" dt="2022-10-18T21:27:03.357" v="1264" actId="20577"/>
          <ac:spMkLst>
            <pc:docMk/>
            <pc:sldMk cId="0" sldId="278"/>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27:11.638" v="1265" actId="1076"/>
        <pc:sldMkLst>
          <pc:docMk/>
          <pc:sldMk cId="0" sldId="279"/>
        </pc:sldMkLst>
        <pc:spChg chg="mod">
          <ac:chgData name="Angela Robbins" userId="S::angela.robbins_elearningdoc.com#ext#@cisco.onmicrosoft.com::e406273b-12cd-460d-a763-85132e1718ac" providerId="AD" clId="Web-{8B41FFC7-1F53-7A85-9CFD-E2D56D757E73}" dt="2022-10-18T21:27:11.638" v="1265" actId="1076"/>
          <ac:spMkLst>
            <pc:docMk/>
            <pc:sldMk cId="0" sldId="279"/>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27:16.232" v="1266" actId="1076"/>
        <pc:sldMkLst>
          <pc:docMk/>
          <pc:sldMk cId="0" sldId="280"/>
        </pc:sldMkLst>
        <pc:spChg chg="mod">
          <ac:chgData name="Angela Robbins" userId="S::angela.robbins_elearningdoc.com#ext#@cisco.onmicrosoft.com::e406273b-12cd-460d-a763-85132e1718ac" providerId="AD" clId="Web-{8B41FFC7-1F53-7A85-9CFD-E2D56D757E73}" dt="2022-10-18T21:27:16.232" v="1266" actId="1076"/>
          <ac:spMkLst>
            <pc:docMk/>
            <pc:sldMk cId="0" sldId="280"/>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27:37.531" v="1268" actId="1076"/>
        <pc:sldMkLst>
          <pc:docMk/>
          <pc:sldMk cId="0" sldId="283"/>
        </pc:sldMkLst>
        <pc:spChg chg="mod">
          <ac:chgData name="Angela Robbins" userId="S::angela.robbins_elearningdoc.com#ext#@cisco.onmicrosoft.com::e406273b-12cd-460d-a763-85132e1718ac" providerId="AD" clId="Web-{8B41FFC7-1F53-7A85-9CFD-E2D56D757E73}" dt="2022-10-18T21:27:37.531" v="1268" actId="1076"/>
          <ac:spMkLst>
            <pc:docMk/>
            <pc:sldMk cId="0" sldId="283"/>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1:47:29.806" v="1315" actId="1076"/>
        <pc:sldMkLst>
          <pc:docMk/>
          <pc:sldMk cId="0" sldId="284"/>
        </pc:sldMkLst>
        <pc:spChg chg="mod">
          <ac:chgData name="Angela Robbins" userId="S::angela.robbins_elearningdoc.com#ext#@cisco.onmicrosoft.com::e406273b-12cd-460d-a763-85132e1718ac" providerId="AD" clId="Web-{8B41FFC7-1F53-7A85-9CFD-E2D56D757E73}" dt="2022-10-18T21:47:29.806" v="1315" actId="1076"/>
          <ac:spMkLst>
            <pc:docMk/>
            <pc:sldMk cId="0" sldId="284"/>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19:23:25.263" v="473" actId="1076"/>
        <pc:sldMkLst>
          <pc:docMk/>
          <pc:sldMk cId="0" sldId="285"/>
        </pc:sldMkLst>
        <pc:graphicFrameChg chg="mod">
          <ac:chgData name="Angela Robbins" userId="S::angela.robbins_elearningdoc.com#ext#@cisco.onmicrosoft.com::e406273b-12cd-460d-a763-85132e1718ac" providerId="AD" clId="Web-{8B41FFC7-1F53-7A85-9CFD-E2D56D757E73}" dt="2022-10-18T19:23:25.263" v="473" actId="1076"/>
          <ac:graphicFrameMkLst>
            <pc:docMk/>
            <pc:sldMk cId="0" sldId="285"/>
            <ac:graphicFrameMk id="31" creationId="{00000000-0000-0000-0000-000000000000}"/>
          </ac:graphicFrameMkLst>
        </pc:graphicFrameChg>
      </pc:sldChg>
      <pc:sldChg chg="modSp">
        <pc:chgData name="Angela Robbins" userId="S::angela.robbins_elearningdoc.com#ext#@cisco.onmicrosoft.com::e406273b-12cd-460d-a763-85132e1718ac" providerId="AD" clId="Web-{8B41FFC7-1F53-7A85-9CFD-E2D56D757E73}" dt="2022-10-18T22:07:55.781" v="1324" actId="20577"/>
        <pc:sldMkLst>
          <pc:docMk/>
          <pc:sldMk cId="0" sldId="286"/>
        </pc:sldMkLst>
        <pc:spChg chg="mod">
          <ac:chgData name="Angela Robbins" userId="S::angela.robbins_elearningdoc.com#ext#@cisco.onmicrosoft.com::e406273b-12cd-460d-a763-85132e1718ac" providerId="AD" clId="Web-{8B41FFC7-1F53-7A85-9CFD-E2D56D757E73}" dt="2022-10-18T22:07:55.781" v="1324" actId="20577"/>
          <ac:spMkLst>
            <pc:docMk/>
            <pc:sldMk cId="0" sldId="286"/>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2:11:56.302" v="1339" actId="20577"/>
        <pc:sldMkLst>
          <pc:docMk/>
          <pc:sldMk cId="0" sldId="287"/>
        </pc:sldMkLst>
        <pc:spChg chg="mod">
          <ac:chgData name="Angela Robbins" userId="S::angela.robbins_elearningdoc.com#ext#@cisco.onmicrosoft.com::e406273b-12cd-460d-a763-85132e1718ac" providerId="AD" clId="Web-{8B41FFC7-1F53-7A85-9CFD-E2D56D757E73}" dt="2022-10-18T22:11:56.302" v="1339" actId="20577"/>
          <ac:spMkLst>
            <pc:docMk/>
            <pc:sldMk cId="0" sldId="287"/>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2:18:24.108" v="1401" actId="1076"/>
        <pc:sldMkLst>
          <pc:docMk/>
          <pc:sldMk cId="0" sldId="288"/>
        </pc:sldMkLst>
        <pc:spChg chg="mod">
          <ac:chgData name="Angela Robbins" userId="S::angela.robbins_elearningdoc.com#ext#@cisco.onmicrosoft.com::e406273b-12cd-460d-a763-85132e1718ac" providerId="AD" clId="Web-{8B41FFC7-1F53-7A85-9CFD-E2D56D757E73}" dt="2022-10-18T22:18:24.108" v="1401" actId="1076"/>
          <ac:spMkLst>
            <pc:docMk/>
            <pc:sldMk cId="0" sldId="288"/>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19:29:55.458" v="531" actId="20577"/>
        <pc:sldMkLst>
          <pc:docMk/>
          <pc:sldMk cId="0" sldId="289"/>
        </pc:sldMkLst>
        <pc:spChg chg="mod">
          <ac:chgData name="Angela Robbins" userId="S::angela.robbins_elearningdoc.com#ext#@cisco.onmicrosoft.com::e406273b-12cd-460d-a763-85132e1718ac" providerId="AD" clId="Web-{8B41FFC7-1F53-7A85-9CFD-E2D56D757E73}" dt="2022-10-18T19:29:55.458" v="531" actId="20577"/>
          <ac:spMkLst>
            <pc:docMk/>
            <pc:sldMk cId="0" sldId="289"/>
            <ac:spMk id="5" creationId="{00000000-0000-0000-0000-000000000000}"/>
          </ac:spMkLst>
        </pc:spChg>
      </pc:sldChg>
      <pc:sldChg chg="modSp">
        <pc:chgData name="Angela Robbins" userId="S::angela.robbins_elearningdoc.com#ext#@cisco.onmicrosoft.com::e406273b-12cd-460d-a763-85132e1718ac" providerId="AD" clId="Web-{8B41FFC7-1F53-7A85-9CFD-E2D56D757E73}" dt="2022-10-18T22:28:57.359" v="1475" actId="20577"/>
        <pc:sldMkLst>
          <pc:docMk/>
          <pc:sldMk cId="0" sldId="291"/>
        </pc:sldMkLst>
        <pc:spChg chg="mod">
          <ac:chgData name="Angela Robbins" userId="S::angela.robbins_elearningdoc.com#ext#@cisco.onmicrosoft.com::e406273b-12cd-460d-a763-85132e1718ac" providerId="AD" clId="Web-{8B41FFC7-1F53-7A85-9CFD-E2D56D757E73}" dt="2022-10-18T22:28:57.359" v="1475" actId="20577"/>
          <ac:spMkLst>
            <pc:docMk/>
            <pc:sldMk cId="0" sldId="291"/>
            <ac:spMk id="5" creationId="{00000000-0000-0000-0000-000000000000}"/>
          </ac:spMkLst>
        </pc:spChg>
      </pc:sldChg>
      <pc:sldChg chg="addSp delSp modSp new">
        <pc:chgData name="Angela Robbins" userId="S::angela.robbins_elearningdoc.com#ext#@cisco.onmicrosoft.com::e406273b-12cd-460d-a763-85132e1718ac" providerId="AD" clId="Web-{8B41FFC7-1F53-7A85-9CFD-E2D56D757E73}" dt="2022-10-18T20:12:20.540" v="881" actId="1076"/>
        <pc:sldMkLst>
          <pc:docMk/>
          <pc:sldMk cId="3716842187" sldId="293"/>
        </pc:sldMkLst>
        <pc:spChg chg="mod">
          <ac:chgData name="Angela Robbins" userId="S::angela.robbins_elearningdoc.com#ext#@cisco.onmicrosoft.com::e406273b-12cd-460d-a763-85132e1718ac" providerId="AD" clId="Web-{8B41FFC7-1F53-7A85-9CFD-E2D56D757E73}" dt="2022-10-18T18:21:20.783" v="54" actId="1076"/>
          <ac:spMkLst>
            <pc:docMk/>
            <pc:sldMk cId="3716842187" sldId="293"/>
            <ac:spMk id="2" creationId="{467DC7C0-7E84-9249-D30E-789FF1CC8E7D}"/>
          </ac:spMkLst>
        </pc:spChg>
        <pc:spChg chg="del">
          <ac:chgData name="Angela Robbins" userId="S::angela.robbins_elearningdoc.com#ext#@cisco.onmicrosoft.com::e406273b-12cd-460d-a763-85132e1718ac" providerId="AD" clId="Web-{8B41FFC7-1F53-7A85-9CFD-E2D56D757E73}" dt="2022-10-18T18:21:18.424" v="53"/>
          <ac:spMkLst>
            <pc:docMk/>
            <pc:sldMk cId="3716842187" sldId="293"/>
            <ac:spMk id="3" creationId="{7144BC16-146D-0292-612D-0F9D8F3D2DD3}"/>
          </ac:spMkLst>
        </pc:spChg>
        <pc:spChg chg="add mod">
          <ac:chgData name="Angela Robbins" userId="S::angela.robbins_elearningdoc.com#ext#@cisco.onmicrosoft.com::e406273b-12cd-460d-a763-85132e1718ac" providerId="AD" clId="Web-{8B41FFC7-1F53-7A85-9CFD-E2D56D757E73}" dt="2022-10-18T20:12:20.540" v="881" actId="1076"/>
          <ac:spMkLst>
            <pc:docMk/>
            <pc:sldMk cId="3716842187" sldId="293"/>
            <ac:spMk id="5" creationId="{0BA940BA-6DDD-746C-12FF-039050A6A303}"/>
          </ac:spMkLst>
        </pc:spChg>
        <pc:picChg chg="add mod modCrop">
          <ac:chgData name="Angela Robbins" userId="S::angela.robbins_elearningdoc.com#ext#@cisco.onmicrosoft.com::e406273b-12cd-460d-a763-85132e1718ac" providerId="AD" clId="Web-{8B41FFC7-1F53-7A85-9CFD-E2D56D757E73}" dt="2022-10-18T18:21:25.096" v="56" actId="14100"/>
          <ac:picMkLst>
            <pc:docMk/>
            <pc:sldMk cId="3716842187" sldId="293"/>
            <ac:picMk id="4" creationId="{E96C055E-1122-5168-66C0-D066060B2547}"/>
          </ac:picMkLst>
        </pc:picChg>
      </pc:sldChg>
      <pc:sldChg chg="addSp delSp modSp new">
        <pc:chgData name="Angela Robbins" userId="S::angela.robbins_elearningdoc.com#ext#@cisco.onmicrosoft.com::e406273b-12cd-460d-a763-85132e1718ac" providerId="AD" clId="Web-{8B41FFC7-1F53-7A85-9CFD-E2D56D757E73}" dt="2022-10-18T18:23:59.991" v="98" actId="20577"/>
        <pc:sldMkLst>
          <pc:docMk/>
          <pc:sldMk cId="2638213286" sldId="294"/>
        </pc:sldMkLst>
        <pc:spChg chg="mod">
          <ac:chgData name="Angela Robbins" userId="S::angela.robbins_elearningdoc.com#ext#@cisco.onmicrosoft.com::e406273b-12cd-460d-a763-85132e1718ac" providerId="AD" clId="Web-{8B41FFC7-1F53-7A85-9CFD-E2D56D757E73}" dt="2022-10-18T18:23:59.991" v="98" actId="20577"/>
          <ac:spMkLst>
            <pc:docMk/>
            <pc:sldMk cId="2638213286" sldId="294"/>
            <ac:spMk id="2" creationId="{9B8C30F5-5394-D63D-BF74-A6E8B1757CF3}"/>
          </ac:spMkLst>
        </pc:spChg>
        <pc:spChg chg="del">
          <ac:chgData name="Angela Robbins" userId="S::angela.robbins_elearningdoc.com#ext#@cisco.onmicrosoft.com::e406273b-12cd-460d-a763-85132e1718ac" providerId="AD" clId="Web-{8B41FFC7-1F53-7A85-9CFD-E2D56D757E73}" dt="2022-10-18T18:22:19.785" v="68"/>
          <ac:spMkLst>
            <pc:docMk/>
            <pc:sldMk cId="2638213286" sldId="294"/>
            <ac:spMk id="3" creationId="{95C77105-9A32-4748-77BA-CCC633758ACA}"/>
          </ac:spMkLst>
        </pc:spChg>
        <pc:spChg chg="add mod">
          <ac:chgData name="Angela Robbins" userId="S::angela.robbins_elearningdoc.com#ext#@cisco.onmicrosoft.com::e406273b-12cd-460d-a763-85132e1718ac" providerId="AD" clId="Web-{8B41FFC7-1F53-7A85-9CFD-E2D56D757E73}" dt="2022-10-18T18:23:21.928" v="84" actId="1076"/>
          <ac:spMkLst>
            <pc:docMk/>
            <pc:sldMk cId="2638213286" sldId="294"/>
            <ac:spMk id="5" creationId="{F477D1BE-24A1-23AB-61F7-77343884DC49}"/>
          </ac:spMkLst>
        </pc:spChg>
        <pc:picChg chg="add mod modCrop">
          <ac:chgData name="Angela Robbins" userId="S::angela.robbins_elearningdoc.com#ext#@cisco.onmicrosoft.com::e406273b-12cd-460d-a763-85132e1718ac" providerId="AD" clId="Web-{8B41FFC7-1F53-7A85-9CFD-E2D56D757E73}" dt="2022-10-18T18:23:18.506" v="83" actId="14100"/>
          <ac:picMkLst>
            <pc:docMk/>
            <pc:sldMk cId="2638213286" sldId="294"/>
            <ac:picMk id="4" creationId="{89A62B34-13DB-84D1-1BB3-05D9B5886F10}"/>
          </ac:picMkLst>
        </pc:picChg>
      </pc:sldChg>
      <pc:sldChg chg="addSp delSp modSp new">
        <pc:chgData name="Angela Robbins" userId="S::angela.robbins_elearningdoc.com#ext#@cisco.onmicrosoft.com::e406273b-12cd-460d-a763-85132e1718ac" providerId="AD" clId="Web-{8B41FFC7-1F53-7A85-9CFD-E2D56D757E73}" dt="2022-10-18T20:14:10.823" v="907" actId="1076"/>
        <pc:sldMkLst>
          <pc:docMk/>
          <pc:sldMk cId="2060833803" sldId="295"/>
        </pc:sldMkLst>
        <pc:spChg chg="mod">
          <ac:chgData name="Angela Robbins" userId="S::angela.robbins_elearningdoc.com#ext#@cisco.onmicrosoft.com::e406273b-12cd-460d-a763-85132e1718ac" providerId="AD" clId="Web-{8B41FFC7-1F53-7A85-9CFD-E2D56D757E73}" dt="2022-10-18T18:23:57.101" v="97" actId="1076"/>
          <ac:spMkLst>
            <pc:docMk/>
            <pc:sldMk cId="2060833803" sldId="295"/>
            <ac:spMk id="2" creationId="{44F658F2-5F37-BE3F-049D-6FDBC85ECCA7}"/>
          </ac:spMkLst>
        </pc:spChg>
        <pc:spChg chg="del">
          <ac:chgData name="Angela Robbins" userId="S::angela.robbins_elearningdoc.com#ext#@cisco.onmicrosoft.com::e406273b-12cd-460d-a763-85132e1718ac" providerId="AD" clId="Web-{8B41FFC7-1F53-7A85-9CFD-E2D56D757E73}" dt="2022-10-18T18:23:54.007" v="96"/>
          <ac:spMkLst>
            <pc:docMk/>
            <pc:sldMk cId="2060833803" sldId="295"/>
            <ac:spMk id="3" creationId="{763AED4E-EAC9-04BB-DD8E-3DDDF36554EC}"/>
          </ac:spMkLst>
        </pc:spChg>
        <pc:spChg chg="add mod">
          <ac:chgData name="Angela Robbins" userId="S::angela.robbins_elearningdoc.com#ext#@cisco.onmicrosoft.com::e406273b-12cd-460d-a763-85132e1718ac" providerId="AD" clId="Web-{8B41FFC7-1F53-7A85-9CFD-E2D56D757E73}" dt="2022-10-18T20:14:10.823" v="907" actId="1076"/>
          <ac:spMkLst>
            <pc:docMk/>
            <pc:sldMk cId="2060833803" sldId="295"/>
            <ac:spMk id="5" creationId="{E268045F-0619-AF8F-A209-FE2F30BAEA42}"/>
          </ac:spMkLst>
        </pc:spChg>
        <pc:picChg chg="add mod modCrop">
          <ac:chgData name="Angela Robbins" userId="S::angela.robbins_elearningdoc.com#ext#@cisco.onmicrosoft.com::e406273b-12cd-460d-a763-85132e1718ac" providerId="AD" clId="Web-{8B41FFC7-1F53-7A85-9CFD-E2D56D757E73}" dt="2022-10-18T20:13:55.714" v="904" actId="1076"/>
          <ac:picMkLst>
            <pc:docMk/>
            <pc:sldMk cId="2060833803" sldId="295"/>
            <ac:picMk id="4" creationId="{6D7E394D-274F-F4EB-42F7-0A18F80B7298}"/>
          </ac:picMkLst>
        </pc:picChg>
      </pc:sldChg>
      <pc:sldChg chg="addSp delSp modSp add replId">
        <pc:chgData name="Angela Robbins" userId="S::angela.robbins_elearningdoc.com#ext#@cisco.onmicrosoft.com::e406273b-12cd-460d-a763-85132e1718ac" providerId="AD" clId="Web-{8B41FFC7-1F53-7A85-9CFD-E2D56D757E73}" dt="2022-10-18T20:16:08.794" v="926" actId="1076"/>
        <pc:sldMkLst>
          <pc:docMk/>
          <pc:sldMk cId="1376356634" sldId="296"/>
        </pc:sldMkLst>
        <pc:spChg chg="mod">
          <ac:chgData name="Angela Robbins" userId="S::angela.robbins_elearningdoc.com#ext#@cisco.onmicrosoft.com::e406273b-12cd-460d-a763-85132e1718ac" providerId="AD" clId="Web-{8B41FFC7-1F53-7A85-9CFD-E2D56D757E73}" dt="2022-10-18T18:28:03.030" v="167" actId="20577"/>
          <ac:spMkLst>
            <pc:docMk/>
            <pc:sldMk cId="1376356634" sldId="296"/>
            <ac:spMk id="3" creationId="{00000000-0000-0000-0000-000000000000}"/>
          </ac:spMkLst>
        </pc:spChg>
        <pc:spChg chg="add mod">
          <ac:chgData name="Angela Robbins" userId="S::angela.robbins_elearningdoc.com#ext#@cisco.onmicrosoft.com::e406273b-12cd-460d-a763-85132e1718ac" providerId="AD" clId="Web-{8B41FFC7-1F53-7A85-9CFD-E2D56D757E73}" dt="2022-10-18T18:28:24.437" v="175" actId="1076"/>
          <ac:spMkLst>
            <pc:docMk/>
            <pc:sldMk cId="1376356634" sldId="296"/>
            <ac:spMk id="4" creationId="{A16B9D8A-1FA9-A5C1-88E6-F6A5D93766F7}"/>
          </ac:spMkLst>
        </pc:spChg>
        <pc:graphicFrameChg chg="del mod modGraphic">
          <ac:chgData name="Angela Robbins" userId="S::angela.robbins_elearningdoc.com#ext#@cisco.onmicrosoft.com::e406273b-12cd-460d-a763-85132e1718ac" providerId="AD" clId="Web-{8B41FFC7-1F53-7A85-9CFD-E2D56D757E73}" dt="2022-10-18T18:26:11.948" v="125"/>
          <ac:graphicFrameMkLst>
            <pc:docMk/>
            <pc:sldMk cId="1376356634" sldId="296"/>
            <ac:graphicFrameMk id="12" creationId="{00000000-0000-0000-0000-000000000000}"/>
          </ac:graphicFrameMkLst>
        </pc:graphicFrameChg>
        <pc:graphicFrameChg chg="mod">
          <ac:chgData name="Angela Robbins" userId="S::angela.robbins_elearningdoc.com#ext#@cisco.onmicrosoft.com::e406273b-12cd-460d-a763-85132e1718ac" providerId="AD" clId="Web-{8B41FFC7-1F53-7A85-9CFD-E2D56D757E73}" dt="2022-10-18T20:16:08.794" v="926" actId="1076"/>
          <ac:graphicFrameMkLst>
            <pc:docMk/>
            <pc:sldMk cId="1376356634" sldId="296"/>
            <ac:graphicFrameMk id="23" creationId="{00000000-0000-0000-0000-000000000000}"/>
          </ac:graphicFrameMkLst>
        </pc:graphicFrameChg>
      </pc:sldChg>
      <pc:sldChg chg="addSp delSp modSp new">
        <pc:chgData name="Angela Robbins" userId="S::angela.robbins_elearningdoc.com#ext#@cisco.onmicrosoft.com::e406273b-12cd-460d-a763-85132e1718ac" providerId="AD" clId="Web-{8B41FFC7-1F53-7A85-9CFD-E2D56D757E73}" dt="2022-10-18T20:14:35.417" v="915" actId="20577"/>
        <pc:sldMkLst>
          <pc:docMk/>
          <pc:sldMk cId="884325789" sldId="297"/>
        </pc:sldMkLst>
        <pc:spChg chg="mod">
          <ac:chgData name="Angela Robbins" userId="S::angela.robbins_elearningdoc.com#ext#@cisco.onmicrosoft.com::e406273b-12cd-460d-a763-85132e1718ac" providerId="AD" clId="Web-{8B41FFC7-1F53-7A85-9CFD-E2D56D757E73}" dt="2022-10-18T18:26:38.746" v="131" actId="20577"/>
          <ac:spMkLst>
            <pc:docMk/>
            <pc:sldMk cId="884325789" sldId="297"/>
            <ac:spMk id="2" creationId="{EF825114-70D3-70D3-3CDA-7ECEDFB04D8D}"/>
          </ac:spMkLst>
        </pc:spChg>
        <pc:spChg chg="mod">
          <ac:chgData name="Angela Robbins" userId="S::angela.robbins_elearningdoc.com#ext#@cisco.onmicrosoft.com::e406273b-12cd-460d-a763-85132e1718ac" providerId="AD" clId="Web-{8B41FFC7-1F53-7A85-9CFD-E2D56D757E73}" dt="2022-10-18T18:26:35.465" v="130" actId="20577"/>
          <ac:spMkLst>
            <pc:docMk/>
            <pc:sldMk cId="884325789" sldId="297"/>
            <ac:spMk id="3" creationId="{B9437267-3AD1-E5D0-9E9E-A352176B9393}"/>
          </ac:spMkLst>
        </pc:spChg>
        <pc:spChg chg="add del mod">
          <ac:chgData name="Angela Robbins" userId="S::angela.robbins_elearningdoc.com#ext#@cisco.onmicrosoft.com::e406273b-12cd-460d-a763-85132e1718ac" providerId="AD" clId="Web-{8B41FFC7-1F53-7A85-9CFD-E2D56D757E73}" dt="2022-10-18T20:14:35.417" v="915" actId="20577"/>
          <ac:spMkLst>
            <pc:docMk/>
            <pc:sldMk cId="884325789" sldId="297"/>
            <ac:spMk id="4" creationId="{21228278-F0F4-6298-111B-EBE9B0FE3FBA}"/>
          </ac:spMkLst>
        </pc:spChg>
      </pc:sldChg>
      <pc:sldChg chg="delSp modSp add replId">
        <pc:chgData name="Angela Robbins" userId="S::angela.robbins_elearningdoc.com#ext#@cisco.onmicrosoft.com::e406273b-12cd-460d-a763-85132e1718ac" providerId="AD" clId="Web-{8B41FFC7-1F53-7A85-9CFD-E2D56D757E73}" dt="2022-10-18T20:16:24.951" v="929" actId="20577"/>
        <pc:sldMkLst>
          <pc:docMk/>
          <pc:sldMk cId="1006038067" sldId="298"/>
        </pc:sldMkLst>
        <pc:spChg chg="mod">
          <ac:chgData name="Angela Robbins" userId="S::angela.robbins_elearningdoc.com#ext#@cisco.onmicrosoft.com::e406273b-12cd-460d-a763-85132e1718ac" providerId="AD" clId="Web-{8B41FFC7-1F53-7A85-9CFD-E2D56D757E73}" dt="2022-10-18T18:29:10.704" v="183" actId="20577"/>
          <ac:spMkLst>
            <pc:docMk/>
            <pc:sldMk cId="1006038067" sldId="298"/>
            <ac:spMk id="3" creationId="{00000000-0000-0000-0000-000000000000}"/>
          </ac:spMkLst>
        </pc:spChg>
        <pc:spChg chg="mod">
          <ac:chgData name="Angela Robbins" userId="S::angela.robbins_elearningdoc.com#ext#@cisco.onmicrosoft.com::e406273b-12cd-460d-a763-85132e1718ac" providerId="AD" clId="Web-{8B41FFC7-1F53-7A85-9CFD-E2D56D757E73}" dt="2022-10-18T20:16:24.951" v="929" actId="20577"/>
          <ac:spMkLst>
            <pc:docMk/>
            <pc:sldMk cId="1006038067" sldId="298"/>
            <ac:spMk id="4" creationId="{A16B9D8A-1FA9-A5C1-88E6-F6A5D93766F7}"/>
          </ac:spMkLst>
        </pc:spChg>
        <pc:graphicFrameChg chg="del">
          <ac:chgData name="Angela Robbins" userId="S::angela.robbins_elearningdoc.com#ext#@cisco.onmicrosoft.com::e406273b-12cd-460d-a763-85132e1718ac" providerId="AD" clId="Web-{8B41FFC7-1F53-7A85-9CFD-E2D56D757E73}" dt="2022-10-18T18:28:56.282" v="177"/>
          <ac:graphicFrameMkLst>
            <pc:docMk/>
            <pc:sldMk cId="1006038067" sldId="298"/>
            <ac:graphicFrameMk id="23" creationId="{00000000-0000-0000-0000-000000000000}"/>
          </ac:graphicFrameMkLst>
        </pc:graphicFrameChg>
      </pc:sldChg>
      <pc:sldChg chg="addSp modSp new">
        <pc:chgData name="Angela Robbins" userId="S::angela.robbins_elearningdoc.com#ext#@cisco.onmicrosoft.com::e406273b-12cd-460d-a763-85132e1718ac" providerId="AD" clId="Web-{8B41FFC7-1F53-7A85-9CFD-E2D56D757E73}" dt="2022-10-18T20:34:43.660" v="1040" actId="20577"/>
        <pc:sldMkLst>
          <pc:docMk/>
          <pc:sldMk cId="2320846429" sldId="299"/>
        </pc:sldMkLst>
        <pc:spChg chg="mod">
          <ac:chgData name="Angela Robbins" userId="S::angela.robbins_elearningdoc.com#ext#@cisco.onmicrosoft.com::e406273b-12cd-460d-a763-85132e1718ac" providerId="AD" clId="Web-{8B41FFC7-1F53-7A85-9CFD-E2D56D757E73}" dt="2022-10-18T20:25:42.431" v="1028" actId="20577"/>
          <ac:spMkLst>
            <pc:docMk/>
            <pc:sldMk cId="2320846429" sldId="299"/>
            <ac:spMk id="2" creationId="{DB3F87CB-40EA-A4FE-9A99-2CE5DDB3B139}"/>
          </ac:spMkLst>
        </pc:spChg>
        <pc:spChg chg="mod">
          <ac:chgData name="Angela Robbins" userId="S::angela.robbins_elearningdoc.com#ext#@cisco.onmicrosoft.com::e406273b-12cd-460d-a763-85132e1718ac" providerId="AD" clId="Web-{8B41FFC7-1F53-7A85-9CFD-E2D56D757E73}" dt="2022-10-18T20:25:44.681" v="1029" actId="20577"/>
          <ac:spMkLst>
            <pc:docMk/>
            <pc:sldMk cId="2320846429" sldId="299"/>
            <ac:spMk id="3" creationId="{ACF69FA3-10AC-0458-6D31-5D44170B04E6}"/>
          </ac:spMkLst>
        </pc:spChg>
        <pc:spChg chg="add mod">
          <ac:chgData name="Angela Robbins" userId="S::angela.robbins_elearningdoc.com#ext#@cisco.onmicrosoft.com::e406273b-12cd-460d-a763-85132e1718ac" providerId="AD" clId="Web-{8B41FFC7-1F53-7A85-9CFD-E2D56D757E73}" dt="2022-10-18T20:34:43.660" v="1040" actId="20577"/>
          <ac:spMkLst>
            <pc:docMk/>
            <pc:sldMk cId="2320846429" sldId="299"/>
            <ac:spMk id="5" creationId="{ABE50E8F-BDC2-0FE3-9123-F10E884785A0}"/>
          </ac:spMkLst>
        </pc:spChg>
        <pc:picChg chg="add mod modCrop">
          <ac:chgData name="Angela Robbins" userId="S::angela.robbins_elearningdoc.com#ext#@cisco.onmicrosoft.com::e406273b-12cd-460d-a763-85132e1718ac" providerId="AD" clId="Web-{8B41FFC7-1F53-7A85-9CFD-E2D56D757E73}" dt="2022-10-18T20:25:51.806" v="1032" actId="1076"/>
          <ac:picMkLst>
            <pc:docMk/>
            <pc:sldMk cId="2320846429" sldId="299"/>
            <ac:picMk id="4" creationId="{F3E0861E-7701-1472-E831-75AF8A1A7B8B}"/>
          </ac:picMkLst>
        </pc:picChg>
      </pc:sldChg>
      <pc:sldChg chg="addSp delSp modSp new">
        <pc:chgData name="Angela Robbins" userId="S::angela.robbins_elearningdoc.com#ext#@cisco.onmicrosoft.com::e406273b-12cd-460d-a763-85132e1718ac" providerId="AD" clId="Web-{8B41FFC7-1F53-7A85-9CFD-E2D56D757E73}" dt="2022-10-18T20:40:37.964" v="1049" actId="20577"/>
        <pc:sldMkLst>
          <pc:docMk/>
          <pc:sldMk cId="2825612783" sldId="300"/>
        </pc:sldMkLst>
        <pc:spChg chg="mod">
          <ac:chgData name="Angela Robbins" userId="S::angela.robbins_elearningdoc.com#ext#@cisco.onmicrosoft.com::e406273b-12cd-460d-a763-85132e1718ac" providerId="AD" clId="Web-{8B41FFC7-1F53-7A85-9CFD-E2D56D757E73}" dt="2022-10-18T18:58:34.124" v="244" actId="1076"/>
          <ac:spMkLst>
            <pc:docMk/>
            <pc:sldMk cId="2825612783" sldId="300"/>
            <ac:spMk id="2" creationId="{A2275838-B65A-3C75-3E64-2EF14658BE85}"/>
          </ac:spMkLst>
        </pc:spChg>
        <pc:spChg chg="del">
          <ac:chgData name="Angela Robbins" userId="S::angela.robbins_elearningdoc.com#ext#@cisco.onmicrosoft.com::e406273b-12cd-460d-a763-85132e1718ac" providerId="AD" clId="Web-{8B41FFC7-1F53-7A85-9CFD-E2D56D757E73}" dt="2022-10-18T18:58:31.421" v="243"/>
          <ac:spMkLst>
            <pc:docMk/>
            <pc:sldMk cId="2825612783" sldId="300"/>
            <ac:spMk id="3" creationId="{808E03B9-CA8D-989A-3DBC-BF9BEF616A0F}"/>
          </ac:spMkLst>
        </pc:spChg>
        <pc:spChg chg="add mod">
          <ac:chgData name="Angela Robbins" userId="S::angela.robbins_elearningdoc.com#ext#@cisco.onmicrosoft.com::e406273b-12cd-460d-a763-85132e1718ac" providerId="AD" clId="Web-{8B41FFC7-1F53-7A85-9CFD-E2D56D757E73}" dt="2022-10-18T20:40:37.964" v="1049" actId="20577"/>
          <ac:spMkLst>
            <pc:docMk/>
            <pc:sldMk cId="2825612783" sldId="300"/>
            <ac:spMk id="4" creationId="{9EEBC04F-921F-BD39-54DA-BC3EE58BF957}"/>
          </ac:spMkLst>
        </pc:spChg>
        <pc:picChg chg="add mod modCrop">
          <ac:chgData name="Angela Robbins" userId="S::angela.robbins_elearningdoc.com#ext#@cisco.onmicrosoft.com::e406273b-12cd-460d-a763-85132e1718ac" providerId="AD" clId="Web-{8B41FFC7-1F53-7A85-9CFD-E2D56D757E73}" dt="2022-10-18T18:59:22.985" v="256" actId="1076"/>
          <ac:picMkLst>
            <pc:docMk/>
            <pc:sldMk cId="2825612783" sldId="300"/>
            <ac:picMk id="5" creationId="{615B3DFF-5F34-654B-47B1-6DF6C3E6AAFA}"/>
          </ac:picMkLst>
        </pc:picChg>
      </pc:sldChg>
      <pc:sldChg chg="addSp delSp modSp new">
        <pc:chgData name="Angela Robbins" userId="S::angela.robbins_elearningdoc.com#ext#@cisco.onmicrosoft.com::e406273b-12cd-460d-a763-85132e1718ac" providerId="AD" clId="Web-{8B41FFC7-1F53-7A85-9CFD-E2D56D757E73}" dt="2022-10-18T20:40:43.901" v="1050" actId="1076"/>
        <pc:sldMkLst>
          <pc:docMk/>
          <pc:sldMk cId="2185060077" sldId="301"/>
        </pc:sldMkLst>
        <pc:spChg chg="mod">
          <ac:chgData name="Angela Robbins" userId="S::angela.robbins_elearningdoc.com#ext#@cisco.onmicrosoft.com::e406273b-12cd-460d-a763-85132e1718ac" providerId="AD" clId="Web-{8B41FFC7-1F53-7A85-9CFD-E2D56D757E73}" dt="2022-10-18T19:02:51.208" v="272" actId="1076"/>
          <ac:spMkLst>
            <pc:docMk/>
            <pc:sldMk cId="2185060077" sldId="301"/>
            <ac:spMk id="2" creationId="{23073F93-82D9-3788-56EF-F51D990752D6}"/>
          </ac:spMkLst>
        </pc:spChg>
        <pc:spChg chg="del">
          <ac:chgData name="Angela Robbins" userId="S::angela.robbins_elearningdoc.com#ext#@cisco.onmicrosoft.com::e406273b-12cd-460d-a763-85132e1718ac" providerId="AD" clId="Web-{8B41FFC7-1F53-7A85-9CFD-E2D56D757E73}" dt="2022-10-18T19:02:48.270" v="271"/>
          <ac:spMkLst>
            <pc:docMk/>
            <pc:sldMk cId="2185060077" sldId="301"/>
            <ac:spMk id="3" creationId="{C83D2431-DBE1-09D9-03C5-79225AF586C7}"/>
          </ac:spMkLst>
        </pc:spChg>
        <pc:spChg chg="add mod">
          <ac:chgData name="Angela Robbins" userId="S::angela.robbins_elearningdoc.com#ext#@cisco.onmicrosoft.com::e406273b-12cd-460d-a763-85132e1718ac" providerId="AD" clId="Web-{8B41FFC7-1F53-7A85-9CFD-E2D56D757E73}" dt="2022-10-18T20:40:43.901" v="1050" actId="1076"/>
          <ac:spMkLst>
            <pc:docMk/>
            <pc:sldMk cId="2185060077" sldId="301"/>
            <ac:spMk id="4" creationId="{7803C6CE-F309-B10A-7613-36121236CF34}"/>
          </ac:spMkLst>
        </pc:spChg>
        <pc:picChg chg="add mod modCrop">
          <ac:chgData name="Angela Robbins" userId="S::angela.robbins_elearningdoc.com#ext#@cisco.onmicrosoft.com::e406273b-12cd-460d-a763-85132e1718ac" providerId="AD" clId="Web-{8B41FFC7-1F53-7A85-9CFD-E2D56D757E73}" dt="2022-10-18T19:03:45.052" v="283" actId="1076"/>
          <ac:picMkLst>
            <pc:docMk/>
            <pc:sldMk cId="2185060077" sldId="301"/>
            <ac:picMk id="5" creationId="{CCB03E71-5EB8-16EE-C507-A1DE581AB96C}"/>
          </ac:picMkLst>
        </pc:picChg>
      </pc:sldChg>
      <pc:sldChg chg="addSp delSp modSp new">
        <pc:chgData name="Angela Robbins" userId="S::angela.robbins_elearningdoc.com#ext#@cisco.onmicrosoft.com::e406273b-12cd-460d-a763-85132e1718ac" providerId="AD" clId="Web-{8B41FFC7-1F53-7A85-9CFD-E2D56D757E73}" dt="2022-10-18T20:40:50.948" v="1051" actId="1076"/>
        <pc:sldMkLst>
          <pc:docMk/>
          <pc:sldMk cId="437903520" sldId="302"/>
        </pc:sldMkLst>
        <pc:spChg chg="mod">
          <ac:chgData name="Angela Robbins" userId="S::angela.robbins_elearningdoc.com#ext#@cisco.onmicrosoft.com::e406273b-12cd-460d-a763-85132e1718ac" providerId="AD" clId="Web-{8B41FFC7-1F53-7A85-9CFD-E2D56D757E73}" dt="2022-10-18T19:05:12.695" v="298" actId="1076"/>
          <ac:spMkLst>
            <pc:docMk/>
            <pc:sldMk cId="437903520" sldId="302"/>
            <ac:spMk id="2" creationId="{049843AC-0EB2-04DF-C1F6-62D036AEFF77}"/>
          </ac:spMkLst>
        </pc:spChg>
        <pc:spChg chg="del">
          <ac:chgData name="Angela Robbins" userId="S::angela.robbins_elearningdoc.com#ext#@cisco.onmicrosoft.com::e406273b-12cd-460d-a763-85132e1718ac" providerId="AD" clId="Web-{8B41FFC7-1F53-7A85-9CFD-E2D56D757E73}" dt="2022-10-18T19:05:10.242" v="297"/>
          <ac:spMkLst>
            <pc:docMk/>
            <pc:sldMk cId="437903520" sldId="302"/>
            <ac:spMk id="3" creationId="{E70887DA-0117-4548-0D43-F184AF043A50}"/>
          </ac:spMkLst>
        </pc:spChg>
        <pc:spChg chg="add mod">
          <ac:chgData name="Angela Robbins" userId="S::angela.robbins_elearningdoc.com#ext#@cisco.onmicrosoft.com::e406273b-12cd-460d-a763-85132e1718ac" providerId="AD" clId="Web-{8B41FFC7-1F53-7A85-9CFD-E2D56D757E73}" dt="2022-10-18T20:40:50.948" v="1051" actId="1076"/>
          <ac:spMkLst>
            <pc:docMk/>
            <pc:sldMk cId="437903520" sldId="302"/>
            <ac:spMk id="4" creationId="{73835CA4-8047-5687-340E-0690C2A4883A}"/>
          </ac:spMkLst>
        </pc:spChg>
        <pc:picChg chg="add mod modCrop">
          <ac:chgData name="Angela Robbins" userId="S::angela.robbins_elearningdoc.com#ext#@cisco.onmicrosoft.com::e406273b-12cd-460d-a763-85132e1718ac" providerId="AD" clId="Web-{8B41FFC7-1F53-7A85-9CFD-E2D56D757E73}" dt="2022-10-18T19:08:36.121" v="314" actId="14100"/>
          <ac:picMkLst>
            <pc:docMk/>
            <pc:sldMk cId="437903520" sldId="302"/>
            <ac:picMk id="5" creationId="{BB58BC23-1452-62BE-2567-1FD0BA664C34}"/>
          </ac:picMkLst>
        </pc:picChg>
      </pc:sldChg>
      <pc:sldChg chg="addSp delSp modSp new">
        <pc:chgData name="Angela Robbins" userId="S::angela.robbins_elearningdoc.com#ext#@cisco.onmicrosoft.com::e406273b-12cd-460d-a763-85132e1718ac" providerId="AD" clId="Web-{8B41FFC7-1F53-7A85-9CFD-E2D56D757E73}" dt="2022-10-18T20:40:57.527" v="1052" actId="1076"/>
        <pc:sldMkLst>
          <pc:docMk/>
          <pc:sldMk cId="3513750639" sldId="303"/>
        </pc:sldMkLst>
        <pc:spChg chg="mod">
          <ac:chgData name="Angela Robbins" userId="S::angela.robbins_elearningdoc.com#ext#@cisco.onmicrosoft.com::e406273b-12cd-460d-a763-85132e1718ac" providerId="AD" clId="Web-{8B41FFC7-1F53-7A85-9CFD-E2D56D757E73}" dt="2022-10-18T19:09:24.418" v="328" actId="1076"/>
          <ac:spMkLst>
            <pc:docMk/>
            <pc:sldMk cId="3513750639" sldId="303"/>
            <ac:spMk id="2" creationId="{C4470474-9F1D-9B2E-70E2-97BC78CDDBBB}"/>
          </ac:spMkLst>
        </pc:spChg>
        <pc:spChg chg="del">
          <ac:chgData name="Angela Robbins" userId="S::angela.robbins_elearningdoc.com#ext#@cisco.onmicrosoft.com::e406273b-12cd-460d-a763-85132e1718ac" providerId="AD" clId="Web-{8B41FFC7-1F53-7A85-9CFD-E2D56D757E73}" dt="2022-10-18T19:09:21.418" v="327"/>
          <ac:spMkLst>
            <pc:docMk/>
            <pc:sldMk cId="3513750639" sldId="303"/>
            <ac:spMk id="3" creationId="{E8C940F3-A75C-9121-EA2C-B1FB77A4F875}"/>
          </ac:spMkLst>
        </pc:spChg>
        <pc:spChg chg="add mod">
          <ac:chgData name="Angela Robbins" userId="S::angela.robbins_elearningdoc.com#ext#@cisco.onmicrosoft.com::e406273b-12cd-460d-a763-85132e1718ac" providerId="AD" clId="Web-{8B41FFC7-1F53-7A85-9CFD-E2D56D757E73}" dt="2022-10-18T20:40:57.527" v="1052" actId="1076"/>
          <ac:spMkLst>
            <pc:docMk/>
            <pc:sldMk cId="3513750639" sldId="303"/>
            <ac:spMk id="4" creationId="{B7B8F8FD-3DE4-6E47-1403-B5324DCEC82D}"/>
          </ac:spMkLst>
        </pc:spChg>
        <pc:picChg chg="add mod modCrop">
          <ac:chgData name="Angela Robbins" userId="S::angela.robbins_elearningdoc.com#ext#@cisco.onmicrosoft.com::e406273b-12cd-460d-a763-85132e1718ac" providerId="AD" clId="Web-{8B41FFC7-1F53-7A85-9CFD-E2D56D757E73}" dt="2022-10-18T19:10:19.857" v="345" actId="14100"/>
          <ac:picMkLst>
            <pc:docMk/>
            <pc:sldMk cId="3513750639" sldId="303"/>
            <ac:picMk id="5" creationId="{55B239FC-A6FC-558E-9F14-8E1AA32A4F7F}"/>
          </ac:picMkLst>
        </pc:picChg>
      </pc:sldChg>
      <pc:sldChg chg="modSp add replId">
        <pc:chgData name="Angela Robbins" userId="S::angela.robbins_elearningdoc.com#ext#@cisco.onmicrosoft.com::e406273b-12cd-460d-a763-85132e1718ac" providerId="AD" clId="Web-{8B41FFC7-1F53-7A85-9CFD-E2D56D757E73}" dt="2022-10-18T23:24:26.070" v="1548" actId="20577"/>
        <pc:sldMkLst>
          <pc:docMk/>
          <pc:sldMk cId="2758960348" sldId="304"/>
        </pc:sldMkLst>
        <pc:spChg chg="mod">
          <ac:chgData name="Angela Robbins" userId="S::angela.robbins_elearningdoc.com#ext#@cisco.onmicrosoft.com::e406273b-12cd-460d-a763-85132e1718ac" providerId="AD" clId="Web-{8B41FFC7-1F53-7A85-9CFD-E2D56D757E73}" dt="2022-10-18T23:24:26.070" v="1548" actId="20577"/>
          <ac:spMkLst>
            <pc:docMk/>
            <pc:sldMk cId="2758960348" sldId="304"/>
            <ac:spMk id="5" creationId="{00000000-0000-0000-0000-000000000000}"/>
          </ac:spMkLst>
        </pc:spChg>
      </pc:sldChg>
      <pc:sldChg chg="modSp add replId">
        <pc:chgData name="Angela Robbins" userId="S::angela.robbins_elearningdoc.com#ext#@cisco.onmicrosoft.com::e406273b-12cd-460d-a763-85132e1718ac" providerId="AD" clId="Web-{8B41FFC7-1F53-7A85-9CFD-E2D56D757E73}" dt="2022-10-18T21:13:52.595" v="1152" actId="1076"/>
        <pc:sldMkLst>
          <pc:docMk/>
          <pc:sldMk cId="2121233305" sldId="305"/>
        </pc:sldMkLst>
        <pc:spChg chg="mod">
          <ac:chgData name="Angela Robbins" userId="S::angela.robbins_elearningdoc.com#ext#@cisco.onmicrosoft.com::e406273b-12cd-460d-a763-85132e1718ac" providerId="AD" clId="Web-{8B41FFC7-1F53-7A85-9CFD-E2D56D757E73}" dt="2022-10-18T21:13:52.595" v="1152" actId="1076"/>
          <ac:spMkLst>
            <pc:docMk/>
            <pc:sldMk cId="2121233305" sldId="305"/>
            <ac:spMk id="5" creationId="{00000000-0000-0000-0000-000000000000}"/>
          </ac:spMkLst>
        </pc:spChg>
      </pc:sldChg>
      <pc:sldChg chg="addSp delSp modSp add ord replId">
        <pc:chgData name="Angela Robbins" userId="S::angela.robbins_elearningdoc.com#ext#@cisco.onmicrosoft.com::e406273b-12cd-460d-a763-85132e1718ac" providerId="AD" clId="Web-{8B41FFC7-1F53-7A85-9CFD-E2D56D757E73}" dt="2022-10-18T21:47:44.963" v="1319" actId="1076"/>
        <pc:sldMkLst>
          <pc:docMk/>
          <pc:sldMk cId="1364361946" sldId="306"/>
        </pc:sldMkLst>
        <pc:spChg chg="mod">
          <ac:chgData name="Angela Robbins" userId="S::angela.robbins_elearningdoc.com#ext#@cisco.onmicrosoft.com::e406273b-12cd-460d-a763-85132e1718ac" providerId="AD" clId="Web-{8B41FFC7-1F53-7A85-9CFD-E2D56D757E73}" dt="2022-10-18T21:47:42.400" v="1318" actId="1076"/>
          <ac:spMkLst>
            <pc:docMk/>
            <pc:sldMk cId="1364361946" sldId="306"/>
            <ac:spMk id="2" creationId="{00000000-0000-0000-0000-000000000000}"/>
          </ac:spMkLst>
        </pc:spChg>
        <pc:spChg chg="mod">
          <ac:chgData name="Angela Robbins" userId="S::angela.robbins_elearningdoc.com#ext#@cisco.onmicrosoft.com::e406273b-12cd-460d-a763-85132e1718ac" providerId="AD" clId="Web-{8B41FFC7-1F53-7A85-9CFD-E2D56D757E73}" dt="2022-10-18T21:47:44.963" v="1319" actId="1076"/>
          <ac:spMkLst>
            <pc:docMk/>
            <pc:sldMk cId="1364361946" sldId="306"/>
            <ac:spMk id="3" creationId="{00000000-0000-0000-0000-000000000000}"/>
          </ac:spMkLst>
        </pc:spChg>
        <pc:spChg chg="add mod">
          <ac:chgData name="Angela Robbins" userId="S::angela.robbins_elearningdoc.com#ext#@cisco.onmicrosoft.com::e406273b-12cd-460d-a763-85132e1718ac" providerId="AD" clId="Web-{8B41FFC7-1F53-7A85-9CFD-E2D56D757E73}" dt="2022-10-18T19:24:46.734" v="496" actId="1076"/>
          <ac:spMkLst>
            <pc:docMk/>
            <pc:sldMk cId="1364361946" sldId="306"/>
            <ac:spMk id="4" creationId="{AE81E323-1121-C9BF-41FA-730D352EF22A}"/>
          </ac:spMkLst>
        </pc:spChg>
        <pc:graphicFrameChg chg="del mod modGraphic">
          <ac:chgData name="Angela Robbins" userId="S::angela.robbins_elearningdoc.com#ext#@cisco.onmicrosoft.com::e406273b-12cd-460d-a763-85132e1718ac" providerId="AD" clId="Web-{8B41FFC7-1F53-7A85-9CFD-E2D56D757E73}" dt="2022-10-18T19:23:39.029" v="478"/>
          <ac:graphicFrameMkLst>
            <pc:docMk/>
            <pc:sldMk cId="1364361946" sldId="306"/>
            <ac:graphicFrameMk id="31" creationId="{00000000-0000-0000-0000-000000000000}"/>
          </ac:graphicFrameMkLst>
        </pc:graphicFrameChg>
        <pc:picChg chg="add mod modCrop">
          <ac:chgData name="Angela Robbins" userId="S::angela.robbins_elearningdoc.com#ext#@cisco.onmicrosoft.com::e406273b-12cd-460d-a763-85132e1718ac" providerId="AD" clId="Web-{8B41FFC7-1F53-7A85-9CFD-E2D56D757E73}" dt="2022-10-18T19:24:52.234" v="498" actId="14100"/>
          <ac:picMkLst>
            <pc:docMk/>
            <pc:sldMk cId="1364361946" sldId="306"/>
            <ac:picMk id="5" creationId="{E9BA50CD-7558-586F-4372-5A452B486C27}"/>
          </ac:picMkLst>
        </pc:picChg>
      </pc:sldChg>
      <pc:sldChg chg="addSp delSp modSp add replId">
        <pc:chgData name="Angela Robbins" userId="S::angela.robbins_elearningdoc.com#ext#@cisco.onmicrosoft.com::e406273b-12cd-460d-a763-85132e1718ac" providerId="AD" clId="Web-{8B41FFC7-1F53-7A85-9CFD-E2D56D757E73}" dt="2022-10-18T19:26:18.157" v="514" actId="1076"/>
        <pc:sldMkLst>
          <pc:docMk/>
          <pc:sldMk cId="3182053678" sldId="307"/>
        </pc:sldMkLst>
        <pc:spChg chg="del">
          <ac:chgData name="Angela Robbins" userId="S::angela.robbins_elearningdoc.com#ext#@cisco.onmicrosoft.com::e406273b-12cd-460d-a763-85132e1718ac" providerId="AD" clId="Web-{8B41FFC7-1F53-7A85-9CFD-E2D56D757E73}" dt="2022-10-18T19:25:48.407" v="506"/>
          <ac:spMkLst>
            <pc:docMk/>
            <pc:sldMk cId="3182053678" sldId="307"/>
            <ac:spMk id="5" creationId="{00000000-0000-0000-0000-000000000000}"/>
          </ac:spMkLst>
        </pc:spChg>
        <pc:picChg chg="add mod modCrop">
          <ac:chgData name="Angela Robbins" userId="S::angela.robbins_elearningdoc.com#ext#@cisco.onmicrosoft.com::e406273b-12cd-460d-a763-85132e1718ac" providerId="AD" clId="Web-{8B41FFC7-1F53-7A85-9CFD-E2D56D757E73}" dt="2022-10-18T19:26:18.157" v="514" actId="1076"/>
          <ac:picMkLst>
            <pc:docMk/>
            <pc:sldMk cId="3182053678" sldId="307"/>
            <ac:picMk id="4" creationId="{F0E767AD-7931-9285-E474-A921ACB5E57D}"/>
          </ac:picMkLst>
        </pc:picChg>
      </pc:sldChg>
      <pc:sldChg chg="addSp modSp new">
        <pc:chgData name="Angela Robbins" userId="S::angela.robbins_elearningdoc.com#ext#@cisco.onmicrosoft.com::e406273b-12cd-460d-a763-85132e1718ac" providerId="AD" clId="Web-{8B41FFC7-1F53-7A85-9CFD-E2D56D757E73}" dt="2022-10-18T22:32:04.020" v="1503" actId="14100"/>
        <pc:sldMkLst>
          <pc:docMk/>
          <pc:sldMk cId="3398242555" sldId="308"/>
        </pc:sldMkLst>
        <pc:spChg chg="mod">
          <ac:chgData name="Angela Robbins" userId="S::angela.robbins_elearningdoc.com#ext#@cisco.onmicrosoft.com::e406273b-12cd-460d-a763-85132e1718ac" providerId="AD" clId="Web-{8B41FFC7-1F53-7A85-9CFD-E2D56D757E73}" dt="2022-10-18T22:22:03.006" v="1434" actId="20577"/>
          <ac:spMkLst>
            <pc:docMk/>
            <pc:sldMk cId="3398242555" sldId="308"/>
            <ac:spMk id="2" creationId="{727E1F1C-A056-5693-2699-7380AF77B51E}"/>
          </ac:spMkLst>
        </pc:spChg>
        <pc:spChg chg="mod">
          <ac:chgData name="Angela Robbins" userId="S::angela.robbins_elearningdoc.com#ext#@cisco.onmicrosoft.com::e406273b-12cd-460d-a763-85132e1718ac" providerId="AD" clId="Web-{8B41FFC7-1F53-7A85-9CFD-E2D56D757E73}" dt="2022-10-18T22:21:46.130" v="1430" actId="20577"/>
          <ac:spMkLst>
            <pc:docMk/>
            <pc:sldMk cId="3398242555" sldId="308"/>
            <ac:spMk id="3" creationId="{06C40A6A-A398-D5D3-0329-0907E5C9C6B3}"/>
          </ac:spMkLst>
        </pc:spChg>
        <pc:spChg chg="add mod">
          <ac:chgData name="Angela Robbins" userId="S::angela.robbins_elearningdoc.com#ext#@cisco.onmicrosoft.com::e406273b-12cd-460d-a763-85132e1718ac" providerId="AD" clId="Web-{8B41FFC7-1F53-7A85-9CFD-E2D56D757E73}" dt="2022-10-18T22:32:04.020" v="1503" actId="14100"/>
          <ac:spMkLst>
            <pc:docMk/>
            <pc:sldMk cId="3398242555" sldId="308"/>
            <ac:spMk id="4" creationId="{7459EEF2-8F34-57DA-19C7-EC085490CD59}"/>
          </ac:spMkLst>
        </pc:spChg>
      </pc:sldChg>
      <pc:sldChg chg="modSp add">
        <pc:chgData name="Angela Robbins" userId="S::angela.robbins_elearningdoc.com#ext#@cisco.onmicrosoft.com::e406273b-12cd-460d-a763-85132e1718ac" providerId="AD" clId="Web-{8B41FFC7-1F53-7A85-9CFD-E2D56D757E73}" dt="2022-10-18T23:31:35.691" v="1710"/>
        <pc:sldMkLst>
          <pc:docMk/>
          <pc:sldMk cId="3921304915" sldId="309"/>
        </pc:sldMkLst>
        <pc:graphicFrameChg chg="mod modGraphic">
          <ac:chgData name="Angela Robbins" userId="S::angela.robbins_elearningdoc.com#ext#@cisco.onmicrosoft.com::e406273b-12cd-460d-a763-85132e1718ac" providerId="AD" clId="Web-{8B41FFC7-1F53-7A85-9CFD-E2D56D757E73}" dt="2022-10-18T23:31:35.691" v="1710"/>
          <ac:graphicFrameMkLst>
            <pc:docMk/>
            <pc:sldMk cId="3921304915" sldId="309"/>
            <ac:graphicFrameMk id="3" creationId="{00000000-0000-0000-0000-000000000000}"/>
          </ac:graphicFrameMkLst>
        </pc:graphicFrameChg>
      </pc:sldChg>
      <pc:sldChg chg="add del">
        <pc:chgData name="Angela Robbins" userId="S::angela.robbins_elearningdoc.com#ext#@cisco.onmicrosoft.com::e406273b-12cd-460d-a763-85132e1718ac" providerId="AD" clId="Web-{8B41FFC7-1F53-7A85-9CFD-E2D56D757E73}" dt="2022-10-18T19:51:54.953" v="557"/>
        <pc:sldMkLst>
          <pc:docMk/>
          <pc:sldMk cId="400467581" sldId="310"/>
        </pc:sldMkLst>
      </pc:sldChg>
      <pc:sldChg chg="new del">
        <pc:chgData name="Angela Robbins" userId="S::angela.robbins_elearningdoc.com#ext#@cisco.onmicrosoft.com::e406273b-12cd-460d-a763-85132e1718ac" providerId="AD" clId="Web-{8B41FFC7-1F53-7A85-9CFD-E2D56D757E73}" dt="2022-10-18T20:43:24.670" v="1062"/>
        <pc:sldMkLst>
          <pc:docMk/>
          <pc:sldMk cId="1369544132" sldId="310"/>
        </pc:sldMkLst>
      </pc:sldChg>
      <pc:sldChg chg="modSp add replId">
        <pc:chgData name="Angela Robbins" userId="S::angela.robbins_elearningdoc.com#ext#@cisco.onmicrosoft.com::e406273b-12cd-460d-a763-85132e1718ac" providerId="AD" clId="Web-{8B41FFC7-1F53-7A85-9CFD-E2D56D757E73}" dt="2022-10-18T20:45:15.704" v="1069" actId="20577"/>
        <pc:sldMkLst>
          <pc:docMk/>
          <pc:sldMk cId="1628611304" sldId="311"/>
        </pc:sldMkLst>
        <pc:spChg chg="mod">
          <ac:chgData name="Angela Robbins" userId="S::angela.robbins_elearningdoc.com#ext#@cisco.onmicrosoft.com::e406273b-12cd-460d-a763-85132e1718ac" providerId="AD" clId="Web-{8B41FFC7-1F53-7A85-9CFD-E2D56D757E73}" dt="2022-10-18T20:45:15.704" v="1069" actId="20577"/>
          <ac:spMkLst>
            <pc:docMk/>
            <pc:sldMk cId="1628611304" sldId="311"/>
            <ac:spMk id="5" creationId="{00000000-0000-0000-0000-000000000000}"/>
          </ac:spMkLst>
        </pc:spChg>
      </pc:sldChg>
      <pc:sldChg chg="modSp add replId">
        <pc:chgData name="Angela Robbins" userId="S::angela.robbins_elearningdoc.com#ext#@cisco.onmicrosoft.com::e406273b-12cd-460d-a763-85132e1718ac" providerId="AD" clId="Web-{8B41FFC7-1F53-7A85-9CFD-E2D56D757E73}" dt="2022-10-18T20:43:45.093" v="1065" actId="20577"/>
        <pc:sldMkLst>
          <pc:docMk/>
          <pc:sldMk cId="3942187004" sldId="312"/>
        </pc:sldMkLst>
        <pc:spChg chg="mod">
          <ac:chgData name="Angela Robbins" userId="S::angela.robbins_elearningdoc.com#ext#@cisco.onmicrosoft.com::e406273b-12cd-460d-a763-85132e1718ac" providerId="AD" clId="Web-{8B41FFC7-1F53-7A85-9CFD-E2D56D757E73}" dt="2022-10-18T20:43:45.093" v="1065" actId="20577"/>
          <ac:spMkLst>
            <pc:docMk/>
            <pc:sldMk cId="3942187004" sldId="312"/>
            <ac:spMk id="5" creationId="{00000000-0000-0000-0000-000000000000}"/>
          </ac:spMkLst>
        </pc:spChg>
      </pc:sldChg>
      <pc:sldChg chg="modSp add replId">
        <pc:chgData name="Angela Robbins" userId="S::angela.robbins_elearningdoc.com#ext#@cisco.onmicrosoft.com::e406273b-12cd-460d-a763-85132e1718ac" providerId="AD" clId="Web-{8B41FFC7-1F53-7A85-9CFD-E2D56D757E73}" dt="2022-10-18T21:19:01.634" v="1184" actId="20577"/>
        <pc:sldMkLst>
          <pc:docMk/>
          <pc:sldMk cId="2069152297" sldId="313"/>
        </pc:sldMkLst>
        <pc:spChg chg="mod">
          <ac:chgData name="Angela Robbins" userId="S::angela.robbins_elearningdoc.com#ext#@cisco.onmicrosoft.com::e406273b-12cd-460d-a763-85132e1718ac" providerId="AD" clId="Web-{8B41FFC7-1F53-7A85-9CFD-E2D56D757E73}" dt="2022-10-18T21:16:58.703" v="1173" actId="20577"/>
          <ac:spMkLst>
            <pc:docMk/>
            <pc:sldMk cId="2069152297" sldId="313"/>
            <ac:spMk id="3" creationId="{00000000-0000-0000-0000-000000000000}"/>
          </ac:spMkLst>
        </pc:spChg>
        <pc:spChg chg="mod">
          <ac:chgData name="Angela Robbins" userId="S::angela.robbins_elearningdoc.com#ext#@cisco.onmicrosoft.com::e406273b-12cd-460d-a763-85132e1718ac" providerId="AD" clId="Web-{8B41FFC7-1F53-7A85-9CFD-E2D56D757E73}" dt="2022-10-18T21:19:01.634" v="1184" actId="20577"/>
          <ac:spMkLst>
            <pc:docMk/>
            <pc:sldMk cId="2069152297" sldId="313"/>
            <ac:spMk id="5" creationId="{00000000-0000-0000-0000-000000000000}"/>
          </ac:spMkLst>
        </pc:spChg>
      </pc:sldChg>
      <pc:sldChg chg="modSp add replId">
        <pc:chgData name="Angela Robbins" userId="S::angela.robbins_elearningdoc.com#ext#@cisco.onmicrosoft.com::e406273b-12cd-460d-a763-85132e1718ac" providerId="AD" clId="Web-{8B41FFC7-1F53-7A85-9CFD-E2D56D757E73}" dt="2022-10-18T23:27:05.174" v="1550" actId="20577"/>
        <pc:sldMkLst>
          <pc:docMk/>
          <pc:sldMk cId="1788858442" sldId="314"/>
        </pc:sldMkLst>
        <pc:spChg chg="mod">
          <ac:chgData name="Angela Robbins" userId="S::angela.robbins_elearningdoc.com#ext#@cisco.onmicrosoft.com::e406273b-12cd-460d-a763-85132e1718ac" providerId="AD" clId="Web-{8B41FFC7-1F53-7A85-9CFD-E2D56D757E73}" dt="2022-10-18T23:27:05.174" v="1550" actId="20577"/>
          <ac:spMkLst>
            <pc:docMk/>
            <pc:sldMk cId="1788858442" sldId="314"/>
            <ac:spMk id="5" creationId="{00000000-0000-0000-0000-000000000000}"/>
          </ac:spMkLst>
        </pc:spChg>
      </pc:sldChg>
      <pc:sldChg chg="modSp add replId">
        <pc:chgData name="Angela Robbins" userId="S::angela.robbins_elearningdoc.com#ext#@cisco.onmicrosoft.com::e406273b-12cd-460d-a763-85132e1718ac" providerId="AD" clId="Web-{8B41FFC7-1F53-7A85-9CFD-E2D56D757E73}" dt="2022-10-18T22:15:48.073" v="1371" actId="1076"/>
        <pc:sldMkLst>
          <pc:docMk/>
          <pc:sldMk cId="4171823002" sldId="315"/>
        </pc:sldMkLst>
        <pc:spChg chg="mod">
          <ac:chgData name="Angela Robbins" userId="S::angela.robbins_elearningdoc.com#ext#@cisco.onmicrosoft.com::e406273b-12cd-460d-a763-85132e1718ac" providerId="AD" clId="Web-{8B41FFC7-1F53-7A85-9CFD-E2D56D757E73}" dt="2022-10-18T22:15:48.073" v="1371" actId="1076"/>
          <ac:spMkLst>
            <pc:docMk/>
            <pc:sldMk cId="4171823002" sldId="315"/>
            <ac:spMk id="5" creationId="{00000000-0000-0000-0000-000000000000}"/>
          </ac:spMkLst>
        </pc:spChg>
      </pc:sldChg>
      <pc:sldChg chg="addSp modSp new">
        <pc:chgData name="Angela Robbins" userId="S::angela.robbins_elearningdoc.com#ext#@cisco.onmicrosoft.com::e406273b-12cd-460d-a763-85132e1718ac" providerId="AD" clId="Web-{8B41FFC7-1F53-7A85-9CFD-E2D56D757E73}" dt="2022-10-18T22:34:47.587" v="1545" actId="1076"/>
        <pc:sldMkLst>
          <pc:docMk/>
          <pc:sldMk cId="1734151613" sldId="316"/>
        </pc:sldMkLst>
        <pc:spChg chg="mod">
          <ac:chgData name="Angela Robbins" userId="S::angela.robbins_elearningdoc.com#ext#@cisco.onmicrosoft.com::e406273b-12cd-460d-a763-85132e1718ac" providerId="AD" clId="Web-{8B41FFC7-1F53-7A85-9CFD-E2D56D757E73}" dt="2022-10-18T22:22:09.178" v="1436" actId="20577"/>
          <ac:spMkLst>
            <pc:docMk/>
            <pc:sldMk cId="1734151613" sldId="316"/>
            <ac:spMk id="2" creationId="{478A95B8-7CD4-E121-A846-41808C35DC37}"/>
          </ac:spMkLst>
        </pc:spChg>
        <pc:spChg chg="mod">
          <ac:chgData name="Angela Robbins" userId="S::angela.robbins_elearningdoc.com#ext#@cisco.onmicrosoft.com::e406273b-12cd-460d-a763-85132e1718ac" providerId="AD" clId="Web-{8B41FFC7-1F53-7A85-9CFD-E2D56D757E73}" dt="2022-10-18T22:21:47.959" v="1431" actId="20577"/>
          <ac:spMkLst>
            <pc:docMk/>
            <pc:sldMk cId="1734151613" sldId="316"/>
            <ac:spMk id="3" creationId="{94D87FBC-805F-DEAE-05BF-9CD49D9EC8B2}"/>
          </ac:spMkLst>
        </pc:spChg>
        <pc:spChg chg="add mod">
          <ac:chgData name="Angela Robbins" userId="S::angela.robbins_elearningdoc.com#ext#@cisco.onmicrosoft.com::e406273b-12cd-460d-a763-85132e1718ac" providerId="AD" clId="Web-{8B41FFC7-1F53-7A85-9CFD-E2D56D757E73}" dt="2022-10-18T22:34:47.587" v="1545" actId="1076"/>
          <ac:spMkLst>
            <pc:docMk/>
            <pc:sldMk cId="1734151613" sldId="316"/>
            <ac:spMk id="4" creationId="{91BF04EB-F3C4-035E-3DF4-35F198550E38}"/>
          </ac:spMkLst>
        </pc:spChg>
      </pc:sldChg>
      <pc:sldMasterChg chg="add addSldLayout">
        <pc:chgData name="Angela Robbins" userId="S::angela.robbins_elearningdoc.com#ext#@cisco.onmicrosoft.com::e406273b-12cd-460d-a763-85132e1718ac" providerId="AD" clId="Web-{8B41FFC7-1F53-7A85-9CFD-E2D56D757E73}" dt="2022-10-18T19:38:55.203" v="538"/>
        <pc:sldMasterMkLst>
          <pc:docMk/>
          <pc:sldMasterMk cId="0" sldId="2147483700"/>
        </pc:sldMasterMkLst>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3086725553" sldId="2147483962"/>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1890854121" sldId="2147483965"/>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542967988" sldId="2147483967"/>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4222912136" sldId="2147483995"/>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147974899" sldId="2147483998"/>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3053872667" sldId="2147484007"/>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2962125011" sldId="2147484010"/>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3643099958" sldId="2147484011"/>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3653042546" sldId="2147484013"/>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1974617842" sldId="2147484014"/>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1198843304" sldId="2147484015"/>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1851544963" sldId="2147484027"/>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2257996623" sldId="2147484029"/>
          </pc:sldLayoutMkLst>
        </pc:sldLayoutChg>
        <pc:sldLayoutChg chg="add">
          <pc:chgData name="Angela Robbins" userId="S::angela.robbins_elearningdoc.com#ext#@cisco.onmicrosoft.com::e406273b-12cd-460d-a763-85132e1718ac" providerId="AD" clId="Web-{8B41FFC7-1F53-7A85-9CFD-E2D56D757E73}" dt="2022-10-18T19:38:55.203" v="538"/>
          <pc:sldLayoutMkLst>
            <pc:docMk/>
            <pc:sldMasterMk cId="0" sldId="2147483700"/>
            <pc:sldLayoutMk cId="2699250104" sldId="2147484031"/>
          </pc:sldLayoutMkLst>
        </pc:sldLayoutChg>
      </pc:sldMasterChg>
    </pc:docChg>
  </pc:docChgLst>
  <pc:docChgLst>
    <pc:chgData name="Anna Bolen -X (abolen - UNICON INC at Cisco)" userId="8fcf5b57-97b6-40ce-9683-275924855fa8" providerId="ADAL" clId="{0DC05D7D-B8C2-41A4-8BEE-0BC4BA22437B}"/>
    <pc:docChg chg="modSld">
      <pc:chgData name="Anna Bolen -X (abolen - UNICON INC at Cisco)" userId="8fcf5b57-97b6-40ce-9683-275924855fa8" providerId="ADAL" clId="{0DC05D7D-B8C2-41A4-8BEE-0BC4BA22437B}" dt="2023-03-30T15:56:26.863" v="0"/>
      <pc:docMkLst>
        <pc:docMk/>
      </pc:docMkLst>
      <pc:sldChg chg="modSp modNotes">
        <pc:chgData name="Anna Bolen -X (abolen - UNICON INC at Cisco)" userId="8fcf5b57-97b6-40ce-9683-275924855fa8" providerId="ADAL" clId="{0DC05D7D-B8C2-41A4-8BEE-0BC4BA22437B}" dt="2023-03-30T15:56:26.863" v="0"/>
        <pc:sldMkLst>
          <pc:docMk/>
          <pc:sldMk cId="0" sldId="256"/>
        </pc:sldMkLst>
        <pc:spChg chg="mod">
          <ac:chgData name="Anna Bolen -X (abolen - UNICON INC at Cisco)" userId="8fcf5b57-97b6-40ce-9683-275924855fa8" providerId="ADAL" clId="{0DC05D7D-B8C2-41A4-8BEE-0BC4BA22437B}" dt="2023-03-30T15:56:26.863" v="0"/>
          <ac:spMkLst>
            <pc:docMk/>
            <pc:sldMk cId="0" sldId="256"/>
            <ac:spMk id="4" creationId="{00000000-0000-0000-0000-000000000000}"/>
          </ac:spMkLst>
        </pc:spChg>
      </pc:sldChg>
      <pc:sldChg chg="modSp modNotes">
        <pc:chgData name="Anna Bolen -X (abolen - UNICON INC at Cisco)" userId="8fcf5b57-97b6-40ce-9683-275924855fa8" providerId="ADAL" clId="{0DC05D7D-B8C2-41A4-8BEE-0BC4BA22437B}" dt="2023-03-30T15:56:26.863" v="0"/>
        <pc:sldMkLst>
          <pc:docMk/>
          <pc:sldMk cId="0" sldId="262"/>
        </pc:sldMkLst>
        <pc:spChg chg="mod">
          <ac:chgData name="Anna Bolen -X (abolen - UNICON INC at Cisco)" userId="8fcf5b57-97b6-40ce-9683-275924855fa8" providerId="ADAL" clId="{0DC05D7D-B8C2-41A4-8BEE-0BC4BA22437B}" dt="2023-03-30T15:56:26.863" v="0"/>
          <ac:spMkLst>
            <pc:docMk/>
            <pc:sldMk cId="0" sldId="262"/>
            <ac:spMk id="3" creationId="{00000000-0000-0000-0000-000000000000}"/>
          </ac:spMkLst>
        </pc:spChg>
      </pc:sldChg>
    </pc:docChg>
  </pc:docChgLst>
  <pc:docChgLst>
    <pc:chgData name="Brie Nelson" userId="S::brie_elearningdoc.com#ext#@cisco.onmicrosoft.com::712abed6-64c6-4c4c-80f1-14676a42bb74" providerId="AD" clId="Web-{101292E7-B6EB-9C67-0C44-CB958396AE40}"/>
    <pc:docChg chg="modSld">
      <pc:chgData name="Brie Nelson" userId="S::brie_elearningdoc.com#ext#@cisco.onmicrosoft.com::712abed6-64c6-4c4c-80f1-14676a42bb74" providerId="AD" clId="Web-{101292E7-B6EB-9C67-0C44-CB958396AE40}" dt="2022-10-28T15:59:20.999" v="232" actId="20577"/>
      <pc:docMkLst>
        <pc:docMk/>
      </pc:docMkLst>
      <pc:sldChg chg="modSp">
        <pc:chgData name="Brie Nelson" userId="S::brie_elearningdoc.com#ext#@cisco.onmicrosoft.com::712abed6-64c6-4c4c-80f1-14676a42bb74" providerId="AD" clId="Web-{101292E7-B6EB-9C67-0C44-CB958396AE40}" dt="2022-10-28T14:34:30.330" v="42" actId="20577"/>
        <pc:sldMkLst>
          <pc:docMk/>
          <pc:sldMk cId="0" sldId="269"/>
        </pc:sldMkLst>
        <pc:spChg chg="mod">
          <ac:chgData name="Brie Nelson" userId="S::brie_elearningdoc.com#ext#@cisco.onmicrosoft.com::712abed6-64c6-4c4c-80f1-14676a42bb74" providerId="AD" clId="Web-{101292E7-B6EB-9C67-0C44-CB958396AE40}" dt="2022-10-28T14:34:30.330" v="42" actId="20577"/>
          <ac:spMkLst>
            <pc:docMk/>
            <pc:sldMk cId="0" sldId="269"/>
            <ac:spMk id="5" creationId="{00000000-0000-0000-0000-000000000000}"/>
          </ac:spMkLst>
        </pc:spChg>
      </pc:sldChg>
      <pc:sldChg chg="modSp">
        <pc:chgData name="Brie Nelson" userId="S::brie_elearningdoc.com#ext#@cisco.onmicrosoft.com::712abed6-64c6-4c4c-80f1-14676a42bb74" providerId="AD" clId="Web-{101292E7-B6EB-9C67-0C44-CB958396AE40}" dt="2022-10-28T15:59:20.999" v="232" actId="20577"/>
        <pc:sldMkLst>
          <pc:docMk/>
          <pc:sldMk cId="0" sldId="291"/>
        </pc:sldMkLst>
        <pc:spChg chg="mod">
          <ac:chgData name="Brie Nelson" userId="S::brie_elearningdoc.com#ext#@cisco.onmicrosoft.com::712abed6-64c6-4c4c-80f1-14676a42bb74" providerId="AD" clId="Web-{101292E7-B6EB-9C67-0C44-CB958396AE40}" dt="2022-10-28T15:59:20.999" v="232" actId="20577"/>
          <ac:spMkLst>
            <pc:docMk/>
            <pc:sldMk cId="0" sldId="291"/>
            <ac:spMk id="5" creationId="{00000000-0000-0000-0000-000000000000}"/>
          </ac:spMkLst>
        </pc:spChg>
      </pc:sldChg>
      <pc:sldChg chg="modSp">
        <pc:chgData name="Brie Nelson" userId="S::brie_elearningdoc.com#ext#@cisco.onmicrosoft.com::712abed6-64c6-4c4c-80f1-14676a42bb74" providerId="AD" clId="Web-{101292E7-B6EB-9C67-0C44-CB958396AE40}" dt="2022-10-28T14:32:06.451" v="34" actId="20577"/>
        <pc:sldMkLst>
          <pc:docMk/>
          <pc:sldMk cId="3398242555" sldId="308"/>
        </pc:sldMkLst>
        <pc:spChg chg="mod">
          <ac:chgData name="Brie Nelson" userId="S::brie_elearningdoc.com#ext#@cisco.onmicrosoft.com::712abed6-64c6-4c4c-80f1-14676a42bb74" providerId="AD" clId="Web-{101292E7-B6EB-9C67-0C44-CB958396AE40}" dt="2022-10-28T14:32:06.451" v="34" actId="20577"/>
          <ac:spMkLst>
            <pc:docMk/>
            <pc:sldMk cId="3398242555" sldId="308"/>
            <ac:spMk id="4" creationId="{7459EEF2-8F34-57DA-19C7-EC085490CD59}"/>
          </ac:spMkLst>
        </pc:spChg>
      </pc:sldChg>
    </pc:docChg>
  </pc:docChgLst>
  <pc:docChgLst>
    <pc:chgData name="Anna Bolen -X (abolen - UNICON INC at Cisco)" userId="8fcf5b57-97b6-40ce-9683-275924855fa8" providerId="ADAL" clId="{ADF087FA-9890-454B-95D7-0FADD7B5D4CC}"/>
    <pc:docChg chg="undo custSel modSld">
      <pc:chgData name="Anna Bolen -X (abolen - UNICON INC at Cisco)" userId="8fcf5b57-97b6-40ce-9683-275924855fa8" providerId="ADAL" clId="{ADF087FA-9890-454B-95D7-0FADD7B5D4CC}" dt="2022-11-07T20:24:19.361" v="278" actId="14100"/>
      <pc:docMkLst>
        <pc:docMk/>
      </pc:docMkLst>
      <pc:sldChg chg="modSp mod">
        <pc:chgData name="Anna Bolen -X (abolen - UNICON INC at Cisco)" userId="8fcf5b57-97b6-40ce-9683-275924855fa8" providerId="ADAL" clId="{ADF087FA-9890-454B-95D7-0FADD7B5D4CC}" dt="2022-11-07T17:44:21.883" v="254" actId="14100"/>
        <pc:sldMkLst>
          <pc:docMk/>
          <pc:sldMk cId="0" sldId="256"/>
        </pc:sldMkLst>
        <pc:spChg chg="mod">
          <ac:chgData name="Anna Bolen -X (abolen - UNICON INC at Cisco)" userId="8fcf5b57-97b6-40ce-9683-275924855fa8" providerId="ADAL" clId="{ADF087FA-9890-454B-95D7-0FADD7B5D4CC}" dt="2022-11-07T17:44:21.883" v="254" actId="14100"/>
          <ac:spMkLst>
            <pc:docMk/>
            <pc:sldMk cId="0" sldId="256"/>
            <ac:spMk id="3" creationId="{00000000-0000-0000-0000-000000000000}"/>
          </ac:spMkLst>
        </pc:spChg>
      </pc:sldChg>
      <pc:sldChg chg="modSp mod">
        <pc:chgData name="Anna Bolen -X (abolen - UNICON INC at Cisco)" userId="8fcf5b57-97b6-40ce-9683-275924855fa8" providerId="ADAL" clId="{ADF087FA-9890-454B-95D7-0FADD7B5D4CC}" dt="2022-11-07T17:47:44.603" v="260" actId="13244"/>
        <pc:sldMkLst>
          <pc:docMk/>
          <pc:sldMk cId="0" sldId="259"/>
        </pc:sldMkLst>
        <pc:spChg chg="mod">
          <ac:chgData name="Anna Bolen -X (abolen - UNICON INC at Cisco)" userId="8fcf5b57-97b6-40ce-9683-275924855fa8" providerId="ADAL" clId="{ADF087FA-9890-454B-95D7-0FADD7B5D4CC}" dt="2022-11-03T20:28:31.586" v="42" actId="1037"/>
          <ac:spMkLst>
            <pc:docMk/>
            <pc:sldMk cId="0" sldId="259"/>
            <ac:spMk id="2" creationId="{00000000-0000-0000-0000-000000000000}"/>
          </ac:spMkLst>
        </pc:spChg>
        <pc:spChg chg="mod">
          <ac:chgData name="Anna Bolen -X (abolen - UNICON INC at Cisco)" userId="8fcf5b57-97b6-40ce-9683-275924855fa8" providerId="ADAL" clId="{ADF087FA-9890-454B-95D7-0FADD7B5D4CC}" dt="2022-11-03T20:28:37.728" v="43" actId="1076"/>
          <ac:spMkLst>
            <pc:docMk/>
            <pc:sldMk cId="0" sldId="259"/>
            <ac:spMk id="3" creationId="{00000000-0000-0000-0000-000000000000}"/>
          </ac:spMkLst>
        </pc:spChg>
        <pc:graphicFrameChg chg="mod ord">
          <ac:chgData name="Anna Bolen -X (abolen - UNICON INC at Cisco)" userId="8fcf5b57-97b6-40ce-9683-275924855fa8" providerId="ADAL" clId="{ADF087FA-9890-454B-95D7-0FADD7B5D4CC}" dt="2022-11-07T17:47:44.603" v="260" actId="13244"/>
          <ac:graphicFrameMkLst>
            <pc:docMk/>
            <pc:sldMk cId="0" sldId="259"/>
            <ac:graphicFrameMk id="8" creationId="{2A227B49-1609-DB70-296C-5AE8941396BF}"/>
          </ac:graphicFrameMkLst>
        </pc:graphicFrameChg>
      </pc:sldChg>
      <pc:sldChg chg="delSp modSp mod modShow">
        <pc:chgData name="Anna Bolen -X (abolen - UNICON INC at Cisco)" userId="8fcf5b57-97b6-40ce-9683-275924855fa8" providerId="ADAL" clId="{ADF087FA-9890-454B-95D7-0FADD7B5D4CC}" dt="2022-11-07T17:47:06.693" v="259" actId="13244"/>
        <pc:sldMkLst>
          <pc:docMk/>
          <pc:sldMk cId="0" sldId="260"/>
        </pc:sldMkLst>
        <pc:spChg chg="del mod">
          <ac:chgData name="Anna Bolen -X (abolen - UNICON INC at Cisco)" userId="8fcf5b57-97b6-40ce-9683-275924855fa8" providerId="ADAL" clId="{ADF087FA-9890-454B-95D7-0FADD7B5D4CC}" dt="2022-11-07T17:47:02.390" v="258" actId="478"/>
          <ac:spMkLst>
            <pc:docMk/>
            <pc:sldMk cId="0" sldId="260"/>
            <ac:spMk id="3" creationId="{00000000-0000-0000-0000-000000000000}"/>
          </ac:spMkLst>
        </pc:spChg>
        <pc:spChg chg="ord">
          <ac:chgData name="Anna Bolen -X (abolen - UNICON INC at Cisco)" userId="8fcf5b57-97b6-40ce-9683-275924855fa8" providerId="ADAL" clId="{ADF087FA-9890-454B-95D7-0FADD7B5D4CC}" dt="2022-11-07T17:47:06.693" v="259" actId="13244"/>
          <ac:spMkLst>
            <pc:docMk/>
            <pc:sldMk cId="0" sldId="260"/>
            <ac:spMk id="5" creationId="{7188AF34-F17D-65FE-91B6-733B90851DC8}"/>
          </ac:spMkLst>
        </pc:spChg>
        <pc:graphicFrameChg chg="mod ord modGraphic">
          <ac:chgData name="Anna Bolen -X (abolen - UNICON INC at Cisco)" userId="8fcf5b57-97b6-40ce-9683-275924855fa8" providerId="ADAL" clId="{ADF087FA-9890-454B-95D7-0FADD7B5D4CC}" dt="2022-11-07T17:46:54.800" v="257" actId="13244"/>
          <ac:graphicFrameMkLst>
            <pc:docMk/>
            <pc:sldMk cId="0" sldId="260"/>
            <ac:graphicFrameMk id="4" creationId="{40064EF4-EE2B-342C-EA9E-699582F380FF}"/>
          </ac:graphicFrameMkLst>
        </pc:graphicFrameChg>
      </pc:sldChg>
      <pc:sldChg chg="modSp mod modShow">
        <pc:chgData name="Anna Bolen -X (abolen - UNICON INC at Cisco)" userId="8fcf5b57-97b6-40ce-9683-275924855fa8" providerId="ADAL" clId="{ADF087FA-9890-454B-95D7-0FADD7B5D4CC}" dt="2022-11-07T17:45:41.806" v="256" actId="729"/>
        <pc:sldMkLst>
          <pc:docMk/>
          <pc:sldMk cId="0" sldId="261"/>
        </pc:sldMkLst>
        <pc:spChg chg="mod">
          <ac:chgData name="Anna Bolen -X (abolen - UNICON INC at Cisco)" userId="8fcf5b57-97b6-40ce-9683-275924855fa8" providerId="ADAL" clId="{ADF087FA-9890-454B-95D7-0FADD7B5D4CC}" dt="2022-11-03T20:27:06.645" v="32" actId="14100"/>
          <ac:spMkLst>
            <pc:docMk/>
            <pc:sldMk cId="0" sldId="261"/>
            <ac:spMk id="3" creationId="{00000000-0000-0000-0000-000000000000}"/>
          </ac:spMkLst>
        </pc:spChg>
      </pc:sldChg>
      <pc:sldChg chg="modSp mod delCm modCm">
        <pc:chgData name="Anna Bolen -X (abolen - UNICON INC at Cisco)" userId="8fcf5b57-97b6-40ce-9683-275924855fa8" providerId="ADAL" clId="{ADF087FA-9890-454B-95D7-0FADD7B5D4CC}" dt="2022-11-07T17:50:59.197" v="263" actId="14100"/>
        <pc:sldMkLst>
          <pc:docMk/>
          <pc:sldMk cId="0" sldId="264"/>
        </pc:sldMkLst>
        <pc:spChg chg="mod">
          <ac:chgData name="Anna Bolen -X (abolen - UNICON INC at Cisco)" userId="8fcf5b57-97b6-40ce-9683-275924855fa8" providerId="ADAL" clId="{ADF087FA-9890-454B-95D7-0FADD7B5D4CC}" dt="2022-11-07T17:50:59.197" v="263" actId="14100"/>
          <ac:spMkLst>
            <pc:docMk/>
            <pc:sldMk cId="0" sldId="264"/>
            <ac:spMk id="3" creationId="{00000000-0000-0000-0000-000000000000}"/>
          </ac:spMkLst>
        </pc:spChg>
      </pc:sldChg>
      <pc:sldChg chg="modSp mod delCm modCm">
        <pc:chgData name="Anna Bolen -X (abolen - UNICON INC at Cisco)" userId="8fcf5b57-97b6-40ce-9683-275924855fa8" providerId="ADAL" clId="{ADF087FA-9890-454B-95D7-0FADD7B5D4CC}" dt="2022-11-07T18:03:07.113" v="266" actId="13244"/>
        <pc:sldMkLst>
          <pc:docMk/>
          <pc:sldMk cId="0" sldId="266"/>
        </pc:sldMkLst>
        <pc:spChg chg="ord">
          <ac:chgData name="Anna Bolen -X (abolen - UNICON INC at Cisco)" userId="8fcf5b57-97b6-40ce-9683-275924855fa8" providerId="ADAL" clId="{ADF087FA-9890-454B-95D7-0FADD7B5D4CC}" dt="2022-11-07T18:03:07.113" v="266" actId="13244"/>
          <ac:spMkLst>
            <pc:docMk/>
            <pc:sldMk cId="0" sldId="266"/>
            <ac:spMk id="4" creationId="{0EF85156-7F75-EAF7-4D96-2564CCE0DCE5}"/>
          </ac:spMkLst>
        </pc:spChg>
        <pc:graphicFrameChg chg="mod modGraphic">
          <ac:chgData name="Anna Bolen -X (abolen - UNICON INC at Cisco)" userId="8fcf5b57-97b6-40ce-9683-275924855fa8" providerId="ADAL" clId="{ADF087FA-9890-454B-95D7-0FADD7B5D4CC}" dt="2022-11-03T20:36:33.277" v="99" actId="1076"/>
          <ac:graphicFrameMkLst>
            <pc:docMk/>
            <pc:sldMk cId="0" sldId="266"/>
            <ac:graphicFrameMk id="12" creationId="{00000000-0000-0000-0000-000000000000}"/>
          </ac:graphicFrameMkLst>
        </pc:graphicFrameChg>
      </pc:sldChg>
      <pc:sldChg chg="modSp mod">
        <pc:chgData name="Anna Bolen -X (abolen - UNICON INC at Cisco)" userId="8fcf5b57-97b6-40ce-9683-275924855fa8" providerId="ADAL" clId="{ADF087FA-9890-454B-95D7-0FADD7B5D4CC}" dt="2022-11-03T20:38:06.582" v="117" actId="1038"/>
        <pc:sldMkLst>
          <pc:docMk/>
          <pc:sldMk cId="0" sldId="267"/>
        </pc:sldMkLst>
        <pc:spChg chg="mod">
          <ac:chgData name="Anna Bolen -X (abolen - UNICON INC at Cisco)" userId="8fcf5b57-97b6-40ce-9683-275924855fa8" providerId="ADAL" clId="{ADF087FA-9890-454B-95D7-0FADD7B5D4CC}" dt="2022-11-03T20:38:06.582" v="117" actId="1038"/>
          <ac:spMkLst>
            <pc:docMk/>
            <pc:sldMk cId="0" sldId="267"/>
            <ac:spMk id="3" creationId="{00000000-0000-0000-0000-000000000000}"/>
          </ac:spMkLst>
        </pc:spChg>
      </pc:sldChg>
      <pc:sldChg chg="modSp mod delCm modCm">
        <pc:chgData name="Anna Bolen -X (abolen - UNICON INC at Cisco)" userId="8fcf5b57-97b6-40ce-9683-275924855fa8" providerId="ADAL" clId="{ADF087FA-9890-454B-95D7-0FADD7B5D4CC}" dt="2022-11-03T20:39:26.282" v="125" actId="13244"/>
        <pc:sldMkLst>
          <pc:docMk/>
          <pc:sldMk cId="0" sldId="268"/>
        </pc:sldMkLst>
        <pc:spChg chg="mod">
          <ac:chgData name="Anna Bolen -X (abolen - UNICON INC at Cisco)" userId="8fcf5b57-97b6-40ce-9683-275924855fa8" providerId="ADAL" clId="{ADF087FA-9890-454B-95D7-0FADD7B5D4CC}" dt="2022-11-03T20:39:20.287" v="124" actId="14100"/>
          <ac:spMkLst>
            <pc:docMk/>
            <pc:sldMk cId="0" sldId="268"/>
            <ac:spMk id="3" creationId="{00000000-0000-0000-0000-000000000000}"/>
          </ac:spMkLst>
        </pc:spChg>
        <pc:picChg chg="ord">
          <ac:chgData name="Anna Bolen -X (abolen - UNICON INC at Cisco)" userId="8fcf5b57-97b6-40ce-9683-275924855fa8" providerId="ADAL" clId="{ADF087FA-9890-454B-95D7-0FADD7B5D4CC}" dt="2022-11-03T20:39:26.282" v="125" actId="13244"/>
          <ac:picMkLst>
            <pc:docMk/>
            <pc:sldMk cId="0" sldId="268"/>
            <ac:picMk id="4" creationId="{C6B56E9E-8876-A775-4F60-8E1D517F9F91}"/>
          </ac:picMkLst>
        </pc:picChg>
      </pc:sldChg>
      <pc:sldChg chg="modSp mod delCm modCm">
        <pc:chgData name="Anna Bolen -X (abolen - UNICON INC at Cisco)" userId="8fcf5b57-97b6-40ce-9683-275924855fa8" providerId="ADAL" clId="{ADF087FA-9890-454B-95D7-0FADD7B5D4CC}" dt="2022-11-03T20:40:29.985" v="131" actId="14100"/>
        <pc:sldMkLst>
          <pc:docMk/>
          <pc:sldMk cId="0" sldId="269"/>
        </pc:sldMkLst>
        <pc:spChg chg="mod">
          <ac:chgData name="Anna Bolen -X (abolen - UNICON INC at Cisco)" userId="8fcf5b57-97b6-40ce-9683-275924855fa8" providerId="ADAL" clId="{ADF087FA-9890-454B-95D7-0FADD7B5D4CC}" dt="2022-11-03T20:40:29.985" v="131" actId="14100"/>
          <ac:spMkLst>
            <pc:docMk/>
            <pc:sldMk cId="0" sldId="269"/>
            <ac:spMk id="3" creationId="{00000000-0000-0000-0000-000000000000}"/>
          </ac:spMkLst>
        </pc:spChg>
        <pc:spChg chg="mod">
          <ac:chgData name="Anna Bolen -X (abolen - UNICON INC at Cisco)" userId="8fcf5b57-97b6-40ce-9683-275924855fa8" providerId="ADAL" clId="{ADF087FA-9890-454B-95D7-0FADD7B5D4CC}" dt="2022-11-03T20:40:07.771" v="128" actId="20577"/>
          <ac:spMkLst>
            <pc:docMk/>
            <pc:sldMk cId="0" sldId="269"/>
            <ac:spMk id="5" creationId="{00000000-0000-0000-0000-000000000000}"/>
          </ac:spMkLst>
        </pc:spChg>
      </pc:sldChg>
      <pc:sldChg chg="modSp mod">
        <pc:chgData name="Anna Bolen -X (abolen - UNICON INC at Cisco)" userId="8fcf5b57-97b6-40ce-9683-275924855fa8" providerId="ADAL" clId="{ADF087FA-9890-454B-95D7-0FADD7B5D4CC}" dt="2022-11-03T20:41:19.800" v="137" actId="14100"/>
        <pc:sldMkLst>
          <pc:docMk/>
          <pc:sldMk cId="0" sldId="270"/>
        </pc:sldMkLst>
        <pc:spChg chg="mod">
          <ac:chgData name="Anna Bolen -X (abolen - UNICON INC at Cisco)" userId="8fcf5b57-97b6-40ce-9683-275924855fa8" providerId="ADAL" clId="{ADF087FA-9890-454B-95D7-0FADD7B5D4CC}" dt="2022-11-03T20:41:19.800" v="137" actId="14100"/>
          <ac:spMkLst>
            <pc:docMk/>
            <pc:sldMk cId="0" sldId="270"/>
            <ac:spMk id="3" creationId="{00000000-0000-0000-0000-000000000000}"/>
          </ac:spMkLst>
        </pc:spChg>
      </pc:sldChg>
      <pc:sldChg chg="modSp mod delCm modCm">
        <pc:chgData name="Anna Bolen -X (abolen - UNICON INC at Cisco)" userId="8fcf5b57-97b6-40ce-9683-275924855fa8" providerId="ADAL" clId="{ADF087FA-9890-454B-95D7-0FADD7B5D4CC}" dt="2022-11-03T20:42:45.654" v="141" actId="14100"/>
        <pc:sldMkLst>
          <pc:docMk/>
          <pc:sldMk cId="0" sldId="272"/>
        </pc:sldMkLst>
        <pc:spChg chg="mod">
          <ac:chgData name="Anna Bolen -X (abolen - UNICON INC at Cisco)" userId="8fcf5b57-97b6-40ce-9683-275924855fa8" providerId="ADAL" clId="{ADF087FA-9890-454B-95D7-0FADD7B5D4CC}" dt="2022-11-03T20:42:45.654" v="141" actId="14100"/>
          <ac:spMkLst>
            <pc:docMk/>
            <pc:sldMk cId="0" sldId="272"/>
            <ac:spMk id="3" creationId="{00000000-0000-0000-0000-000000000000}"/>
          </ac:spMkLst>
        </pc:spChg>
      </pc:sldChg>
      <pc:sldChg chg="modSp mod delCm modCm">
        <pc:chgData name="Anna Bolen -X (abolen - UNICON INC at Cisco)" userId="8fcf5b57-97b6-40ce-9683-275924855fa8" providerId="ADAL" clId="{ADF087FA-9890-454B-95D7-0FADD7B5D4CC}" dt="2022-11-03T20:45:27.252" v="145" actId="14100"/>
        <pc:sldMkLst>
          <pc:docMk/>
          <pc:sldMk cId="0" sldId="273"/>
        </pc:sldMkLst>
        <pc:spChg chg="mod">
          <ac:chgData name="Anna Bolen -X (abolen - UNICON INC at Cisco)" userId="8fcf5b57-97b6-40ce-9683-275924855fa8" providerId="ADAL" clId="{ADF087FA-9890-454B-95D7-0FADD7B5D4CC}" dt="2022-11-03T20:45:27.252" v="145" actId="14100"/>
          <ac:spMkLst>
            <pc:docMk/>
            <pc:sldMk cId="0" sldId="273"/>
            <ac:spMk id="3" creationId="{00000000-0000-0000-0000-000000000000}"/>
          </ac:spMkLst>
        </pc:spChg>
      </pc:sldChg>
      <pc:sldChg chg="modSp mod">
        <pc:chgData name="Anna Bolen -X (abolen - UNICON INC at Cisco)" userId="8fcf5b57-97b6-40ce-9683-275924855fa8" providerId="ADAL" clId="{ADF087FA-9890-454B-95D7-0FADD7B5D4CC}" dt="2022-11-03T20:50:22.301" v="165" actId="1036"/>
        <pc:sldMkLst>
          <pc:docMk/>
          <pc:sldMk cId="0" sldId="274"/>
        </pc:sldMkLst>
        <pc:spChg chg="mod">
          <ac:chgData name="Anna Bolen -X (abolen - UNICON INC at Cisco)" userId="8fcf5b57-97b6-40ce-9683-275924855fa8" providerId="ADAL" clId="{ADF087FA-9890-454B-95D7-0FADD7B5D4CC}" dt="2022-11-03T20:48:33.799" v="149" actId="14100"/>
          <ac:spMkLst>
            <pc:docMk/>
            <pc:sldMk cId="0" sldId="274"/>
            <ac:spMk id="3" creationId="{00000000-0000-0000-0000-000000000000}"/>
          </ac:spMkLst>
        </pc:spChg>
        <pc:spChg chg="mod">
          <ac:chgData name="Anna Bolen -X (abolen - UNICON INC at Cisco)" userId="8fcf5b57-97b6-40ce-9683-275924855fa8" providerId="ADAL" clId="{ADF087FA-9890-454B-95D7-0FADD7B5D4CC}" dt="2022-11-03T20:50:22.301" v="165" actId="1036"/>
          <ac:spMkLst>
            <pc:docMk/>
            <pc:sldMk cId="0" sldId="274"/>
            <ac:spMk id="5" creationId="{00000000-0000-0000-0000-000000000000}"/>
          </ac:spMkLst>
        </pc:spChg>
      </pc:sldChg>
      <pc:sldChg chg="modSp mod delCm modCm">
        <pc:chgData name="Anna Bolen -X (abolen - UNICON INC at Cisco)" userId="8fcf5b57-97b6-40ce-9683-275924855fa8" providerId="ADAL" clId="{ADF087FA-9890-454B-95D7-0FADD7B5D4CC}" dt="2022-11-03T20:50:48.575" v="168" actId="14100"/>
        <pc:sldMkLst>
          <pc:docMk/>
          <pc:sldMk cId="0" sldId="275"/>
        </pc:sldMkLst>
        <pc:spChg chg="mod">
          <ac:chgData name="Anna Bolen -X (abolen - UNICON INC at Cisco)" userId="8fcf5b57-97b6-40ce-9683-275924855fa8" providerId="ADAL" clId="{ADF087FA-9890-454B-95D7-0FADD7B5D4CC}" dt="2022-11-03T20:50:48.575" v="168" actId="14100"/>
          <ac:spMkLst>
            <pc:docMk/>
            <pc:sldMk cId="0" sldId="275"/>
            <ac:spMk id="3" creationId="{00000000-0000-0000-0000-000000000000}"/>
          </ac:spMkLst>
        </pc:spChg>
      </pc:sldChg>
      <pc:sldChg chg="modSp mod">
        <pc:chgData name="Anna Bolen -X (abolen - UNICON INC at Cisco)" userId="8fcf5b57-97b6-40ce-9683-275924855fa8" providerId="ADAL" clId="{ADF087FA-9890-454B-95D7-0FADD7B5D4CC}" dt="2022-11-03T20:51:33.780" v="181" actId="14100"/>
        <pc:sldMkLst>
          <pc:docMk/>
          <pc:sldMk cId="0" sldId="276"/>
        </pc:sldMkLst>
        <pc:spChg chg="mod">
          <ac:chgData name="Anna Bolen -X (abolen - UNICON INC at Cisco)" userId="8fcf5b57-97b6-40ce-9683-275924855fa8" providerId="ADAL" clId="{ADF087FA-9890-454B-95D7-0FADD7B5D4CC}" dt="2022-11-03T20:51:33.780" v="181" actId="14100"/>
          <ac:spMkLst>
            <pc:docMk/>
            <pc:sldMk cId="0" sldId="276"/>
            <ac:spMk id="3" creationId="{00000000-0000-0000-0000-000000000000}"/>
          </ac:spMkLst>
        </pc:spChg>
        <pc:spChg chg="mod">
          <ac:chgData name="Anna Bolen -X (abolen - UNICON INC at Cisco)" userId="8fcf5b57-97b6-40ce-9683-275924855fa8" providerId="ADAL" clId="{ADF087FA-9890-454B-95D7-0FADD7B5D4CC}" dt="2022-11-03T20:51:23.211" v="180" actId="1036"/>
          <ac:spMkLst>
            <pc:docMk/>
            <pc:sldMk cId="0" sldId="276"/>
            <ac:spMk id="5" creationId="{00000000-0000-0000-0000-000000000000}"/>
          </ac:spMkLst>
        </pc:spChg>
      </pc:sldChg>
      <pc:sldChg chg="delCm modCm">
        <pc:chgData name="Anna Bolen -X (abolen - UNICON INC at Cisco)" userId="8fcf5b57-97b6-40ce-9683-275924855fa8" providerId="ADAL" clId="{ADF087FA-9890-454B-95D7-0FADD7B5D4CC}" dt="2022-11-03T20:52:34.214" v="183"/>
        <pc:sldMkLst>
          <pc:docMk/>
          <pc:sldMk cId="0" sldId="278"/>
        </pc:sldMkLst>
      </pc:sldChg>
      <pc:sldChg chg="modSp mod">
        <pc:chgData name="Anna Bolen -X (abolen - UNICON INC at Cisco)" userId="8fcf5b57-97b6-40ce-9683-275924855fa8" providerId="ADAL" clId="{ADF087FA-9890-454B-95D7-0FADD7B5D4CC}" dt="2022-11-03T20:52:52.805" v="184" actId="14100"/>
        <pc:sldMkLst>
          <pc:docMk/>
          <pc:sldMk cId="0" sldId="279"/>
        </pc:sldMkLst>
        <pc:spChg chg="mod">
          <ac:chgData name="Anna Bolen -X (abolen - UNICON INC at Cisco)" userId="8fcf5b57-97b6-40ce-9683-275924855fa8" providerId="ADAL" clId="{ADF087FA-9890-454B-95D7-0FADD7B5D4CC}" dt="2022-11-03T20:52:52.805" v="184" actId="14100"/>
          <ac:spMkLst>
            <pc:docMk/>
            <pc:sldMk cId="0" sldId="279"/>
            <ac:spMk id="3" creationId="{00000000-0000-0000-0000-000000000000}"/>
          </ac:spMkLst>
        </pc:spChg>
      </pc:sldChg>
      <pc:sldChg chg="modSp mod">
        <pc:chgData name="Anna Bolen -X (abolen - UNICON INC at Cisco)" userId="8fcf5b57-97b6-40ce-9683-275924855fa8" providerId="ADAL" clId="{ADF087FA-9890-454B-95D7-0FADD7B5D4CC}" dt="2022-11-03T20:53:01.785" v="185" actId="14100"/>
        <pc:sldMkLst>
          <pc:docMk/>
          <pc:sldMk cId="0" sldId="280"/>
        </pc:sldMkLst>
        <pc:spChg chg="mod">
          <ac:chgData name="Anna Bolen -X (abolen - UNICON INC at Cisco)" userId="8fcf5b57-97b6-40ce-9683-275924855fa8" providerId="ADAL" clId="{ADF087FA-9890-454B-95D7-0FADD7B5D4CC}" dt="2022-11-03T20:53:01.785" v="185" actId="14100"/>
          <ac:spMkLst>
            <pc:docMk/>
            <pc:sldMk cId="0" sldId="280"/>
            <ac:spMk id="3" creationId="{00000000-0000-0000-0000-000000000000}"/>
          </ac:spMkLst>
        </pc:spChg>
      </pc:sldChg>
      <pc:sldChg chg="modSp mod">
        <pc:chgData name="Anna Bolen -X (abolen - UNICON INC at Cisco)" userId="8fcf5b57-97b6-40ce-9683-275924855fa8" providerId="ADAL" clId="{ADF087FA-9890-454B-95D7-0FADD7B5D4CC}" dt="2022-11-03T20:53:28.221" v="186" actId="14100"/>
        <pc:sldMkLst>
          <pc:docMk/>
          <pc:sldMk cId="0" sldId="282"/>
        </pc:sldMkLst>
        <pc:spChg chg="mod">
          <ac:chgData name="Anna Bolen -X (abolen - UNICON INC at Cisco)" userId="8fcf5b57-97b6-40ce-9683-275924855fa8" providerId="ADAL" clId="{ADF087FA-9890-454B-95D7-0FADD7B5D4CC}" dt="2022-11-03T20:53:28.221" v="186" actId="14100"/>
          <ac:spMkLst>
            <pc:docMk/>
            <pc:sldMk cId="0" sldId="282"/>
            <ac:spMk id="2" creationId="{00000000-0000-0000-0000-000000000000}"/>
          </ac:spMkLst>
        </pc:spChg>
      </pc:sldChg>
      <pc:sldChg chg="modSp mod">
        <pc:chgData name="Anna Bolen -X (abolen - UNICON INC at Cisco)" userId="8fcf5b57-97b6-40ce-9683-275924855fa8" providerId="ADAL" clId="{ADF087FA-9890-454B-95D7-0FADD7B5D4CC}" dt="2022-11-03T20:53:55.747" v="187" actId="14100"/>
        <pc:sldMkLst>
          <pc:docMk/>
          <pc:sldMk cId="0" sldId="283"/>
        </pc:sldMkLst>
        <pc:spChg chg="mod">
          <ac:chgData name="Anna Bolen -X (abolen - UNICON INC at Cisco)" userId="8fcf5b57-97b6-40ce-9683-275924855fa8" providerId="ADAL" clId="{ADF087FA-9890-454B-95D7-0FADD7B5D4CC}" dt="2022-11-03T20:53:55.747" v="187" actId="14100"/>
          <ac:spMkLst>
            <pc:docMk/>
            <pc:sldMk cId="0" sldId="283"/>
            <ac:spMk id="3" creationId="{00000000-0000-0000-0000-000000000000}"/>
          </ac:spMkLst>
        </pc:spChg>
      </pc:sldChg>
      <pc:sldChg chg="modSp mod">
        <pc:chgData name="Anna Bolen -X (abolen - UNICON INC at Cisco)" userId="8fcf5b57-97b6-40ce-9683-275924855fa8" providerId="ADAL" clId="{ADF087FA-9890-454B-95D7-0FADD7B5D4CC}" dt="2022-11-03T20:54:06.430" v="188" actId="14100"/>
        <pc:sldMkLst>
          <pc:docMk/>
          <pc:sldMk cId="0" sldId="284"/>
        </pc:sldMkLst>
        <pc:spChg chg="mod">
          <ac:chgData name="Anna Bolen -X (abolen - UNICON INC at Cisco)" userId="8fcf5b57-97b6-40ce-9683-275924855fa8" providerId="ADAL" clId="{ADF087FA-9890-454B-95D7-0FADD7B5D4CC}" dt="2022-11-03T20:54:06.430" v="188" actId="14100"/>
          <ac:spMkLst>
            <pc:docMk/>
            <pc:sldMk cId="0" sldId="284"/>
            <ac:spMk id="3" creationId="{00000000-0000-0000-0000-000000000000}"/>
          </ac:spMkLst>
        </pc:spChg>
      </pc:sldChg>
      <pc:sldChg chg="modSp mod delCm modCm">
        <pc:chgData name="Anna Bolen -X (abolen - UNICON INC at Cisco)" userId="8fcf5b57-97b6-40ce-9683-275924855fa8" providerId="ADAL" clId="{ADF087FA-9890-454B-95D7-0FADD7B5D4CC}" dt="2022-11-03T20:55:53.706" v="241"/>
        <pc:sldMkLst>
          <pc:docMk/>
          <pc:sldMk cId="0" sldId="285"/>
        </pc:sldMkLst>
        <pc:graphicFrameChg chg="modGraphic">
          <ac:chgData name="Anna Bolen -X (abolen - UNICON INC at Cisco)" userId="8fcf5b57-97b6-40ce-9683-275924855fa8" providerId="ADAL" clId="{ADF087FA-9890-454B-95D7-0FADD7B5D4CC}" dt="2022-11-03T20:55:47.905" v="239" actId="255"/>
          <ac:graphicFrameMkLst>
            <pc:docMk/>
            <pc:sldMk cId="0" sldId="285"/>
            <ac:graphicFrameMk id="31" creationId="{00000000-0000-0000-0000-000000000000}"/>
          </ac:graphicFrameMkLst>
        </pc:graphicFrameChg>
      </pc:sldChg>
      <pc:sldChg chg="delCm modCm">
        <pc:chgData name="Anna Bolen -X (abolen - UNICON INC at Cisco)" userId="8fcf5b57-97b6-40ce-9683-275924855fa8" providerId="ADAL" clId="{ADF087FA-9890-454B-95D7-0FADD7B5D4CC}" dt="2022-11-03T20:56:06.692" v="243"/>
        <pc:sldMkLst>
          <pc:docMk/>
          <pc:sldMk cId="0" sldId="286"/>
        </pc:sldMkLst>
      </pc:sldChg>
      <pc:sldChg chg="modSp mod">
        <pc:chgData name="Anna Bolen -X (abolen - UNICON INC at Cisco)" userId="8fcf5b57-97b6-40ce-9683-275924855fa8" providerId="ADAL" clId="{ADF087FA-9890-454B-95D7-0FADD7B5D4CC}" dt="2022-11-03T20:56:24.544" v="244" actId="14100"/>
        <pc:sldMkLst>
          <pc:docMk/>
          <pc:sldMk cId="0" sldId="287"/>
        </pc:sldMkLst>
        <pc:spChg chg="mod">
          <ac:chgData name="Anna Bolen -X (abolen - UNICON INC at Cisco)" userId="8fcf5b57-97b6-40ce-9683-275924855fa8" providerId="ADAL" clId="{ADF087FA-9890-454B-95D7-0FADD7B5D4CC}" dt="2022-11-03T20:56:24.544" v="244" actId="14100"/>
          <ac:spMkLst>
            <pc:docMk/>
            <pc:sldMk cId="0" sldId="287"/>
            <ac:spMk id="3" creationId="{00000000-0000-0000-0000-000000000000}"/>
          </ac:spMkLst>
        </pc:spChg>
      </pc:sldChg>
      <pc:sldChg chg="modSp mod">
        <pc:chgData name="Anna Bolen -X (abolen - UNICON INC at Cisco)" userId="8fcf5b57-97b6-40ce-9683-275924855fa8" providerId="ADAL" clId="{ADF087FA-9890-454B-95D7-0FADD7B5D4CC}" dt="2022-11-03T20:57:07.313" v="247" actId="14100"/>
        <pc:sldMkLst>
          <pc:docMk/>
          <pc:sldMk cId="0" sldId="288"/>
        </pc:sldMkLst>
        <pc:spChg chg="mod">
          <ac:chgData name="Anna Bolen -X (abolen - UNICON INC at Cisco)" userId="8fcf5b57-97b6-40ce-9683-275924855fa8" providerId="ADAL" clId="{ADF087FA-9890-454B-95D7-0FADD7B5D4CC}" dt="2022-11-03T20:57:07.313" v="247" actId="14100"/>
          <ac:spMkLst>
            <pc:docMk/>
            <pc:sldMk cId="0" sldId="288"/>
            <ac:spMk id="3" creationId="{00000000-0000-0000-0000-000000000000}"/>
          </ac:spMkLst>
        </pc:spChg>
      </pc:sldChg>
      <pc:sldChg chg="modSp mod">
        <pc:chgData name="Anna Bolen -X (abolen - UNICON INC at Cisco)" userId="8fcf5b57-97b6-40ce-9683-275924855fa8" providerId="ADAL" clId="{ADF087FA-9890-454B-95D7-0FADD7B5D4CC}" dt="2022-11-03T20:57:20.988" v="249" actId="1076"/>
        <pc:sldMkLst>
          <pc:docMk/>
          <pc:sldMk cId="0" sldId="289"/>
        </pc:sldMkLst>
        <pc:spChg chg="mod">
          <ac:chgData name="Anna Bolen -X (abolen - UNICON INC at Cisco)" userId="8fcf5b57-97b6-40ce-9683-275924855fa8" providerId="ADAL" clId="{ADF087FA-9890-454B-95D7-0FADD7B5D4CC}" dt="2022-11-03T20:57:14.560" v="248" actId="14100"/>
          <ac:spMkLst>
            <pc:docMk/>
            <pc:sldMk cId="0" sldId="289"/>
            <ac:spMk id="3" creationId="{00000000-0000-0000-0000-000000000000}"/>
          </ac:spMkLst>
        </pc:spChg>
        <pc:spChg chg="mod">
          <ac:chgData name="Anna Bolen -X (abolen - UNICON INC at Cisco)" userId="8fcf5b57-97b6-40ce-9683-275924855fa8" providerId="ADAL" clId="{ADF087FA-9890-454B-95D7-0FADD7B5D4CC}" dt="2022-11-03T20:57:20.988" v="249" actId="1076"/>
          <ac:spMkLst>
            <pc:docMk/>
            <pc:sldMk cId="0" sldId="289"/>
            <ac:spMk id="5" creationId="{00000000-0000-0000-0000-000000000000}"/>
          </ac:spMkLst>
        </pc:spChg>
      </pc:sldChg>
      <pc:sldChg chg="modSp mod">
        <pc:chgData name="Anna Bolen -X (abolen - UNICON INC at Cisco)" userId="8fcf5b57-97b6-40ce-9683-275924855fa8" providerId="ADAL" clId="{ADF087FA-9890-454B-95D7-0FADD7B5D4CC}" dt="2022-11-03T20:57:27.589" v="250" actId="14100"/>
        <pc:sldMkLst>
          <pc:docMk/>
          <pc:sldMk cId="0" sldId="290"/>
        </pc:sldMkLst>
        <pc:spChg chg="mod">
          <ac:chgData name="Anna Bolen -X (abolen - UNICON INC at Cisco)" userId="8fcf5b57-97b6-40ce-9683-275924855fa8" providerId="ADAL" clId="{ADF087FA-9890-454B-95D7-0FADD7B5D4CC}" dt="2022-11-03T20:57:27.589" v="250" actId="14100"/>
          <ac:spMkLst>
            <pc:docMk/>
            <pc:sldMk cId="0" sldId="290"/>
            <ac:spMk id="2" creationId="{00000000-0000-0000-0000-000000000000}"/>
          </ac:spMkLst>
        </pc:spChg>
      </pc:sldChg>
      <pc:sldChg chg="modSp mod delCm modCm">
        <pc:chgData name="Anna Bolen -X (abolen - UNICON INC at Cisco)" userId="8fcf5b57-97b6-40ce-9683-275924855fa8" providerId="ADAL" clId="{ADF087FA-9890-454B-95D7-0FADD7B5D4CC}" dt="2022-11-07T18:10:45.627" v="273" actId="14100"/>
        <pc:sldMkLst>
          <pc:docMk/>
          <pc:sldMk cId="0" sldId="291"/>
        </pc:sldMkLst>
        <pc:spChg chg="mod">
          <ac:chgData name="Anna Bolen -X (abolen - UNICON INC at Cisco)" userId="8fcf5b57-97b6-40ce-9683-275924855fa8" providerId="ADAL" clId="{ADF087FA-9890-454B-95D7-0FADD7B5D4CC}" dt="2022-11-07T18:10:45.627" v="273" actId="14100"/>
          <ac:spMkLst>
            <pc:docMk/>
            <pc:sldMk cId="0" sldId="291"/>
            <ac:spMk id="3" creationId="{00000000-0000-0000-0000-000000000000}"/>
          </ac:spMkLst>
        </pc:spChg>
      </pc:sldChg>
      <pc:sldChg chg="modSp mod delCm modCm">
        <pc:chgData name="Anna Bolen -X (abolen - UNICON INC at Cisco)" userId="8fcf5b57-97b6-40ce-9683-275924855fa8" providerId="ADAL" clId="{ADF087FA-9890-454B-95D7-0FADD7B5D4CC}" dt="2022-11-07T18:02:14.941" v="264" actId="13244"/>
        <pc:sldMkLst>
          <pc:docMk/>
          <pc:sldMk cId="3716842187" sldId="293"/>
        </pc:sldMkLst>
        <pc:spChg chg="mod">
          <ac:chgData name="Anna Bolen -X (abolen - UNICON INC at Cisco)" userId="8fcf5b57-97b6-40ce-9683-275924855fa8" providerId="ADAL" clId="{ADF087FA-9890-454B-95D7-0FADD7B5D4CC}" dt="2022-11-03T20:33:10.570" v="73" actId="1038"/>
          <ac:spMkLst>
            <pc:docMk/>
            <pc:sldMk cId="3716842187" sldId="293"/>
            <ac:spMk id="2" creationId="{467DC7C0-7E84-9249-D30E-789FF1CC8E7D}"/>
          </ac:spMkLst>
        </pc:spChg>
        <pc:spChg chg="mod ord">
          <ac:chgData name="Anna Bolen -X (abolen - UNICON INC at Cisco)" userId="8fcf5b57-97b6-40ce-9683-275924855fa8" providerId="ADAL" clId="{ADF087FA-9890-454B-95D7-0FADD7B5D4CC}" dt="2022-11-07T18:02:14.941" v="264" actId="13244"/>
          <ac:spMkLst>
            <pc:docMk/>
            <pc:sldMk cId="3716842187" sldId="293"/>
            <ac:spMk id="3" creationId="{3E01A700-5176-BEAF-3CA2-55D61004386B}"/>
          </ac:spMkLst>
        </pc:spChg>
        <pc:spChg chg="mod">
          <ac:chgData name="Anna Bolen -X (abolen - UNICON INC at Cisco)" userId="8fcf5b57-97b6-40ce-9683-275924855fa8" providerId="ADAL" clId="{ADF087FA-9890-454B-95D7-0FADD7B5D4CC}" dt="2022-11-03T20:33:35.528" v="75" actId="255"/>
          <ac:spMkLst>
            <pc:docMk/>
            <pc:sldMk cId="3716842187" sldId="293"/>
            <ac:spMk id="6" creationId="{09EC83CA-18FD-C278-6983-169F77121644}"/>
          </ac:spMkLst>
        </pc:spChg>
      </pc:sldChg>
      <pc:sldChg chg="modSp mod delCm modCm">
        <pc:chgData name="Anna Bolen -X (abolen - UNICON INC at Cisco)" userId="8fcf5b57-97b6-40ce-9683-275924855fa8" providerId="ADAL" clId="{ADF087FA-9890-454B-95D7-0FADD7B5D4CC}" dt="2022-11-07T18:02:27.243" v="265" actId="13244"/>
        <pc:sldMkLst>
          <pc:docMk/>
          <pc:sldMk cId="2638213286" sldId="294"/>
        </pc:sldMkLst>
        <pc:spChg chg="mod">
          <ac:chgData name="Anna Bolen -X (abolen - UNICON INC at Cisco)" userId="8fcf5b57-97b6-40ce-9683-275924855fa8" providerId="ADAL" clId="{ADF087FA-9890-454B-95D7-0FADD7B5D4CC}" dt="2022-11-03T20:34:23.583" v="92" actId="1035"/>
          <ac:spMkLst>
            <pc:docMk/>
            <pc:sldMk cId="2638213286" sldId="294"/>
            <ac:spMk id="2" creationId="{9B8C30F5-5394-D63D-BF74-A6E8B1757CF3}"/>
          </ac:spMkLst>
        </pc:spChg>
        <pc:spChg chg="mod ord">
          <ac:chgData name="Anna Bolen -X (abolen - UNICON INC at Cisco)" userId="8fcf5b57-97b6-40ce-9683-275924855fa8" providerId="ADAL" clId="{ADF087FA-9890-454B-95D7-0FADD7B5D4CC}" dt="2022-11-07T18:02:27.243" v="265" actId="13244"/>
          <ac:spMkLst>
            <pc:docMk/>
            <pc:sldMk cId="2638213286" sldId="294"/>
            <ac:spMk id="3" creationId="{1544F3FB-C93C-48CE-D66D-5DCEFA82DCC6}"/>
          </ac:spMkLst>
        </pc:spChg>
      </pc:sldChg>
      <pc:sldChg chg="modSp mod delCm modCm">
        <pc:chgData name="Anna Bolen -X (abolen - UNICON INC at Cisco)" userId="8fcf5b57-97b6-40ce-9683-275924855fa8" providerId="ADAL" clId="{ADF087FA-9890-454B-95D7-0FADD7B5D4CC}" dt="2022-11-07T18:03:53.706" v="268" actId="13244"/>
        <pc:sldMkLst>
          <pc:docMk/>
          <pc:sldMk cId="1376356634" sldId="296"/>
        </pc:sldMkLst>
        <pc:spChg chg="ord">
          <ac:chgData name="Anna Bolen -X (abolen - UNICON INC at Cisco)" userId="8fcf5b57-97b6-40ce-9683-275924855fa8" providerId="ADAL" clId="{ADF087FA-9890-454B-95D7-0FADD7B5D4CC}" dt="2022-11-07T18:03:47.795" v="267" actId="13244"/>
          <ac:spMkLst>
            <pc:docMk/>
            <pc:sldMk cId="1376356634" sldId="296"/>
            <ac:spMk id="4" creationId="{A16B9D8A-1FA9-A5C1-88E6-F6A5D93766F7}"/>
          </ac:spMkLst>
        </pc:spChg>
        <pc:spChg chg="ord">
          <ac:chgData name="Anna Bolen -X (abolen - UNICON INC at Cisco)" userId="8fcf5b57-97b6-40ce-9683-275924855fa8" providerId="ADAL" clId="{ADF087FA-9890-454B-95D7-0FADD7B5D4CC}" dt="2022-11-07T18:03:53.706" v="268" actId="13244"/>
          <ac:spMkLst>
            <pc:docMk/>
            <pc:sldMk cId="1376356634" sldId="296"/>
            <ac:spMk id="5" creationId="{E8E169B1-837D-AC06-A695-F13C610B25D3}"/>
          </ac:spMkLst>
        </pc:spChg>
        <pc:graphicFrameChg chg="mod modGraphic">
          <ac:chgData name="Anna Bolen -X (abolen - UNICON INC at Cisco)" userId="8fcf5b57-97b6-40ce-9683-275924855fa8" providerId="ADAL" clId="{ADF087FA-9890-454B-95D7-0FADD7B5D4CC}" dt="2022-11-03T20:37:05.061" v="103" actId="1076"/>
          <ac:graphicFrameMkLst>
            <pc:docMk/>
            <pc:sldMk cId="1376356634" sldId="296"/>
            <ac:graphicFrameMk id="23" creationId="{00000000-0000-0000-0000-000000000000}"/>
          </ac:graphicFrameMkLst>
        </pc:graphicFrameChg>
      </pc:sldChg>
      <pc:sldChg chg="modSp mod delCm modCm">
        <pc:chgData name="Anna Bolen -X (abolen - UNICON INC at Cisco)" userId="8fcf5b57-97b6-40ce-9683-275924855fa8" providerId="ADAL" clId="{ADF087FA-9890-454B-95D7-0FADD7B5D4CC}" dt="2022-11-07T18:04:36.988" v="272" actId="1035"/>
        <pc:sldMkLst>
          <pc:docMk/>
          <pc:sldMk cId="2320846429" sldId="299"/>
        </pc:sldMkLst>
        <pc:spChg chg="mod">
          <ac:chgData name="Anna Bolen -X (abolen - UNICON INC at Cisco)" userId="8fcf5b57-97b6-40ce-9683-275924855fa8" providerId="ADAL" clId="{ADF087FA-9890-454B-95D7-0FADD7B5D4CC}" dt="2022-11-07T18:04:36.988" v="272" actId="1035"/>
          <ac:spMkLst>
            <pc:docMk/>
            <pc:sldMk cId="2320846429" sldId="299"/>
            <ac:spMk id="2" creationId="{DB3F87CB-40EA-A4FE-9A99-2CE5DDB3B139}"/>
          </ac:spMkLst>
        </pc:spChg>
        <pc:spChg chg="ord">
          <ac:chgData name="Anna Bolen -X (abolen - UNICON INC at Cisco)" userId="8fcf5b57-97b6-40ce-9683-275924855fa8" providerId="ADAL" clId="{ADF087FA-9890-454B-95D7-0FADD7B5D4CC}" dt="2022-11-07T18:04:17.558" v="269" actId="13244"/>
          <ac:spMkLst>
            <pc:docMk/>
            <pc:sldMk cId="2320846429" sldId="299"/>
            <ac:spMk id="3" creationId="{ACF69FA3-10AC-0458-6D31-5D44170B04E6}"/>
          </ac:spMkLst>
        </pc:spChg>
      </pc:sldChg>
      <pc:sldChg chg="modSp mod">
        <pc:chgData name="Anna Bolen -X (abolen - UNICON INC at Cisco)" userId="8fcf5b57-97b6-40ce-9683-275924855fa8" providerId="ADAL" clId="{ADF087FA-9890-454B-95D7-0FADD7B5D4CC}" dt="2022-11-03T20:45:46.886" v="148" actId="14100"/>
        <pc:sldMkLst>
          <pc:docMk/>
          <pc:sldMk cId="2121233305" sldId="305"/>
        </pc:sldMkLst>
        <pc:spChg chg="mod">
          <ac:chgData name="Anna Bolen -X (abolen - UNICON INC at Cisco)" userId="8fcf5b57-97b6-40ce-9683-275924855fa8" providerId="ADAL" clId="{ADF087FA-9890-454B-95D7-0FADD7B5D4CC}" dt="2022-11-03T20:45:46.886" v="148" actId="14100"/>
          <ac:spMkLst>
            <pc:docMk/>
            <pc:sldMk cId="2121233305" sldId="305"/>
            <ac:spMk id="3" creationId="{00000000-0000-0000-0000-000000000000}"/>
          </ac:spMkLst>
        </pc:spChg>
      </pc:sldChg>
      <pc:sldChg chg="modSp mod delCm modCm">
        <pc:chgData name="Anna Bolen -X (abolen - UNICON INC at Cisco)" userId="8fcf5b57-97b6-40ce-9683-275924855fa8" providerId="ADAL" clId="{ADF087FA-9890-454B-95D7-0FADD7B5D4CC}" dt="2022-11-03T20:55:25.603" v="238" actId="13244"/>
        <pc:sldMkLst>
          <pc:docMk/>
          <pc:sldMk cId="1364361946" sldId="306"/>
        </pc:sldMkLst>
        <pc:spChg chg="mod">
          <ac:chgData name="Anna Bolen -X (abolen - UNICON INC at Cisco)" userId="8fcf5b57-97b6-40ce-9683-275924855fa8" providerId="ADAL" clId="{ADF087FA-9890-454B-95D7-0FADD7B5D4CC}" dt="2022-11-03T20:55:02.540" v="216" actId="1035"/>
          <ac:spMkLst>
            <pc:docMk/>
            <pc:sldMk cId="1364361946" sldId="306"/>
            <ac:spMk id="2" creationId="{00000000-0000-0000-0000-000000000000}"/>
          </ac:spMkLst>
        </pc:spChg>
        <pc:spChg chg="mod">
          <ac:chgData name="Anna Bolen -X (abolen - UNICON INC at Cisco)" userId="8fcf5b57-97b6-40ce-9683-275924855fa8" providerId="ADAL" clId="{ADF087FA-9890-454B-95D7-0FADD7B5D4CC}" dt="2022-11-03T20:55:12.846" v="236" actId="1035"/>
          <ac:spMkLst>
            <pc:docMk/>
            <pc:sldMk cId="1364361946" sldId="306"/>
            <ac:spMk id="3" creationId="{00000000-0000-0000-0000-000000000000}"/>
          </ac:spMkLst>
        </pc:spChg>
        <pc:spChg chg="ord">
          <ac:chgData name="Anna Bolen -X (abolen - UNICON INC at Cisco)" userId="8fcf5b57-97b6-40ce-9683-275924855fa8" providerId="ADAL" clId="{ADF087FA-9890-454B-95D7-0FADD7B5D4CC}" dt="2022-11-03T20:55:25.603" v="238" actId="13244"/>
          <ac:spMkLst>
            <pc:docMk/>
            <pc:sldMk cId="1364361946" sldId="306"/>
            <ac:spMk id="25" creationId="{00000000-0000-0000-0000-000000000000}"/>
          </ac:spMkLst>
        </pc:spChg>
        <pc:picChg chg="ord">
          <ac:chgData name="Anna Bolen -X (abolen - UNICON INC at Cisco)" userId="8fcf5b57-97b6-40ce-9683-275924855fa8" providerId="ADAL" clId="{ADF087FA-9890-454B-95D7-0FADD7B5D4CC}" dt="2022-11-03T20:55:23.765" v="237" actId="13244"/>
          <ac:picMkLst>
            <pc:docMk/>
            <pc:sldMk cId="1364361946" sldId="306"/>
            <ac:picMk id="5" creationId="{E9BA50CD-7558-586F-4372-5A452B486C27}"/>
          </ac:picMkLst>
        </pc:picChg>
      </pc:sldChg>
      <pc:sldChg chg="modSp mod delCm modCm">
        <pc:chgData name="Anna Bolen -X (abolen - UNICON INC at Cisco)" userId="8fcf5b57-97b6-40ce-9683-275924855fa8" providerId="ADAL" clId="{ADF087FA-9890-454B-95D7-0FADD7B5D4CC}" dt="2022-11-07T20:24:19.361" v="278" actId="14100"/>
        <pc:sldMkLst>
          <pc:docMk/>
          <pc:sldMk cId="3921304915" sldId="309"/>
        </pc:sldMkLst>
        <pc:graphicFrameChg chg="mod modGraphic">
          <ac:chgData name="Anna Bolen -X (abolen - UNICON INC at Cisco)" userId="8fcf5b57-97b6-40ce-9683-275924855fa8" providerId="ADAL" clId="{ADF087FA-9890-454B-95D7-0FADD7B5D4CC}" dt="2022-11-07T20:24:19.361" v="278" actId="14100"/>
          <ac:graphicFrameMkLst>
            <pc:docMk/>
            <pc:sldMk cId="3921304915" sldId="309"/>
            <ac:graphicFrameMk id="3" creationId="{00000000-0000-0000-0000-000000000000}"/>
          </ac:graphicFrameMkLst>
        </pc:graphicFrameChg>
      </pc:sldChg>
      <pc:sldChg chg="modSp mod">
        <pc:chgData name="Anna Bolen -X (abolen - UNICON INC at Cisco)" userId="8fcf5b57-97b6-40ce-9683-275924855fa8" providerId="ADAL" clId="{ADF087FA-9890-454B-95D7-0FADD7B5D4CC}" dt="2022-11-03T20:43:04.263" v="142" actId="14100"/>
        <pc:sldMkLst>
          <pc:docMk/>
          <pc:sldMk cId="1628611304" sldId="311"/>
        </pc:sldMkLst>
        <pc:spChg chg="mod">
          <ac:chgData name="Anna Bolen -X (abolen - UNICON INC at Cisco)" userId="8fcf5b57-97b6-40ce-9683-275924855fa8" providerId="ADAL" clId="{ADF087FA-9890-454B-95D7-0FADD7B5D4CC}" dt="2022-11-03T20:43:04.263" v="142" actId="14100"/>
          <ac:spMkLst>
            <pc:docMk/>
            <pc:sldMk cId="1628611304" sldId="311"/>
            <ac:spMk id="3" creationId="{00000000-0000-0000-0000-000000000000}"/>
          </ac:spMkLst>
        </pc:spChg>
        <pc:spChg chg="mod">
          <ac:chgData name="Anna Bolen -X (abolen - UNICON INC at Cisco)" userId="8fcf5b57-97b6-40ce-9683-275924855fa8" providerId="ADAL" clId="{ADF087FA-9890-454B-95D7-0FADD7B5D4CC}" dt="2022-11-03T20:42:00.073" v="138" actId="255"/>
          <ac:spMkLst>
            <pc:docMk/>
            <pc:sldMk cId="1628611304" sldId="311"/>
            <ac:spMk id="5" creationId="{00000000-0000-0000-0000-000000000000}"/>
          </ac:spMkLst>
        </pc:spChg>
      </pc:sldChg>
      <pc:sldChg chg="modSp mod delCm modCm">
        <pc:chgData name="Anna Bolen -X (abolen - UNICON INC at Cisco)" userId="8fcf5b57-97b6-40ce-9683-275924855fa8" providerId="ADAL" clId="{ADF087FA-9890-454B-95D7-0FADD7B5D4CC}" dt="2022-11-03T20:50:10.477" v="154" actId="14100"/>
        <pc:sldMkLst>
          <pc:docMk/>
          <pc:sldMk cId="2069152297" sldId="313"/>
        </pc:sldMkLst>
        <pc:spChg chg="mod">
          <ac:chgData name="Anna Bolen -X (abolen - UNICON INC at Cisco)" userId="8fcf5b57-97b6-40ce-9683-275924855fa8" providerId="ADAL" clId="{ADF087FA-9890-454B-95D7-0FADD7B5D4CC}" dt="2022-11-03T20:50:10.477" v="154" actId="14100"/>
          <ac:spMkLst>
            <pc:docMk/>
            <pc:sldMk cId="2069152297" sldId="313"/>
            <ac:spMk id="3" creationId="{00000000-0000-0000-0000-000000000000}"/>
          </ac:spMkLst>
        </pc:spChg>
      </pc:sldChg>
      <pc:sldChg chg="delCm modCm">
        <pc:chgData name="Anna Bolen -X (abolen - UNICON INC at Cisco)" userId="8fcf5b57-97b6-40ce-9683-275924855fa8" providerId="ADAL" clId="{ADF087FA-9890-454B-95D7-0FADD7B5D4CC}" dt="2022-11-03T20:56:52.059" v="246"/>
        <pc:sldMkLst>
          <pc:docMk/>
          <pc:sldMk cId="4171823002" sldId="315"/>
        </pc:sldMkLst>
      </pc:sldChg>
      <pc:sldChg chg="modSp mod modShow">
        <pc:chgData name="Anna Bolen -X (abolen - UNICON INC at Cisco)" userId="8fcf5b57-97b6-40ce-9683-275924855fa8" providerId="ADAL" clId="{ADF087FA-9890-454B-95D7-0FADD7B5D4CC}" dt="2022-11-07T17:45:41.806" v="256" actId="729"/>
        <pc:sldMkLst>
          <pc:docMk/>
          <pc:sldMk cId="0" sldId="317"/>
        </pc:sldMkLst>
        <pc:spChg chg="mod">
          <ac:chgData name="Anna Bolen -X (abolen - UNICON INC at Cisco)" userId="8fcf5b57-97b6-40ce-9683-275924855fa8" providerId="ADAL" clId="{ADF087FA-9890-454B-95D7-0FADD7B5D4CC}" dt="2022-11-03T20:25:35.843" v="0" actId="14100"/>
          <ac:spMkLst>
            <pc:docMk/>
            <pc:sldMk cId="0" sldId="317"/>
            <ac:spMk id="3" creationId="{00000000-0000-0000-0000-000000000000}"/>
          </ac:spMkLst>
        </pc:spChg>
      </pc:sldChg>
      <pc:sldChg chg="modSp mod modShow">
        <pc:chgData name="Anna Bolen -X (abolen - UNICON INC at Cisco)" userId="8fcf5b57-97b6-40ce-9683-275924855fa8" providerId="ADAL" clId="{ADF087FA-9890-454B-95D7-0FADD7B5D4CC}" dt="2022-11-07T17:45:41.806" v="256" actId="729"/>
        <pc:sldMkLst>
          <pc:docMk/>
          <pc:sldMk cId="2226954716" sldId="1072"/>
        </pc:sldMkLst>
        <pc:graphicFrameChg chg="ord">
          <ac:chgData name="Anna Bolen -X (abolen - UNICON INC at Cisco)" userId="8fcf5b57-97b6-40ce-9683-275924855fa8" providerId="ADAL" clId="{ADF087FA-9890-454B-95D7-0FADD7B5D4CC}" dt="2022-11-03T20:26:05.010" v="21" actId="13244"/>
          <ac:graphicFrameMkLst>
            <pc:docMk/>
            <pc:sldMk cId="2226954716" sldId="1072"/>
            <ac:graphicFrameMk id="4" creationId="{74BDC3A2-25BF-088E-7180-9A2D59018DFF}"/>
          </ac:graphicFrameMkLst>
        </pc:graphicFrameChg>
      </pc:sldChg>
      <pc:sldChg chg="modSp mod modShow">
        <pc:chgData name="Anna Bolen -X (abolen - UNICON INC at Cisco)" userId="8fcf5b57-97b6-40ce-9683-275924855fa8" providerId="ADAL" clId="{ADF087FA-9890-454B-95D7-0FADD7B5D4CC}" dt="2022-11-07T17:45:41.806" v="256" actId="729"/>
        <pc:sldMkLst>
          <pc:docMk/>
          <pc:sldMk cId="3972798597" sldId="1076"/>
        </pc:sldMkLst>
        <pc:graphicFrameChg chg="mod ord">
          <ac:chgData name="Anna Bolen -X (abolen - UNICON INC at Cisco)" userId="8fcf5b57-97b6-40ce-9683-275924855fa8" providerId="ADAL" clId="{ADF087FA-9890-454B-95D7-0FADD7B5D4CC}" dt="2022-11-03T20:25:56.768" v="20" actId="13244"/>
          <ac:graphicFrameMkLst>
            <pc:docMk/>
            <pc:sldMk cId="3972798597" sldId="1076"/>
            <ac:graphicFrameMk id="6" creationId="{CEA739AB-83E7-3356-BA00-BC3B68876B93}"/>
          </ac:graphicFrameMkLst>
        </pc:graphicFrameChg>
      </pc:sldChg>
      <pc:sldChg chg="modSp mod modShow">
        <pc:chgData name="Anna Bolen -X (abolen - UNICON INC at Cisco)" userId="8fcf5b57-97b6-40ce-9683-275924855fa8" providerId="ADAL" clId="{ADF087FA-9890-454B-95D7-0FADD7B5D4CC}" dt="2022-11-07T17:45:41.806" v="256" actId="729"/>
        <pc:sldMkLst>
          <pc:docMk/>
          <pc:sldMk cId="0" sldId="1077"/>
        </pc:sldMkLst>
        <pc:spChg chg="ord">
          <ac:chgData name="Anna Bolen -X (abolen - UNICON INC at Cisco)" userId="8fcf5b57-97b6-40ce-9683-275924855fa8" providerId="ADAL" clId="{ADF087FA-9890-454B-95D7-0FADD7B5D4CC}" dt="2022-11-03T20:26:13.783" v="22" actId="13244"/>
          <ac:spMkLst>
            <pc:docMk/>
            <pc:sldMk cId="0" sldId="1077"/>
            <ac:spMk id="25" creationId="{00000000-0000-0000-0000-000000000000}"/>
          </ac:spMkLst>
        </pc:spChg>
      </pc:sldChg>
      <pc:sldChg chg="modSp mod delCm modCm">
        <pc:chgData name="Anna Bolen -X (abolen - UNICON INC at Cisco)" userId="8fcf5b57-97b6-40ce-9683-275924855fa8" providerId="ADAL" clId="{ADF087FA-9890-454B-95D7-0FADD7B5D4CC}" dt="2022-11-03T20:41:06.104" v="135"/>
        <pc:sldMkLst>
          <pc:docMk/>
          <pc:sldMk cId="1423533545" sldId="1078"/>
        </pc:sldMkLst>
        <pc:graphicFrameChg chg="ord modGraphic">
          <ac:chgData name="Anna Bolen -X (abolen - UNICON INC at Cisco)" userId="8fcf5b57-97b6-40ce-9683-275924855fa8" providerId="ADAL" clId="{ADF087FA-9890-454B-95D7-0FADD7B5D4CC}" dt="2022-11-03T20:40:52.601" v="133" actId="13244"/>
          <ac:graphicFrameMkLst>
            <pc:docMk/>
            <pc:sldMk cId="1423533545" sldId="1078"/>
            <ac:graphicFrameMk id="7" creationId="{9C4E9DEA-54CE-EAF7-112E-CB73F704AFA3}"/>
          </ac:graphicFrameMkLst>
        </pc:graphicFrameChg>
      </pc:sldChg>
      <pc:sldChg chg="mod modShow">
        <pc:chgData name="Anna Bolen -X (abolen - UNICON INC at Cisco)" userId="8fcf5b57-97b6-40ce-9683-275924855fa8" providerId="ADAL" clId="{ADF087FA-9890-454B-95D7-0FADD7B5D4CC}" dt="2022-11-07T17:45:41.806" v="256" actId="729"/>
        <pc:sldMkLst>
          <pc:docMk/>
          <pc:sldMk cId="1239715276" sldId="1079"/>
        </pc:sldMkLst>
      </pc:sldChg>
      <pc:sldChg chg="mod modShow">
        <pc:chgData name="Anna Bolen -X (abolen - UNICON INC at Cisco)" userId="8fcf5b57-97b6-40ce-9683-275924855fa8" providerId="ADAL" clId="{ADF087FA-9890-454B-95D7-0FADD7B5D4CC}" dt="2022-11-07T17:45:41.806" v="256" actId="729"/>
        <pc:sldMkLst>
          <pc:docMk/>
          <pc:sldMk cId="1882725042" sldId="1080"/>
        </pc:sldMkLst>
      </pc:sldChg>
      <pc:sldChg chg="mod modShow">
        <pc:chgData name="Anna Bolen -X (abolen - UNICON INC at Cisco)" userId="8fcf5b57-97b6-40ce-9683-275924855fa8" providerId="ADAL" clId="{ADF087FA-9890-454B-95D7-0FADD7B5D4CC}" dt="2022-11-07T17:45:41.806" v="256" actId="729"/>
        <pc:sldMkLst>
          <pc:docMk/>
          <pc:sldMk cId="3774644447" sldId="1081"/>
        </pc:sldMkLst>
      </pc:sldChg>
    </pc:docChg>
  </pc:docChgLst>
  <pc:docChgLst>
    <pc:chgData name="Cláudia Naumann" userId="S::naumann_nce.ufrj.br#ext#@cisco.onmicrosoft.com::2c14c15b-0266-4182-83e5-84c7c06e2959" providerId="AD" clId="Web-{23D5B191-DBEC-DFC8-CCD6-17D24B8AD12F}"/>
    <pc:docChg chg="modSld">
      <pc:chgData name="Cláudia Naumann" userId="S::naumann_nce.ufrj.br#ext#@cisco.onmicrosoft.com::2c14c15b-0266-4182-83e5-84c7c06e2959" providerId="AD" clId="Web-{23D5B191-DBEC-DFC8-CCD6-17D24B8AD12F}" dt="2022-10-22T15:06:50.845" v="0" actId="20577"/>
      <pc:docMkLst>
        <pc:docMk/>
      </pc:docMkLst>
      <pc:sldChg chg="modSp">
        <pc:chgData name="Cláudia Naumann" userId="S::naumann_nce.ufrj.br#ext#@cisco.onmicrosoft.com::2c14c15b-0266-4182-83e5-84c7c06e2959" providerId="AD" clId="Web-{23D5B191-DBEC-DFC8-CCD6-17D24B8AD12F}" dt="2022-10-22T15:06:50.845" v="0" actId="20577"/>
        <pc:sldMkLst>
          <pc:docMk/>
          <pc:sldMk cId="0" sldId="261"/>
        </pc:sldMkLst>
        <pc:spChg chg="mod">
          <ac:chgData name="Cláudia Naumann" userId="S::naumann_nce.ufrj.br#ext#@cisco.onmicrosoft.com::2c14c15b-0266-4182-83e5-84c7c06e2959" providerId="AD" clId="Web-{23D5B191-DBEC-DFC8-CCD6-17D24B8AD12F}" dt="2022-10-22T15:06:50.845" v="0" actId="20577"/>
          <ac:spMkLst>
            <pc:docMk/>
            <pc:sldMk cId="0" sldId="261"/>
            <ac:spMk id="3" creationId="{00000000-0000-0000-0000-000000000000}"/>
          </ac:spMkLst>
        </pc:spChg>
      </pc:sldChg>
    </pc:docChg>
  </pc:docChgLst>
  <pc:docChgLst>
    <pc:chgData name="Cláudia Naumann" userId="S::naumann_nce.ufrj.br#ext#@cisco.onmicrosoft.com::2c14c15b-0266-4182-83e5-84c7c06e2959" providerId="AD" clId="Web-{37E7E758-5DE5-CFA6-EA30-6248D03453F1}"/>
    <pc:docChg chg="delSld modSld">
      <pc:chgData name="Cláudia Naumann" userId="S::naumann_nce.ufrj.br#ext#@cisco.onmicrosoft.com::2c14c15b-0266-4182-83e5-84c7c06e2959" providerId="AD" clId="Web-{37E7E758-5DE5-CFA6-EA30-6248D03453F1}" dt="2022-11-10T16:25:47.733" v="7" actId="20577"/>
      <pc:docMkLst>
        <pc:docMk/>
      </pc:docMkLst>
      <pc:sldChg chg="modSp">
        <pc:chgData name="Cláudia Naumann" userId="S::naumann_nce.ufrj.br#ext#@cisco.onmicrosoft.com::2c14c15b-0266-4182-83e5-84c7c06e2959" providerId="AD" clId="Web-{37E7E758-5DE5-CFA6-EA30-6248D03453F1}" dt="2022-11-10T16:25:47.733" v="7" actId="20577"/>
        <pc:sldMkLst>
          <pc:docMk/>
          <pc:sldMk cId="0" sldId="317"/>
        </pc:sldMkLst>
        <pc:spChg chg="mod">
          <ac:chgData name="Cláudia Naumann" userId="S::naumann_nce.ufrj.br#ext#@cisco.onmicrosoft.com::2c14c15b-0266-4182-83e5-84c7c06e2959" providerId="AD" clId="Web-{37E7E758-5DE5-CFA6-EA30-6248D03453F1}" dt="2022-11-10T16:25:47.733" v="7" actId="20577"/>
          <ac:spMkLst>
            <pc:docMk/>
            <pc:sldMk cId="0" sldId="317"/>
            <ac:spMk id="3" creationId="{00000000-0000-0000-0000-000000000000}"/>
          </ac:spMkLst>
        </pc:spChg>
      </pc:sldChg>
      <pc:sldChg chg="modSp">
        <pc:chgData name="Cláudia Naumann" userId="S::naumann_nce.ufrj.br#ext#@cisco.onmicrosoft.com::2c14c15b-0266-4182-83e5-84c7c06e2959" providerId="AD" clId="Web-{37E7E758-5DE5-CFA6-EA30-6248D03453F1}" dt="2022-11-10T16:24:38.559" v="4" actId="20577"/>
        <pc:sldMkLst>
          <pc:docMk/>
          <pc:sldMk cId="1882725042" sldId="1080"/>
        </pc:sldMkLst>
        <pc:spChg chg="mod">
          <ac:chgData name="Cláudia Naumann" userId="S::naumann_nce.ufrj.br#ext#@cisco.onmicrosoft.com::2c14c15b-0266-4182-83e5-84c7c06e2959" providerId="AD" clId="Web-{37E7E758-5DE5-CFA6-EA30-6248D03453F1}" dt="2022-11-10T16:24:38.559" v="4" actId="20577"/>
          <ac:spMkLst>
            <pc:docMk/>
            <pc:sldMk cId="1882725042" sldId="1080"/>
            <ac:spMk id="3" creationId="{00000000-0000-0000-0000-000000000000}"/>
          </ac:spMkLst>
        </pc:spChg>
      </pc:sldChg>
      <pc:sldChg chg="modSp del">
        <pc:chgData name="Cláudia Naumann" userId="S::naumann_nce.ufrj.br#ext#@cisco.onmicrosoft.com::2c14c15b-0266-4182-83e5-84c7c06e2959" providerId="AD" clId="Web-{37E7E758-5DE5-CFA6-EA30-6248D03453F1}" dt="2022-11-10T16:24:41.246" v="5"/>
        <pc:sldMkLst>
          <pc:docMk/>
          <pc:sldMk cId="3774644447" sldId="1081"/>
        </pc:sldMkLst>
        <pc:spChg chg="mod">
          <ac:chgData name="Cláudia Naumann" userId="S::naumann_nce.ufrj.br#ext#@cisco.onmicrosoft.com::2c14c15b-0266-4182-83e5-84c7c06e2959" providerId="AD" clId="Web-{37E7E758-5DE5-CFA6-EA30-6248D03453F1}" dt="2022-11-10T16:24:23.934" v="0" actId="20577"/>
          <ac:spMkLst>
            <pc:docMk/>
            <pc:sldMk cId="3774644447" sldId="1081"/>
            <ac:spMk id="3" creationId="{00000000-0000-0000-0000-000000000000}"/>
          </ac:spMkLst>
        </pc:spChg>
      </pc:sldChg>
    </pc:docChg>
  </pc:docChgLst>
  <pc:docChgLst>
    <pc:chgData name="Cláudia Naumann" userId="S::naumann_nce.ufrj.br#ext#@cisco.onmicrosoft.com::2c14c15b-0266-4182-83e5-84c7c06e2959" providerId="AD" clId="Web-{71614B19-18C4-9F4E-9862-1F83EA0020A3}"/>
    <pc:docChg chg="addSld modSld">
      <pc:chgData name="Cláudia Naumann" userId="S::naumann_nce.ufrj.br#ext#@cisco.onmicrosoft.com::2c14c15b-0266-4182-83e5-84c7c06e2959" providerId="AD" clId="Web-{71614B19-18C4-9F4E-9862-1F83EA0020A3}" dt="2022-11-06T20:05:12.708" v="1067" actId="20577"/>
      <pc:docMkLst>
        <pc:docMk/>
      </pc:docMkLst>
      <pc:sldChg chg="modSp">
        <pc:chgData name="Cláudia Naumann" userId="S::naumann_nce.ufrj.br#ext#@cisco.onmicrosoft.com::2c14c15b-0266-4182-83e5-84c7c06e2959" providerId="AD" clId="Web-{71614B19-18C4-9F4E-9862-1F83EA0020A3}" dt="2022-11-06T19:40:02.973" v="285" actId="14100"/>
        <pc:sldMkLst>
          <pc:docMk/>
          <pc:sldMk cId="0" sldId="261"/>
        </pc:sldMkLst>
        <pc:spChg chg="mod">
          <ac:chgData name="Cláudia Naumann" userId="S::naumann_nce.ufrj.br#ext#@cisco.onmicrosoft.com::2c14c15b-0266-4182-83e5-84c7c06e2959" providerId="AD" clId="Web-{71614B19-18C4-9F4E-9862-1F83EA0020A3}" dt="2022-11-06T19:40:02.973" v="285" actId="14100"/>
          <ac:spMkLst>
            <pc:docMk/>
            <pc:sldMk cId="0" sldId="261"/>
            <ac:spMk id="3" creationId="{00000000-0000-0000-0000-000000000000}"/>
          </ac:spMkLst>
        </pc:spChg>
      </pc:sldChg>
      <pc:sldChg chg="modSp">
        <pc:chgData name="Cláudia Naumann" userId="S::naumann_nce.ufrj.br#ext#@cisco.onmicrosoft.com::2c14c15b-0266-4182-83e5-84c7c06e2959" providerId="AD" clId="Web-{71614B19-18C4-9F4E-9862-1F83EA0020A3}" dt="2022-11-06T20:05:12.708" v="1067" actId="20577"/>
        <pc:sldMkLst>
          <pc:docMk/>
          <pc:sldMk cId="0" sldId="317"/>
        </pc:sldMkLst>
        <pc:spChg chg="mod">
          <ac:chgData name="Cláudia Naumann" userId="S::naumann_nce.ufrj.br#ext#@cisco.onmicrosoft.com::2c14c15b-0266-4182-83e5-84c7c06e2959" providerId="AD" clId="Web-{71614B19-18C4-9F4E-9862-1F83EA0020A3}" dt="2022-11-06T20:05:12.708" v="1067" actId="20577"/>
          <ac:spMkLst>
            <pc:docMk/>
            <pc:sldMk cId="0" sldId="317"/>
            <ac:spMk id="3" creationId="{00000000-0000-0000-0000-000000000000}"/>
          </ac:spMkLst>
        </pc:spChg>
      </pc:sldChg>
      <pc:sldChg chg="modSp add">
        <pc:chgData name="Cláudia Naumann" userId="S::naumann_nce.ufrj.br#ext#@cisco.onmicrosoft.com::2c14c15b-0266-4182-83e5-84c7c06e2959" providerId="AD" clId="Web-{71614B19-18C4-9F4E-9862-1F83EA0020A3}" dt="2022-11-06T19:53:16.547" v="791" actId="20577"/>
        <pc:sldMkLst>
          <pc:docMk/>
          <pc:sldMk cId="1239715276" sldId="1079"/>
        </pc:sldMkLst>
        <pc:spChg chg="mod">
          <ac:chgData name="Cláudia Naumann" userId="S::naumann_nce.ufrj.br#ext#@cisco.onmicrosoft.com::2c14c15b-0266-4182-83e5-84c7c06e2959" providerId="AD" clId="Web-{71614B19-18C4-9F4E-9862-1F83EA0020A3}" dt="2022-11-06T19:40:36.194" v="289" actId="20577"/>
          <ac:spMkLst>
            <pc:docMk/>
            <pc:sldMk cId="1239715276" sldId="1079"/>
            <ac:spMk id="2" creationId="{00000000-0000-0000-0000-000000000000}"/>
          </ac:spMkLst>
        </pc:spChg>
        <pc:spChg chg="mod">
          <ac:chgData name="Cláudia Naumann" userId="S::naumann_nce.ufrj.br#ext#@cisco.onmicrosoft.com::2c14c15b-0266-4182-83e5-84c7c06e2959" providerId="AD" clId="Web-{71614B19-18C4-9F4E-9862-1F83EA0020A3}" dt="2022-11-06T19:53:16.547" v="791" actId="20577"/>
          <ac:spMkLst>
            <pc:docMk/>
            <pc:sldMk cId="1239715276" sldId="1079"/>
            <ac:spMk id="3" creationId="{00000000-0000-0000-0000-000000000000}"/>
          </ac:spMkLst>
        </pc:spChg>
      </pc:sldChg>
      <pc:sldChg chg="modSp add">
        <pc:chgData name="Cláudia Naumann" userId="S::naumann_nce.ufrj.br#ext#@cisco.onmicrosoft.com::2c14c15b-0266-4182-83e5-84c7c06e2959" providerId="AD" clId="Web-{71614B19-18C4-9F4E-9862-1F83EA0020A3}" dt="2022-11-06T19:55:46.790" v="815" actId="1076"/>
        <pc:sldMkLst>
          <pc:docMk/>
          <pc:sldMk cId="1882725042" sldId="1080"/>
        </pc:sldMkLst>
        <pc:spChg chg="mod">
          <ac:chgData name="Cláudia Naumann" userId="S::naumann_nce.ufrj.br#ext#@cisco.onmicrosoft.com::2c14c15b-0266-4182-83e5-84c7c06e2959" providerId="AD" clId="Web-{71614B19-18C4-9F4E-9862-1F83EA0020A3}" dt="2022-11-06T19:55:46.790" v="815" actId="1076"/>
          <ac:spMkLst>
            <pc:docMk/>
            <pc:sldMk cId="1882725042" sldId="1080"/>
            <ac:spMk id="3" creationId="{00000000-0000-0000-0000-000000000000}"/>
          </ac:spMkLst>
        </pc:spChg>
      </pc:sldChg>
      <pc:sldChg chg="modSp add">
        <pc:chgData name="Cláudia Naumann" userId="S::naumann_nce.ufrj.br#ext#@cisco.onmicrosoft.com::2c14c15b-0266-4182-83e5-84c7c06e2959" providerId="AD" clId="Web-{71614B19-18C4-9F4E-9862-1F83EA0020A3}" dt="2022-11-06T20:04:52.332" v="1065" actId="20577"/>
        <pc:sldMkLst>
          <pc:docMk/>
          <pc:sldMk cId="3774644447" sldId="1081"/>
        </pc:sldMkLst>
        <pc:spChg chg="mod">
          <ac:chgData name="Cláudia Naumann" userId="S::naumann_nce.ufrj.br#ext#@cisco.onmicrosoft.com::2c14c15b-0266-4182-83e5-84c7c06e2959" providerId="AD" clId="Web-{71614B19-18C4-9F4E-9862-1F83EA0020A3}" dt="2022-11-06T20:04:52.332" v="1065" actId="20577"/>
          <ac:spMkLst>
            <pc:docMk/>
            <pc:sldMk cId="3774644447" sldId="108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99594D7-0781-4041-AA8D-A177FC6F0D11}" type="datetimeFigureOut">
              <a:t>3/30/2023</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B1FD809-CB9D-4405-A03A-113E5D184EA3}" type="slidenum">
              <a:t>‹#›</a:t>
            </a:fld>
            <a:endParaRPr lang="en-US"/>
          </a:p>
        </p:txBody>
      </p:sp>
    </p:spTree>
    <p:extLst>
      <p:ext uri="{BB962C8B-B14F-4D97-AF65-F5344CB8AC3E}">
        <p14:creationId xmlns:p14="http://schemas.microsoft.com/office/powerpoint/2010/main" val="2807722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4: Attacking What We Do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83815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73109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4: Attacking What We Do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4.1: IP Services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4.1: IP Services
4.1.1: ARP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4: Attacking What We Do </a:t>
            </a:r>
            <a:endParaRPr lang="pt-BR"/>
          </a:p>
          <a:p>
            <a:r>
              <a:rPr lang="en-US" dirty="0"/>
              <a:t>4.1: IP Services </a:t>
            </a:r>
            <a:endParaRPr lang="pt-BR"/>
          </a:p>
          <a:p>
            <a:r>
              <a:rPr lang="en-US" dirty="0"/>
              <a:t>4.1.2: ARP Cache Poisoning </a:t>
            </a:r>
            <a:endParaRPr lang="pt-BR"/>
          </a:p>
          <a:p>
            <a:endParaRPr lang="en-US" dirty="0">
              <a:cs typeface="Calibri"/>
            </a:endParaRPr>
          </a:p>
        </p:txBody>
      </p:sp>
      <p:sp>
        <p:nvSpPr>
          <p:cNvPr id="4" name="Espaço Reservado para Número de Slide 3"/>
          <p:cNvSpPr>
            <a:spLocks noGrp="1"/>
          </p:cNvSpPr>
          <p:nvPr>
            <p:ph type="sldNum" sz="quarter" idx="5"/>
          </p:nvPr>
        </p:nvSpPr>
        <p:spPr/>
        <p:txBody>
          <a:bodyPr/>
          <a:lstStyle/>
          <a:p>
            <a:fld id="{BB1FD809-CB9D-4405-A03A-113E5D184EA3}" type="slidenum">
              <a:rPr lang="pt-BR"/>
              <a:t>14</a:t>
            </a:fld>
            <a:endParaRPr lang="pt-BR"/>
          </a:p>
        </p:txBody>
      </p:sp>
    </p:spTree>
    <p:extLst>
      <p:ext uri="{BB962C8B-B14F-4D97-AF65-F5344CB8AC3E}">
        <p14:creationId xmlns:p14="http://schemas.microsoft.com/office/powerpoint/2010/main" val="3724394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4: Attacking What We Do </a:t>
            </a:r>
            <a:endParaRPr lang="pt-BR"/>
          </a:p>
          <a:p>
            <a:r>
              <a:rPr lang="en-US" dirty="0"/>
              <a:t>4.1: IP Services </a:t>
            </a:r>
            <a:endParaRPr lang="pt-BR"/>
          </a:p>
          <a:p>
            <a:r>
              <a:rPr lang="en-US" dirty="0"/>
              <a:t>4.1.2: ARP Cache Poisoning (Cont.)</a:t>
            </a:r>
            <a:endParaRPr lang="pt-BR" dirty="0"/>
          </a:p>
          <a:p>
            <a:endParaRPr lang="en-US" dirty="0">
              <a:cs typeface="Calibri"/>
            </a:endParaRPr>
          </a:p>
        </p:txBody>
      </p:sp>
      <p:sp>
        <p:nvSpPr>
          <p:cNvPr id="4" name="Espaço Reservado para Número de Slide 3"/>
          <p:cNvSpPr>
            <a:spLocks noGrp="1"/>
          </p:cNvSpPr>
          <p:nvPr>
            <p:ph type="sldNum" sz="quarter" idx="5"/>
          </p:nvPr>
        </p:nvSpPr>
        <p:spPr/>
        <p:txBody>
          <a:bodyPr/>
          <a:lstStyle/>
          <a:p>
            <a:fld id="{BB1FD809-CB9D-4405-A03A-113E5D184EA3}" type="slidenum">
              <a:rPr lang="pt-BR"/>
              <a:t>15</a:t>
            </a:fld>
            <a:endParaRPr lang="pt-BR"/>
          </a:p>
        </p:txBody>
      </p:sp>
    </p:spTree>
    <p:extLst>
      <p:ext uri="{BB962C8B-B14F-4D97-AF65-F5344CB8AC3E}">
        <p14:creationId xmlns:p14="http://schemas.microsoft.com/office/powerpoint/2010/main" val="1702373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4.1: IP Services
4.1.3: DNS Attacks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4.1: IP Services
4.1.3: DNS Attacks (Cont.)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68826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4.1: IP Services
4.1.4: DNS Tunneling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4: Attacking What We Do </a:t>
            </a:r>
            <a:endParaRPr lang="pt-BR"/>
          </a:p>
          <a:p>
            <a:r>
              <a:rPr lang="en-US" dirty="0"/>
              <a:t>4.1: IP Services </a:t>
            </a:r>
            <a:endParaRPr lang="pt-BR"/>
          </a:p>
          <a:p>
            <a:r>
              <a:rPr lang="en-US" dirty="0"/>
              <a:t>4.1.4: DNS Tunneling (Cont.)</a:t>
            </a:r>
            <a:endParaRPr lang="pt-BR" dirty="0"/>
          </a:p>
          <a:p>
            <a:endParaRPr lang="en-US" dirty="0">
              <a:cs typeface="Calibri"/>
            </a:endParaRPr>
          </a:p>
        </p:txBody>
      </p:sp>
      <p:sp>
        <p:nvSpPr>
          <p:cNvPr id="4" name="Espaço Reservado para Número de Slide 3"/>
          <p:cNvSpPr>
            <a:spLocks noGrp="1"/>
          </p:cNvSpPr>
          <p:nvPr>
            <p:ph type="sldNum" sz="quarter" idx="5"/>
          </p:nvPr>
        </p:nvSpPr>
        <p:spPr/>
        <p:txBody>
          <a:bodyPr/>
          <a:lstStyle/>
          <a:p>
            <a:fld id="{BB1FD809-CB9D-4405-A03A-113E5D184EA3}" type="slidenum">
              <a:rPr lang="pt-BR"/>
              <a:t>19</a:t>
            </a:fld>
            <a:endParaRPr lang="pt-BR"/>
          </a:p>
        </p:txBody>
      </p:sp>
    </p:spTree>
    <p:extLst>
      <p:ext uri="{BB962C8B-B14F-4D97-AF65-F5344CB8AC3E}">
        <p14:creationId xmlns:p14="http://schemas.microsoft.com/office/powerpoint/2010/main" val="24841045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4.1: IP Services
4.1.5: DHCP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4.1: IP Services
4.1.6: DHCP Attacks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4.1: IP Services
4.1.6: DHCP Attacks (Cont.)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4.1: IP Services
4.1.7: Lab - Exploring DNS Traffic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4.2: Enterprise Services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4.2: Enterprise Services
4.2.1: HTTP and HTTPS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4.2: Enterprise Services
4.2.1: HTTP and HTTPS (Cont.)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18957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4.2: Enterprise Services
4.2.2: Common HTTP Exploits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4.2: Enterprise Services
4.2.2: Common HTTP Exploits (Cont.)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893447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4.2: Enterprise Services
4.2.3: Email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4.2: Enterprise Services
4.2.3: Email (Cont.)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864202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4.2: Enterprise Services
4.2.4: Web-Exposed Databases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4.2: Enterprise Services
4.2.5: Client-side Scripting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4.2: Enterprise Services</a:t>
            </a:r>
            <a:endParaRPr lang="pt-BR" dirty="0"/>
          </a:p>
          <a:p>
            <a:r>
              <a:rPr lang="en-US" dirty="0"/>
              <a:t>4.2.6: Lab Video - Install a Virtual Machine on a Personal Computer
4.2.7: Lab - Install a Virtual Machine on a Personal Computer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4.2: Enterprise Services
4.2.8: Lab - Attacking a MySQL Database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4.2: Enterprise Services
4.2.9: Lab - Reading Server Logs</a:t>
            </a:r>
            <a:endParaRPr lang="pt-BR"/>
          </a:p>
          <a:p>
            <a:r>
              <a:rPr lang="en-US" dirty="0"/>
              <a:t>4.2.10: Check Your Understanding - Enterprise Services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4.3.1: Defending the Network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4.3.2: Mitigating Malware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4.3.3: Mitigating Worms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1874480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4.3: Mitigating Common Network Attacks
4.3.3: Mitigating Worms (Cont.)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4.3.4: Mitigating Reconnaissance Attacks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4.3: Mitigating Common Network Attacks
4.3.4: Mitigating Reconnaissance Attacks (Cont.)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1087794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4.3.5: Mitigating Access Attacks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Attacking What We Do
4.3: Mitigating Common Network Attacks
4.3.5: Mitigating Access Attacks (Cont.)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0416459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4.3.6: Mitigating DoS Attacks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4.3: Mitigating Common Network Attacks
4.3.7: Lab - Recommend Threat Mitigation Measures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4.4: Attacking What We Do Summary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Attacking What We Do
4.4: Attacking What We Do Summary
4.4.1: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49</a:t>
            </a:fld>
            <a:endParaRPr lang="en-US"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4.4: Attacking What We Do Summary</a:t>
            </a:r>
            <a:br>
              <a:rPr lang="en-US" dirty="0">
                <a:cs typeface="+mn-lt"/>
              </a:rPr>
            </a:br>
            <a:r>
              <a:rPr lang="en-US" dirty="0"/>
              <a:t>4.4.2: Module 4: Attacking What We Do Quiz</a:t>
            </a:r>
            <a:br>
              <a:rPr lang="en-US" dirty="0">
                <a:cs typeface="+mn-lt"/>
              </a:rPr>
            </a:br>
            <a:endParaRPr lang="en-US" kern="1200" dirty="0"/>
          </a:p>
          <a:p>
            <a:pPr>
              <a:lnSpc>
                <a:spcPct val="80000"/>
              </a:lnSpc>
              <a:buFontTx/>
              <a:buNone/>
            </a:pPr>
            <a:endParaRPr lang="en-US" dirty="0">
              <a:latin typeface="Arial"/>
              <a:ea typeface="ＭＳ Ｐゴシック"/>
              <a:cs typeface="Arial"/>
            </a:endParaRPr>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nchor="t"/>
          <a:lstStyle/>
          <a:p>
            <a:pPr marL="0" indent="0">
              <a:buNone/>
            </a:pPr>
            <a:r>
              <a:rPr lang="en-US" sz="3600" dirty="0">
                <a:solidFill>
                  <a:srgbClr val="AFE8FB"/>
                </a:solidFill>
                <a:latin typeface="Arial" pitchFamily="34" charset="0"/>
                <a:ea typeface="Arial" pitchFamily="34" charset="-122"/>
                <a:cs typeface="Arial" pitchFamily="34" charset="-120"/>
              </a:rPr>
              <a:t>Module 4: Attacking What We Do</a:t>
            </a:r>
            <a:endParaRPr lang="en-US" sz="3600" dirty="0"/>
          </a:p>
        </p:txBody>
      </p:sp>
      <p:sp>
        <p:nvSpPr>
          <p:cNvPr id="3" name="Text 1"/>
          <p:cNvSpPr/>
          <p:nvPr/>
        </p:nvSpPr>
        <p:spPr>
          <a:xfrm>
            <a:off x="457200" y="3343275"/>
            <a:ext cx="3657600" cy="562978"/>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Instructor Materials – Module 2 Planning Guide</a:t>
            </a:r>
            <a:endParaRPr lang="en-US" sz="2200" dirty="0"/>
          </a:p>
        </p:txBody>
      </p:sp>
      <p:sp>
        <p:nvSpPr>
          <p:cNvPr id="3" name="Text 1"/>
          <p:cNvSpPr/>
          <p:nvPr/>
        </p:nvSpPr>
        <p:spPr>
          <a:xfrm>
            <a:off x="28513" y="458046"/>
            <a:ext cx="8229600" cy="4007274"/>
          </a:xfrm>
          <a:prstGeom prst="rect">
            <a:avLst/>
          </a:prstGeom>
          <a:noFill/>
          <a:ln/>
        </p:spPr>
        <p:txBody>
          <a:bodyPr wrap="square" lIns="91440" tIns="45720" rIns="91440" bIns="45720"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a:rPr>
              <a:t>This PowerPoint deck is divided in two parts:</a:t>
            </a:r>
          </a:p>
          <a:p>
            <a:pPr marL="169545" marR="0" lvl="0" indent="-169545"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a:rPr>
              <a:t>Instructor Planning Guide</a:t>
            </a:r>
            <a:endParaRPr lang="en-CA" sz="1500" b="0" i="0" u="none" strike="noStrike" kern="1200" cap="none" spc="0" normalizeH="0" baseline="0" noProof="0" dirty="0">
              <a:ln>
                <a:noFill/>
              </a:ln>
              <a:solidFill>
                <a:srgbClr val="000000"/>
              </a:solidFill>
              <a:effectLst/>
              <a:uLnTx/>
              <a:uFillTx/>
              <a:latin typeface="Arial"/>
              <a:ea typeface="ＭＳ Ｐゴシック"/>
              <a:cs typeface="Arial"/>
            </a:endParaRP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a:rPr>
              <a:t>Information to help you become familiar with the module</a:t>
            </a:r>
            <a:endParaRPr lang="en-CA" sz="1400" b="0" i="0" u="none" strike="noStrike" kern="1200" cap="none" spc="0" normalizeH="0" baseline="0" noProof="0" dirty="0">
              <a:ln>
                <a:noFill/>
              </a:ln>
              <a:solidFill>
                <a:srgbClr val="000000"/>
              </a:solidFill>
              <a:effectLst/>
              <a:uLnTx/>
              <a:uFillTx/>
              <a:latin typeface="Arial"/>
              <a:ea typeface="ＭＳ Ｐゴシック"/>
              <a:cs typeface="Arial"/>
            </a:endParaRP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a:rPr>
              <a:t>Teaching aids</a:t>
            </a:r>
            <a:endParaRPr lang="en-CA" sz="1400" b="0" i="0" u="none" strike="noStrike" kern="1200" cap="none" spc="0" normalizeH="0" baseline="0" noProof="0" dirty="0">
              <a:ln>
                <a:noFill/>
              </a:ln>
              <a:solidFill>
                <a:srgbClr val="000000"/>
              </a:solidFill>
              <a:effectLst/>
              <a:uLnTx/>
              <a:uFillTx/>
              <a:latin typeface="Arial"/>
              <a:ea typeface="ＭＳ Ｐゴシック"/>
              <a:cs typeface="Arial"/>
            </a:endParaRPr>
          </a:p>
          <a:p>
            <a:pPr marL="169545" marR="0" lvl="0" indent="-169545"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a:rPr>
              <a:t>Instructor Class Presentation</a:t>
            </a:r>
            <a:endParaRPr lang="en-CA" sz="1500" b="0" i="0" u="none" strike="noStrike" kern="1200" cap="none" spc="0" normalizeH="0" baseline="0" noProof="0" dirty="0">
              <a:ln>
                <a:noFill/>
              </a:ln>
              <a:solidFill>
                <a:srgbClr val="000000"/>
              </a:solidFill>
              <a:effectLst/>
              <a:uLnTx/>
              <a:uFillTx/>
              <a:latin typeface="Arial"/>
              <a:ea typeface="ＭＳ Ｐゴシック"/>
              <a:cs typeface="Arial"/>
            </a:endParaRP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a:rPr>
              <a:t>Optional slides that you can use in the classroom</a:t>
            </a:r>
            <a:endParaRPr lang="en-CA" sz="1400" b="0" i="0" u="none" strike="noStrike" kern="1200" cap="none" spc="0" normalizeH="0" baseline="0" noProof="0" dirty="0">
              <a:ln>
                <a:noFill/>
              </a:ln>
              <a:solidFill>
                <a:srgbClr val="000000"/>
              </a:solidFill>
              <a:effectLst/>
              <a:uLnTx/>
              <a:uFillTx/>
              <a:latin typeface="Arial"/>
              <a:ea typeface="ＭＳ Ｐゴシック"/>
              <a:cs typeface="Arial"/>
            </a:endParaRPr>
          </a:p>
          <a:p>
            <a:pPr marL="358775" lvl="1" indent="-215900" defTabSz="684213" fontAlgn="base">
              <a:spcBef>
                <a:spcPts val="300"/>
              </a:spcBef>
              <a:spcAft>
                <a:spcPts val="300"/>
              </a:spcAft>
              <a:buClr>
                <a:srgbClr val="58585B"/>
              </a:buClr>
              <a:buFont typeface="Arial" charset="0"/>
              <a:buChar char="•"/>
              <a:defRPr/>
            </a:pPr>
            <a:r>
              <a:rPr kumimoji="0" lang="en-CA" sz="1400" b="0" i="0" u="none" strike="noStrike" kern="1200" cap="none" spc="0" normalizeH="0" baseline="0" noProof="0" dirty="0">
                <a:ln>
                  <a:noFill/>
                </a:ln>
                <a:solidFill>
                  <a:srgbClr val="000000"/>
                </a:solidFill>
                <a:effectLst/>
                <a:uLnTx/>
                <a:uFillTx/>
                <a:latin typeface="Arial"/>
                <a:ea typeface="ＭＳ Ｐゴシック"/>
              </a:rPr>
              <a:t>Begins on slide # </a:t>
            </a:r>
            <a:r>
              <a:rPr lang="en-CA" sz="1400" dirty="0">
                <a:solidFill>
                  <a:srgbClr val="000000"/>
                </a:solidFill>
                <a:latin typeface="Arial"/>
                <a:ea typeface="ＭＳ Ｐゴシック"/>
              </a:rPr>
              <a:t>10</a:t>
            </a:r>
            <a:endParaRPr lang="en-CA" sz="1400" dirty="0">
              <a:solidFill>
                <a:srgbClr val="000000"/>
              </a:solidFill>
              <a:latin typeface="Arial"/>
              <a:ea typeface="ＭＳ Ｐゴシック"/>
              <a:cs typeface="Arial"/>
            </a:endParaRPr>
          </a:p>
          <a:p>
            <a:pPr marL="358775" lvl="1" indent="-215900" defTabSz="684213">
              <a:spcBef>
                <a:spcPts val="300"/>
              </a:spcBef>
              <a:spcAft>
                <a:spcPts val="300"/>
              </a:spcAft>
              <a:buClr>
                <a:srgbClr val="58585B"/>
              </a:buClr>
              <a:buFont typeface="Arial" charset="0"/>
              <a:buChar char="•"/>
              <a:defRPr/>
            </a:pPr>
            <a:endParaRPr lang="en-CA" sz="1400" b="1" dirty="0">
              <a:solidFill>
                <a:srgbClr val="000000"/>
              </a:solidFill>
              <a:latin typeface="Arial"/>
              <a:ea typeface="ＭＳ Ｐゴシック"/>
            </a:endParaRPr>
          </a:p>
          <a:p>
            <a:pPr marL="142875" lvl="1" defTabSz="684213">
              <a:spcBef>
                <a:spcPts val="300"/>
              </a:spcBef>
              <a:spcAft>
                <a:spcPts val="300"/>
              </a:spcAft>
              <a:buClr>
                <a:srgbClr val="58585B"/>
              </a:buClr>
              <a:defRPr/>
            </a:pPr>
            <a:r>
              <a:rPr lang="en-CA" sz="1400" b="1" dirty="0">
                <a:solidFill>
                  <a:srgbClr val="000000"/>
                </a:solidFill>
                <a:latin typeface="Arial"/>
                <a:ea typeface="ＭＳ Ｐゴシック"/>
              </a:rPr>
              <a:t>  Note</a:t>
            </a:r>
            <a:r>
              <a:rPr kumimoji="0" lang="en-CA" sz="1400" b="0" i="0" u="none" strike="noStrike" kern="1200" cap="none" spc="0" normalizeH="0" baseline="0" noProof="0" dirty="0">
                <a:ln>
                  <a:noFill/>
                </a:ln>
                <a:solidFill>
                  <a:srgbClr val="000000"/>
                </a:solidFill>
                <a:effectLst/>
                <a:uLnTx/>
                <a:uFillTx/>
                <a:latin typeface="Arial"/>
                <a:ea typeface="ＭＳ Ｐゴシック"/>
              </a:rPr>
              <a:t>: Remove the Planning Guide from this presentation before sharing </a:t>
            </a:r>
            <a:r>
              <a:rPr lang="en-CA" sz="1400" dirty="0">
                <a:solidFill>
                  <a:srgbClr val="000000"/>
                </a:solidFill>
                <a:latin typeface="Arial"/>
                <a:ea typeface="ＭＳ Ｐゴシック"/>
              </a:rPr>
              <a:t>it </a:t>
            </a:r>
            <a:r>
              <a:rPr kumimoji="0" lang="en-CA" sz="1400" b="0" i="0" u="none" strike="noStrike" kern="1200" cap="none" spc="0" normalizeH="0" baseline="0" noProof="0" dirty="0">
                <a:ln>
                  <a:noFill/>
                </a:ln>
                <a:solidFill>
                  <a:srgbClr val="000000"/>
                </a:solidFill>
                <a:effectLst/>
                <a:uLnTx/>
                <a:uFillTx/>
                <a:latin typeface="Arial"/>
                <a:ea typeface="ＭＳ Ｐゴシック"/>
              </a:rPr>
              <a:t>with anyone.</a:t>
            </a:r>
            <a:endParaRPr lang="en-CA" sz="1400" b="0" i="0" u="none" strike="noStrike" kern="1200" cap="none" spc="0" normalizeH="0" baseline="0" noProof="0" dirty="0">
              <a:ln>
                <a:noFill/>
              </a:ln>
              <a:solidFill>
                <a:srgbClr val="000000"/>
              </a:solidFill>
              <a:effectLst/>
              <a:uLnTx/>
              <a:uFillTx/>
              <a:latin typeface="Arial"/>
              <a:ea typeface="ＭＳ Ｐゴシック"/>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5814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to Expect in this Module</a:t>
            </a:r>
            <a:endParaRPr lang="en-US" sz="2200"/>
          </a:p>
        </p:txBody>
      </p:sp>
      <p:sp>
        <p:nvSpPr>
          <p:cNvPr id="3" name="Text 1"/>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a:ln>
                  <a:noFill/>
                </a:ln>
                <a:solidFill>
                  <a:srgbClr val="000000"/>
                </a:solidFill>
                <a:effectLst/>
                <a:uLnTx/>
                <a:uFillTx/>
                <a:latin typeface="Arial"/>
                <a:ea typeface="ＭＳ Ｐゴシック" charset="0"/>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p:txBody>
      </p:sp>
      <p:graphicFrame>
        <p:nvGraphicFramePr>
          <p:cNvPr id="6" name="Table 5">
            <a:extLst>
              <a:ext uri="{FF2B5EF4-FFF2-40B4-BE49-F238E27FC236}">
                <a16:creationId xmlns:a16="http://schemas.microsoft.com/office/drawing/2014/main" id="{CEA739AB-83E7-3356-BA00-BC3B68876B93}"/>
              </a:ext>
            </a:extLst>
          </p:cNvPr>
          <p:cNvGraphicFramePr>
            <a:graphicFrameLocks noGrp="1"/>
          </p:cNvGraphicFramePr>
          <p:nvPr>
            <p:extLst>
              <p:ext uri="{D42A27DB-BD31-4B8C-83A1-F6EECF244321}">
                <p14:modId xmlns:p14="http://schemas.microsoft.com/office/powerpoint/2010/main" val="2286469337"/>
              </p:ext>
            </p:extLst>
          </p:nvPr>
        </p:nvGraphicFramePr>
        <p:xfrm>
          <a:off x="301658" y="909090"/>
          <a:ext cx="8557528" cy="3393207"/>
        </p:xfrm>
        <a:graphic>
          <a:graphicData uri="http://schemas.openxmlformats.org/drawingml/2006/table">
            <a:tbl>
              <a:tblPr firstRow="1" bandRow="1">
                <a:tableStyleId>{5C22544A-7EE6-4342-B048-85BDC9FD1C3A}</a:tableStyleId>
              </a:tblPr>
              <a:tblGrid>
                <a:gridCol w="2223828">
                  <a:extLst>
                    <a:ext uri="{9D8B030D-6E8A-4147-A177-3AD203B41FA5}">
                      <a16:colId xmlns:a16="http://schemas.microsoft.com/office/drawing/2014/main" val="200107645"/>
                    </a:ext>
                  </a:extLst>
                </a:gridCol>
                <a:gridCol w="6333700">
                  <a:extLst>
                    <a:ext uri="{9D8B030D-6E8A-4147-A177-3AD203B41FA5}">
                      <a16:colId xmlns:a16="http://schemas.microsoft.com/office/drawing/2014/main" val="2648404099"/>
                    </a:ext>
                  </a:extLst>
                </a:gridCol>
              </a:tblGrid>
              <a:tr h="265091">
                <a:tc>
                  <a:txBody>
                    <a:bodyPr/>
                    <a:lstStyle/>
                    <a:p>
                      <a:r>
                        <a:rPr lang="en-US" sz="1400" dirty="0">
                          <a:latin typeface="Arial"/>
                          <a:cs typeface="Arial"/>
                        </a:rPr>
                        <a:t>Feature</a:t>
                      </a:r>
                    </a:p>
                  </a:txBody>
                  <a:tcPr/>
                </a:tc>
                <a:tc>
                  <a:txBody>
                    <a:bodyPr/>
                    <a:lstStyle/>
                    <a:p>
                      <a:r>
                        <a:rPr lang="en-US" sz="1400" dirty="0">
                          <a:latin typeface="Arial"/>
                          <a:cs typeface="Arial"/>
                        </a:rPr>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Arial"/>
                          <a:cs typeface="Arial"/>
                        </a:rPr>
                        <a:t>Avatar</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A virtual character, representing a subject matter expert, adds additional contextual information to skills the students have learned and helps them connecting the dots, by asking open reflection questions.</a:t>
                      </a:r>
                      <a:endParaRPr lang="en-US" sz="1400" dirty="0">
                        <a:highlight>
                          <a:srgbClr val="FFFF00"/>
                        </a:highlight>
                        <a:latin typeface="Arial"/>
                        <a:cs typeface="Arial"/>
                      </a:endParaRPr>
                    </a:p>
                  </a:txBody>
                  <a:tcPr/>
                </a:tc>
                <a:extLst>
                  <a:ext uri="{0D108BD9-81ED-4DB2-BD59-A6C34878D82A}">
                    <a16:rowId xmlns:a16="http://schemas.microsoft.com/office/drawing/2014/main" val="3678002380"/>
                  </a:ext>
                </a:extLst>
              </a:tr>
              <a:tr h="331556">
                <a:tc>
                  <a:txBody>
                    <a:bodyPr/>
                    <a:lstStyle/>
                    <a:p>
                      <a:pPr algn="l" fontAlgn="b"/>
                      <a:r>
                        <a:rPr lang="en-US" sz="1400" b="0" i="0" u="none" strike="noStrike" dirty="0">
                          <a:solidFill>
                            <a:srgbClr val="000000"/>
                          </a:solidFill>
                          <a:effectLst/>
                          <a:latin typeface="Arial"/>
                          <a:cs typeface="Arial"/>
                        </a:rPr>
                        <a:t>Animations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Expose learners to new skills and concepts.</a:t>
                      </a:r>
                    </a:p>
                  </a:txBody>
                  <a:tcPr anchor="ct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Videos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Expose learners to new skills and concepts.</a:t>
                      </a:r>
                    </a:p>
                  </a:txBody>
                  <a:tcPr anchor="ct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Check Your Understanding</a:t>
                      </a:r>
                    </a:p>
                  </a:txBody>
                  <a:tcPr marL="9525" marR="9525" marT="9525" marB="0" anchor="ctr"/>
                </a:tc>
                <a:tc>
                  <a:txBody>
                    <a:bodyPr/>
                    <a:lstStyle/>
                    <a:p>
                      <a:r>
                        <a:rPr lang="en-US" sz="1400" dirty="0">
                          <a:latin typeface="Arial"/>
                          <a:cs typeface="Arial"/>
                        </a:rPr>
                        <a:t>Per topic online quiz to help learners gauge content understanding. </a:t>
                      </a:r>
                      <a:endParaRPr lang="en-U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Interactive Activities</a:t>
                      </a:r>
                    </a:p>
                  </a:txBody>
                  <a:tcPr marL="9525" marR="9525" marT="9525" marB="0" anchor="ctr"/>
                </a:tc>
                <a:tc>
                  <a:txBody>
                    <a:bodyPr/>
                    <a:lstStyle/>
                    <a:p>
                      <a:r>
                        <a:rPr lang="en-US" sz="1400" dirty="0">
                          <a:latin typeface="Arial"/>
                          <a:cs typeface="Arial"/>
                        </a:rP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Arial"/>
                          <a:cs typeface="Arial"/>
                        </a:rPr>
                        <a:t>Syntax Checker</a:t>
                      </a:r>
                    </a:p>
                  </a:txBody>
                  <a:tcPr marL="9525" marR="9525" marT="9525" marB="0" anchor="ctr"/>
                </a:tc>
                <a:tc>
                  <a:txBody>
                    <a:bodyPr/>
                    <a:lstStyle/>
                    <a:p>
                      <a:r>
                        <a:rPr lang="en-US" sz="1400" dirty="0">
                          <a:latin typeface="Arial"/>
                          <a:cs typeface="Arial"/>
                        </a:rPr>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Arial"/>
                          <a:cs typeface="Arial"/>
                        </a:rPr>
                        <a:t>PT Activity</a:t>
                      </a:r>
                    </a:p>
                  </a:txBody>
                  <a:tcPr marL="9525" marR="9525" marT="9525" marB="0" anchor="ctr"/>
                </a:tc>
                <a:tc>
                  <a:txBody>
                    <a:bodyPr/>
                    <a:lstStyle/>
                    <a:p>
                      <a:r>
                        <a:rPr lang="en-US" sz="1400" dirty="0">
                          <a:latin typeface="Arial"/>
                          <a:cs typeface="Arial"/>
                        </a:rP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a:t>
            </a:fld>
            <a:endParaRPr lang="en-US"/>
          </a:p>
        </p:txBody>
      </p:sp>
    </p:spTree>
    <p:extLst>
      <p:ext uri="{BB962C8B-B14F-4D97-AF65-F5344CB8AC3E}">
        <p14:creationId xmlns:p14="http://schemas.microsoft.com/office/powerpoint/2010/main" val="3972798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5814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to Expect in this Module (Cont.)</a:t>
            </a:r>
            <a:endParaRPr lang="en-US" sz="2200"/>
          </a:p>
        </p:txBody>
      </p:sp>
      <p:sp>
        <p:nvSpPr>
          <p:cNvPr id="3" name="Text 1"/>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a:ln>
                  <a:noFill/>
                </a:ln>
                <a:solidFill>
                  <a:srgbClr val="000000"/>
                </a:solidFill>
                <a:effectLst/>
                <a:uLnTx/>
                <a:uFillTx/>
                <a:latin typeface="Arial"/>
                <a:ea typeface="ＭＳ Ｐゴシック" charset="0"/>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74BDC3A2-25BF-088E-7180-9A2D59018DFF}"/>
              </a:ext>
            </a:extLst>
          </p:cNvPr>
          <p:cNvGraphicFramePr>
            <a:graphicFrameLocks/>
          </p:cNvGraphicFramePr>
          <p:nvPr>
            <p:extLst>
              <p:ext uri="{D42A27DB-BD31-4B8C-83A1-F6EECF244321}">
                <p14:modId xmlns:p14="http://schemas.microsoft.com/office/powerpoint/2010/main" val="1670630263"/>
              </p:ext>
            </p:extLst>
          </p:nvPr>
        </p:nvGraphicFramePr>
        <p:xfrm>
          <a:off x="375270" y="1139190"/>
          <a:ext cx="8311530" cy="1432560"/>
        </p:xfrm>
        <a:graphic>
          <a:graphicData uri="http://schemas.openxmlformats.org/drawingml/2006/table">
            <a:tbl>
              <a:tblPr firstRow="1" bandRow="1">
                <a:tableStyleId>{5C22544A-7EE6-4342-B048-85BDC9FD1C3A}</a:tableStyleId>
              </a:tblPr>
              <a:tblGrid>
                <a:gridCol w="2106366">
                  <a:extLst>
                    <a:ext uri="{9D8B030D-6E8A-4147-A177-3AD203B41FA5}">
                      <a16:colId xmlns:a16="http://schemas.microsoft.com/office/drawing/2014/main" val="3215831619"/>
                    </a:ext>
                  </a:extLst>
                </a:gridCol>
                <a:gridCol w="6205164">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Arial"/>
                          <a:cs typeface="Arial"/>
                        </a:rPr>
                        <a:t>Feature</a:t>
                      </a:r>
                    </a:p>
                  </a:txBody>
                  <a:tcPr marL="9525" marR="9525" marT="9525" marB="0" anchor="ctr"/>
                </a:tc>
                <a:tc>
                  <a:txBody>
                    <a:bodyPr/>
                    <a:lstStyle/>
                    <a:p>
                      <a:r>
                        <a:rPr lang="en-US" sz="1400" dirty="0">
                          <a:latin typeface="Arial"/>
                          <a:cs typeface="Arial"/>
                        </a:rPr>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Arial"/>
                          <a:cs typeface="Arial"/>
                        </a:rPr>
                        <a:t>Hands-On Labs</a:t>
                      </a:r>
                    </a:p>
                  </a:txBody>
                  <a:tcPr marL="9525" marR="9525" marT="9525" marB="0" anchor="ctr"/>
                </a:tc>
                <a:tc>
                  <a:txBody>
                    <a:bodyPr/>
                    <a:lstStyle/>
                    <a:p>
                      <a:r>
                        <a:rPr lang="en-US" sz="1400" dirty="0">
                          <a:latin typeface="Arial"/>
                          <a:cs typeface="Arial"/>
                        </a:rPr>
                        <a:t>Labs designed for working with physical equipment.</a:t>
                      </a:r>
                    </a:p>
                  </a:txBody>
                  <a:tcPr/>
                </a:tc>
                <a:extLst>
                  <a:ext uri="{0D108BD9-81ED-4DB2-BD59-A6C34878D82A}">
                    <a16:rowId xmlns:a16="http://schemas.microsoft.com/office/drawing/2014/main" val="2258594367"/>
                  </a:ext>
                </a:extLst>
              </a:tr>
              <a:tr h="265091">
                <a:tc>
                  <a:txBody>
                    <a:bodyPr/>
                    <a:lstStyle/>
                    <a:p>
                      <a:pPr algn="l" fontAlgn="b"/>
                      <a:r>
                        <a:rPr lang="en-US" sz="1400" b="0" i="0" u="none" strike="noStrike" dirty="0">
                          <a:solidFill>
                            <a:srgbClr val="000000"/>
                          </a:solidFill>
                          <a:effectLst/>
                          <a:latin typeface="Arial"/>
                          <a:cs typeface="Arial"/>
                        </a:rPr>
                        <a:t>Module Quizzes</a:t>
                      </a:r>
                    </a:p>
                  </a:txBody>
                  <a:tcPr marL="9525" marR="9525" marT="9525" marB="0" anchor="ctr"/>
                </a:tc>
                <a:tc>
                  <a:txBody>
                    <a:bodyPr/>
                    <a:lstStyle/>
                    <a:p>
                      <a:r>
                        <a:rPr lang="en-US" sz="1400" dirty="0">
                          <a:latin typeface="Arial"/>
                          <a:cs typeface="Arial"/>
                        </a:rP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Arial"/>
                          <a:cs typeface="Arial"/>
                        </a:rPr>
                        <a:t>Module Summary</a:t>
                      </a:r>
                    </a:p>
                  </a:txBody>
                  <a:tcPr marL="9525" marR="9525" marT="9525" marB="0" anchor="ctr"/>
                </a:tc>
                <a:tc>
                  <a:txBody>
                    <a:bodyPr/>
                    <a:lstStyle/>
                    <a:p>
                      <a:r>
                        <a:rPr lang="en-US" sz="1400" dirty="0">
                          <a:latin typeface="Arial"/>
                          <a:cs typeface="Arial"/>
                        </a:rPr>
                        <a:t>Briefly recaps module content.</a:t>
                      </a:r>
                    </a:p>
                  </a:txBody>
                  <a:tcPr/>
                </a:tc>
                <a:extLst>
                  <a:ext uri="{0D108BD9-81ED-4DB2-BD59-A6C34878D82A}">
                    <a16:rowId xmlns:a16="http://schemas.microsoft.com/office/drawing/2014/main" val="2267046280"/>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2226954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1"/>
            <a:ext cx="9144000" cy="37538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Check Your Understanding</a:t>
            </a:r>
            <a:endParaRPr lang="en-US" sz="2200"/>
          </a:p>
        </p:txBody>
      </p:sp>
      <p:sp>
        <p:nvSpPr>
          <p:cNvPr id="4" name="Rectangle 34">
            <a:extLst>
              <a:ext uri="{FF2B5EF4-FFF2-40B4-BE49-F238E27FC236}">
                <a16:creationId xmlns:a16="http://schemas.microsoft.com/office/drawing/2014/main" id="{31E8D1AB-6919-3FF9-F586-59A9DEAF6AD3}"/>
              </a:ext>
            </a:extLst>
          </p:cNvPr>
          <p:cNvSpPr txBox="1">
            <a:spLocks noChangeArrowheads="1"/>
          </p:cNvSpPr>
          <p:nvPr/>
        </p:nvSpPr>
        <p:spPr>
          <a:xfrm>
            <a:off x="145357" y="965201"/>
            <a:ext cx="8228489" cy="3658034"/>
          </a:xfrm>
          <a:prstGeom prst="rect">
            <a:avLst/>
          </a:prstGeom>
        </p:spPr>
        <p:txBody>
          <a:bodyPr lIns="91440" tIns="45720" rIns="91440" bIns="45720" anchor="t"/>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30000"/>
              </a:spcBef>
            </a:pPr>
            <a:r>
              <a:rPr lang="en-US" sz="1400" dirty="0">
                <a:latin typeface="Arial"/>
                <a:cs typeface="Arial"/>
              </a:rPr>
              <a:t>Check Your Understanding activities are designed to let students quickly determine if they understand the content and can proceed, or if they need to review. </a:t>
            </a:r>
            <a:endParaRPr lang="en-US" sz="1400" dirty="0">
              <a:latin typeface="Arial" panose="020B0604020202020204" pitchFamily="34" charset="0"/>
              <a:cs typeface="Arial" panose="020B0604020202020204" pitchFamily="34" charset="0"/>
            </a:endParaRPr>
          </a:p>
          <a:p>
            <a:pPr>
              <a:spcBef>
                <a:spcPct val="30000"/>
              </a:spcBef>
            </a:pPr>
            <a:r>
              <a:rPr lang="en-US" sz="1400" dirty="0">
                <a:latin typeface="Arial"/>
                <a:cs typeface="Arial"/>
              </a:rPr>
              <a:t>Check Your Understanding activities </a:t>
            </a:r>
            <a:r>
              <a:rPr lang="en-US" sz="1400" b="1" i="1" dirty="0">
                <a:latin typeface="Arial"/>
                <a:cs typeface="Arial"/>
              </a:rPr>
              <a:t>do not </a:t>
            </a:r>
            <a:r>
              <a:rPr lang="en-US" sz="1400" dirty="0">
                <a:latin typeface="Arial"/>
                <a:cs typeface="Arial"/>
              </a:rPr>
              <a:t>affect student grades.</a:t>
            </a:r>
          </a:p>
          <a:p>
            <a:pPr>
              <a:spcBef>
                <a:spcPct val="30000"/>
              </a:spcBef>
            </a:pPr>
            <a:r>
              <a:rPr lang="en-US" sz="1400" dirty="0">
                <a:latin typeface="Arial"/>
                <a:cs typeface="Arial"/>
              </a:rPr>
              <a:t>There are no separate slides for these activities in the PPT. They are listed in the notes area of the slide that appears before these activities.</a:t>
            </a:r>
          </a:p>
          <a:p>
            <a:pPr marL="0" indent="0">
              <a:spcBef>
                <a:spcPct val="30000"/>
              </a:spcBef>
              <a:buFont typeface="Arial" pitchFamily="34" charset="0"/>
              <a:buNone/>
            </a:pPr>
            <a:endParaRPr lang="en-US" sz="1500">
              <a:latin typeface="Arial" panose="020B0604020202020204" pitchFamily="34" charset="0"/>
              <a:cs typeface="Arial" panose="020B0604020202020204" pitchFamily="34" charset="0"/>
            </a:endParaRPr>
          </a:p>
          <a:p>
            <a:pPr>
              <a:spcBef>
                <a:spcPct val="30000"/>
              </a:spcBef>
            </a:pPr>
            <a:endParaRPr lang="en-US" sz="150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Module 4: Activities</a:t>
            </a:r>
            <a:endParaRPr lang="en-US" sz="220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36631" y="435393"/>
            <a:ext cx="8695135" cy="34841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Font typeface="Arial" pitchFamily="34" charset="0"/>
              <a:buNone/>
            </a:pPr>
            <a:r>
              <a:rPr lang="en-US" sz="1400">
                <a:latin typeface="Arial" panose="020B0604020202020204" pitchFamily="34" charset="0"/>
                <a:cs typeface="Arial" panose="020B0604020202020204" pitchFamily="34" charset="0"/>
              </a:rPr>
              <a:t>What activities are associated with this module?</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4059485799"/>
              </p:ext>
            </p:extLst>
          </p:nvPr>
        </p:nvGraphicFramePr>
        <p:xfrm>
          <a:off x="332072" y="976056"/>
          <a:ext cx="8479856" cy="3028950"/>
        </p:xfrm>
        <a:graphic>
          <a:graphicData uri="http://schemas.openxmlformats.org/drawingml/2006/table">
            <a:tbl>
              <a:tblPr firstRow="1" bandRow="1">
                <a:tableStyleId>{5C22544A-7EE6-4342-B048-85BDC9FD1C3A}</a:tableStyleId>
              </a:tblPr>
              <a:tblGrid>
                <a:gridCol w="839002">
                  <a:extLst>
                    <a:ext uri="{9D8B030D-6E8A-4147-A177-3AD203B41FA5}">
                      <a16:colId xmlns:a16="http://schemas.microsoft.com/office/drawing/2014/main" val="314965042"/>
                    </a:ext>
                  </a:extLst>
                </a:gridCol>
                <a:gridCol w="1783882">
                  <a:extLst>
                    <a:ext uri="{9D8B030D-6E8A-4147-A177-3AD203B41FA5}">
                      <a16:colId xmlns:a16="http://schemas.microsoft.com/office/drawing/2014/main" val="1540795028"/>
                    </a:ext>
                  </a:extLst>
                </a:gridCol>
                <a:gridCol w="4158113">
                  <a:extLst>
                    <a:ext uri="{9D8B030D-6E8A-4147-A177-3AD203B41FA5}">
                      <a16:colId xmlns:a16="http://schemas.microsoft.com/office/drawing/2014/main" val="2968452238"/>
                    </a:ext>
                  </a:extLst>
                </a:gridCol>
                <a:gridCol w="1698859">
                  <a:extLst>
                    <a:ext uri="{9D8B030D-6E8A-4147-A177-3AD203B41FA5}">
                      <a16:colId xmlns:a16="http://schemas.microsoft.com/office/drawing/2014/main" val="286226043"/>
                    </a:ext>
                  </a:extLst>
                </a:gridCol>
              </a:tblGrid>
              <a:tr h="370840">
                <a:tc>
                  <a:txBody>
                    <a:bodyPr/>
                    <a:lstStyle/>
                    <a:p>
                      <a:pPr algn="ctr"/>
                      <a:r>
                        <a:rPr lang="en-US" sz="1400" dirty="0">
                          <a:latin typeface="Arial"/>
                          <a:cs typeface="Arial"/>
                        </a:rPr>
                        <a:t>Page #</a:t>
                      </a:r>
                    </a:p>
                  </a:txBody>
                  <a:tcPr/>
                </a:tc>
                <a:tc>
                  <a:txBody>
                    <a:bodyPr/>
                    <a:lstStyle/>
                    <a:p>
                      <a:pPr algn="ctr"/>
                      <a:r>
                        <a:rPr lang="en-US" sz="1400" dirty="0">
                          <a:latin typeface="Arial"/>
                          <a:cs typeface="Arial"/>
                        </a:rPr>
                        <a:t>Activity</a:t>
                      </a:r>
                    </a:p>
                  </a:txBody>
                  <a:tcPr/>
                </a:tc>
                <a:tc>
                  <a:txBody>
                    <a:bodyPr/>
                    <a:lstStyle/>
                    <a:p>
                      <a:pPr algn="ctr"/>
                      <a:r>
                        <a:rPr lang="en-US" sz="1400" dirty="0">
                          <a:latin typeface="Arial"/>
                          <a:cs typeface="Arial"/>
                        </a:rPr>
                        <a:t>Activity Name</a:t>
                      </a:r>
                    </a:p>
                  </a:txBody>
                  <a:tcPr/>
                </a:tc>
                <a:tc>
                  <a:txBody>
                    <a:bodyPr/>
                    <a:lstStyle/>
                    <a:p>
                      <a:pPr algn="ctr"/>
                      <a:r>
                        <a:rPr lang="en-US" sz="1400" dirty="0">
                          <a:latin typeface="Arial"/>
                          <a:cs typeface="Arial"/>
                        </a:rPr>
                        <a:t>Optional?</a:t>
                      </a:r>
                    </a:p>
                  </a:txBody>
                  <a:tcPr/>
                </a:tc>
                <a:extLst>
                  <a:ext uri="{0D108BD9-81ED-4DB2-BD59-A6C34878D82A}">
                    <a16:rowId xmlns:a16="http://schemas.microsoft.com/office/drawing/2014/main" val="317262977"/>
                  </a:ext>
                </a:extLst>
              </a:tr>
              <a:tr h="370840">
                <a:tc>
                  <a:txBody>
                    <a:bodyPr/>
                    <a:lstStyle/>
                    <a:p>
                      <a:pPr algn="ctr" fontAlgn="t"/>
                      <a:r>
                        <a:rPr lang="en-US" sz="1400" b="0" i="0" u="none" strike="noStrike" dirty="0">
                          <a:solidFill>
                            <a:srgbClr val="000000"/>
                          </a:solidFill>
                          <a:effectLst/>
                          <a:latin typeface="Arial"/>
                        </a:rPr>
                        <a:t>4.1.7</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Lab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Exploring DNS Traffic</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a:r>
                        <a:rPr lang="en-US" sz="1400" dirty="0">
                          <a:latin typeface="Arial"/>
                          <a:cs typeface="Arial"/>
                        </a:rPr>
                        <a:t>Recommended</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808838465"/>
                  </a:ext>
                </a:extLst>
              </a:tr>
              <a:tr h="370840">
                <a:tc>
                  <a:txBody>
                    <a:bodyPr/>
                    <a:lstStyle/>
                    <a:p>
                      <a:pPr algn="ctr" fontAlgn="t"/>
                      <a:r>
                        <a:rPr lang="en-US" sz="1400" b="0" i="0" u="none" strike="noStrike" dirty="0">
                          <a:solidFill>
                            <a:srgbClr val="000000"/>
                          </a:solidFill>
                          <a:effectLst/>
                          <a:latin typeface="Arial"/>
                        </a:rPr>
                        <a:t>4.2.6</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Video</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Install a Virtual Machine on a Personal Computer</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marL="0" marR="0" lvl="0" indent="0" algn="ctr" defTabSz="914400">
                        <a:lnSpc>
                          <a:spcPct val="100000"/>
                        </a:lnSpc>
                        <a:spcBef>
                          <a:spcPts val="0"/>
                        </a:spcBef>
                        <a:spcAft>
                          <a:spcPts val="0"/>
                        </a:spcAft>
                        <a:buNone/>
                        <a:tabLst/>
                        <a:defRPr/>
                      </a:pPr>
                      <a:r>
                        <a:rPr lang="en-US" sz="1400" b="0" i="0" u="none" strike="noStrike" noProof="0" dirty="0">
                          <a:latin typeface="Arial"/>
                        </a:rPr>
                        <a:t>Recommended</a:t>
                      </a:r>
                      <a:endParaRPr lang="pt-BR" dirty="0"/>
                    </a:p>
                  </a:txBody>
                  <a:tcPr anchor="ctr"/>
                </a:tc>
                <a:extLst>
                  <a:ext uri="{0D108BD9-81ED-4DB2-BD59-A6C34878D82A}">
                    <a16:rowId xmlns:a16="http://schemas.microsoft.com/office/drawing/2014/main" val="336137477"/>
                  </a:ext>
                </a:extLst>
              </a:tr>
              <a:tr h="370840">
                <a:tc>
                  <a:txBody>
                    <a:bodyPr/>
                    <a:lstStyle/>
                    <a:p>
                      <a:pPr algn="ctr" fontAlgn="t"/>
                      <a:r>
                        <a:rPr lang="en-US" sz="1400" b="0" i="0" u="none" strike="noStrike" dirty="0">
                          <a:solidFill>
                            <a:srgbClr val="000000"/>
                          </a:solidFill>
                          <a:effectLst/>
                          <a:latin typeface="Arial"/>
                        </a:rPr>
                        <a:t>4.2.7</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Lab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lvl="0" algn="l">
                        <a:buNone/>
                      </a:pPr>
                      <a:r>
                        <a:rPr lang="en-US" sz="1400" b="0" i="0" u="none" strike="noStrike" noProof="0" dirty="0">
                          <a:solidFill>
                            <a:srgbClr val="000000"/>
                          </a:solidFill>
                          <a:effectLst/>
                          <a:latin typeface="Arial"/>
                        </a:rPr>
                        <a:t>Install a Virtual Machine on a Personal Computer</a:t>
                      </a:r>
                      <a:endParaRPr lang="pt-BR" dirty="0"/>
                    </a:p>
                  </a:txBody>
                  <a:tcPr marL="6350" marR="6350" marT="6350" marB="0" anchor="ctr"/>
                </a:tc>
                <a:tc>
                  <a:txBody>
                    <a:bodyPr/>
                    <a:lstStyle/>
                    <a:p>
                      <a:pPr lvl="0" algn="ctr">
                        <a:buNone/>
                      </a:pPr>
                      <a:r>
                        <a:rPr lang="en-US" sz="1400" b="0" i="0" u="none" strike="noStrike" noProof="0" dirty="0">
                          <a:latin typeface="Arial"/>
                        </a:rPr>
                        <a:t>Recommended</a:t>
                      </a:r>
                      <a:endParaRPr lang="pt-BR" dirty="0"/>
                    </a:p>
                  </a:txBody>
                  <a:tcPr anchor="ctr"/>
                </a:tc>
                <a:extLst>
                  <a:ext uri="{0D108BD9-81ED-4DB2-BD59-A6C34878D82A}">
                    <a16:rowId xmlns:a16="http://schemas.microsoft.com/office/drawing/2014/main" val="3927996564"/>
                  </a:ext>
                </a:extLst>
              </a:tr>
              <a:tr h="370840">
                <a:tc>
                  <a:txBody>
                    <a:bodyPr/>
                    <a:lstStyle/>
                    <a:p>
                      <a:pPr algn="ctr" fontAlgn="t"/>
                      <a:r>
                        <a:rPr lang="en-US" sz="1400" b="0" i="0" u="none" strike="noStrike" dirty="0">
                          <a:solidFill>
                            <a:srgbClr val="000000"/>
                          </a:solidFill>
                          <a:effectLst/>
                          <a:latin typeface="Arial"/>
                        </a:rPr>
                        <a:t>4.2.8</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Lab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Attacking a MySQL Database</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lvl="0" algn="ctr">
                        <a:buNone/>
                      </a:pPr>
                      <a:r>
                        <a:rPr lang="en-US" sz="1400" b="0" i="0" u="none" strike="noStrike" noProof="0" dirty="0">
                          <a:latin typeface="Arial"/>
                        </a:rPr>
                        <a:t>Recommended</a:t>
                      </a:r>
                      <a:endParaRPr lang="pt-BR" dirty="0"/>
                    </a:p>
                  </a:txBody>
                  <a:tcPr anchor="ctr"/>
                </a:tc>
                <a:extLst>
                  <a:ext uri="{0D108BD9-81ED-4DB2-BD59-A6C34878D82A}">
                    <a16:rowId xmlns:a16="http://schemas.microsoft.com/office/drawing/2014/main" val="3946910163"/>
                  </a:ext>
                </a:extLst>
              </a:tr>
              <a:tr h="370840">
                <a:tc>
                  <a:txBody>
                    <a:bodyPr/>
                    <a:lstStyle/>
                    <a:p>
                      <a:pPr algn="ctr" fontAlgn="t"/>
                      <a:r>
                        <a:rPr lang="en-US" sz="1400" b="0" i="0" u="none" strike="noStrike" dirty="0">
                          <a:solidFill>
                            <a:srgbClr val="000000"/>
                          </a:solidFill>
                          <a:effectLst/>
                          <a:latin typeface="Arial"/>
                        </a:rPr>
                        <a:t>4.2.9</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Lab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Reading Server Logs</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lvl="0" algn="ctr">
                        <a:buNone/>
                      </a:pPr>
                      <a:r>
                        <a:rPr lang="en-US" sz="1400" b="0" i="0" u="none" strike="noStrike" noProof="0" dirty="0">
                          <a:latin typeface="Arial"/>
                        </a:rPr>
                        <a:t>Recommended</a:t>
                      </a:r>
                      <a:endParaRPr lang="pt-BR" dirty="0"/>
                    </a:p>
                  </a:txBody>
                  <a:tcPr anchor="ctr"/>
                </a:tc>
                <a:extLst>
                  <a:ext uri="{0D108BD9-81ED-4DB2-BD59-A6C34878D82A}">
                    <a16:rowId xmlns:a16="http://schemas.microsoft.com/office/drawing/2014/main" val="2405848159"/>
                  </a:ext>
                </a:extLst>
              </a:tr>
              <a:tr h="370840">
                <a:tc>
                  <a:txBody>
                    <a:bodyPr/>
                    <a:lstStyle/>
                    <a:p>
                      <a:pPr algn="ctr" fontAlgn="t"/>
                      <a:r>
                        <a:rPr lang="en-US" sz="1400" b="0" i="0" u="none" strike="noStrike" dirty="0">
                          <a:solidFill>
                            <a:srgbClr val="000000"/>
                          </a:solidFill>
                          <a:effectLst/>
                          <a:latin typeface="Arial"/>
                        </a:rPr>
                        <a:t>4.2.10</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marL="0" marR="0" lvl="0" indent="0" algn="l" rtl="0" eaLnBrk="1" fontAlgn="t" latinLnBrk="0" hangingPunct="1">
                        <a:lnSpc>
                          <a:spcPct val="100000"/>
                        </a:lnSpc>
                        <a:spcBef>
                          <a:spcPts val="0"/>
                        </a:spcBef>
                        <a:spcAft>
                          <a:spcPts val="0"/>
                        </a:spcAft>
                        <a:buClrTx/>
                        <a:buSzTx/>
                        <a:buFontTx/>
                        <a:buNone/>
                      </a:pPr>
                      <a:r>
                        <a:rPr lang="en-US" sz="1400" b="0" i="0" u="none" strike="noStrike" dirty="0">
                          <a:solidFill>
                            <a:srgbClr val="000000"/>
                          </a:solidFill>
                          <a:effectLst/>
                          <a:latin typeface="Arial"/>
                        </a:rPr>
                        <a:t>Check Your Understanding</a:t>
                      </a:r>
                    </a:p>
                  </a:txBody>
                  <a:tcPr marL="6350" marR="6350" marT="6350" marB="0" anchor="ctr"/>
                </a:tc>
                <a:tc>
                  <a:txBody>
                    <a:bodyPr/>
                    <a:lstStyle/>
                    <a:p>
                      <a:pPr algn="l" fontAlgn="t"/>
                      <a:r>
                        <a:rPr lang="en-US" sz="1400" b="0" i="0" u="none" strike="noStrike" dirty="0">
                          <a:solidFill>
                            <a:srgbClr val="000000"/>
                          </a:solidFill>
                          <a:effectLst/>
                          <a:latin typeface="Arial"/>
                        </a:rPr>
                        <a:t>Check Your Understanding - Enterprise Services</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lvl="0" algn="ctr">
                        <a:buNone/>
                      </a:pPr>
                      <a:r>
                        <a:rPr lang="en-US" sz="1400" b="0" i="0" u="none" strike="noStrike" noProof="0" dirty="0">
                          <a:latin typeface="Arial"/>
                        </a:rPr>
                        <a:t>Recommended</a:t>
                      </a:r>
                      <a:endParaRPr lang="pt-BR" dirty="0"/>
                    </a:p>
                  </a:txBody>
                  <a:tcPr anchor="ctr"/>
                </a:tc>
                <a:extLst>
                  <a:ext uri="{0D108BD9-81ED-4DB2-BD59-A6C34878D82A}">
                    <a16:rowId xmlns:a16="http://schemas.microsoft.com/office/drawing/2014/main" val="2945999785"/>
                  </a:ext>
                </a:extLst>
              </a:tr>
              <a:tr h="370840">
                <a:tc>
                  <a:txBody>
                    <a:bodyPr/>
                    <a:lstStyle/>
                    <a:p>
                      <a:pPr algn="ctr" fontAlgn="t"/>
                      <a:r>
                        <a:rPr lang="en-US" sz="1400" b="0" i="0" u="none" strike="noStrike" dirty="0">
                          <a:solidFill>
                            <a:srgbClr val="000000"/>
                          </a:solidFill>
                          <a:effectLst/>
                          <a:latin typeface="Arial"/>
                        </a:rPr>
                        <a:t>4.3.7</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rPr>
                        <a:t>Lab</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algn="l" fontAlgn="t"/>
                      <a:r>
                        <a:rPr lang="en-US" sz="1400" b="0" i="0" u="none" strike="noStrike" dirty="0">
                          <a:solidFill>
                            <a:srgbClr val="000000"/>
                          </a:solidFill>
                          <a:effectLst/>
                          <a:latin typeface="Arial"/>
                        </a:rPr>
                        <a:t>Recommend Threat Mitigation Measures</a:t>
                      </a:r>
                      <a:endParaRPr lang="en-US" sz="1400" b="0" i="0" u="none" strike="noStrike" dirty="0">
                        <a:solidFill>
                          <a:srgbClr val="000000"/>
                        </a:solidFill>
                        <a:effectLst/>
                        <a:latin typeface="Arial" panose="020B0604020202020204" pitchFamily="34" charset="0"/>
                      </a:endParaRPr>
                    </a:p>
                  </a:txBody>
                  <a:tcPr marL="6350" marR="6350" marT="6350" marB="0" anchor="ctr"/>
                </a:tc>
                <a:tc>
                  <a:txBody>
                    <a:bodyPr/>
                    <a:lstStyle/>
                    <a:p>
                      <a:pPr lvl="0" algn="ctr">
                        <a:buNone/>
                      </a:pPr>
                      <a:r>
                        <a:rPr lang="en-US" sz="1400" b="0" i="0" u="none" strike="noStrike" noProof="0" dirty="0">
                          <a:latin typeface="Arial"/>
                        </a:rPr>
                        <a:t>Recommended</a:t>
                      </a:r>
                      <a:endParaRPr lang="pt-BR" dirty="0"/>
                    </a:p>
                  </a:txBody>
                  <a:tcPr anchor="ctr"/>
                </a:tc>
                <a:extLst>
                  <a:ext uri="{0D108BD9-81ED-4DB2-BD59-A6C34878D82A}">
                    <a16:rowId xmlns:a16="http://schemas.microsoft.com/office/drawing/2014/main" val="1414221699"/>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Module 4: Best Practices</a:t>
            </a:r>
            <a:endParaRPr lang="en-US" sz="1600"/>
          </a:p>
        </p:txBody>
      </p:sp>
      <p:sp>
        <p:nvSpPr>
          <p:cNvPr id="3" name="Text 1"/>
          <p:cNvSpPr/>
          <p:nvPr/>
        </p:nvSpPr>
        <p:spPr>
          <a:xfrm>
            <a:off x="0" y="514350"/>
            <a:ext cx="8229600" cy="3333174"/>
          </a:xfrm>
          <a:prstGeom prst="rect">
            <a:avLst/>
          </a:prstGeom>
          <a:noFill/>
          <a:ln/>
        </p:spPr>
        <p:txBody>
          <a:bodyPr wrap="square" lIns="91440" tIns="45720" rIns="91440" bIns="45720"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a:rPr>
              <a:t>Prior to teaching Module </a:t>
            </a:r>
            <a:r>
              <a:rPr lang="en-US" sz="1400" dirty="0">
                <a:solidFill>
                  <a:srgbClr val="000000"/>
                </a:solidFill>
                <a:latin typeface="Arial"/>
                <a:ea typeface="ＭＳ Ｐゴシック"/>
              </a:rPr>
              <a:t>4</a:t>
            </a:r>
            <a:r>
              <a:rPr kumimoji="0" lang="en-US" sz="1400" b="0" i="0" u="none" strike="noStrike" kern="1200" cap="none" spc="0" normalizeH="0" baseline="0" noProof="0" dirty="0">
                <a:ln>
                  <a:noFill/>
                </a:ln>
                <a:solidFill>
                  <a:srgbClr val="000000"/>
                </a:solidFill>
                <a:effectLst/>
                <a:uLnTx/>
                <a:uFillTx/>
                <a:latin typeface="Arial"/>
                <a:ea typeface="ＭＳ Ｐゴシック"/>
              </a:rPr>
              <a:t>, the instructor should:</a:t>
            </a:r>
            <a:endParaRPr lang="en-US" sz="1400" b="0" i="0" u="none" strike="noStrike" kern="1200" cap="none" spc="0" normalizeH="0" baseline="0" noProof="0" dirty="0">
              <a:ln>
                <a:noFill/>
              </a:ln>
              <a:solidFill>
                <a:srgbClr val="000000"/>
              </a:solidFill>
              <a:effectLst/>
              <a:uLnTx/>
              <a:uFillTx/>
              <a:latin typeface="Arial"/>
              <a:ea typeface="ＭＳ Ｐゴシック"/>
              <a:cs typeface="Arial"/>
            </a:endParaRPr>
          </a:p>
          <a:p>
            <a:pPr marL="169545" marR="0" lvl="0" indent="-169545"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a:rPr>
              <a:t>Review the activities and assessments for this module.</a:t>
            </a:r>
            <a:endParaRPr lang="en-US" sz="1400" b="0" i="0" u="none" strike="noStrike" kern="1200" cap="none" spc="0" normalizeH="0" baseline="0" noProof="0">
              <a:ln>
                <a:noFill/>
              </a:ln>
              <a:solidFill>
                <a:srgbClr val="000000"/>
              </a:solidFill>
              <a:effectLst/>
              <a:uLnTx/>
              <a:uFillTx/>
              <a:latin typeface="Arial"/>
              <a:ea typeface="ＭＳ Ｐゴシック"/>
              <a:cs typeface="Arial"/>
            </a:endParaRPr>
          </a:p>
          <a:p>
            <a:pPr marL="169545" marR="0" lvl="0" indent="-169545"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a:rPr>
              <a:t>Try to include as many questions as possible to keep students engaged during classroom </a:t>
            </a:r>
            <a:r>
              <a:rPr lang="en-US" sz="1400" dirty="0">
                <a:solidFill>
                  <a:srgbClr val="000000"/>
                </a:solidFill>
                <a:latin typeface="Arial"/>
                <a:ea typeface="ＭＳ Ｐゴシック"/>
              </a:rPr>
              <a:t>presentations</a:t>
            </a:r>
            <a:r>
              <a:rPr kumimoji="0" lang="en-US" sz="1400" b="0" i="0" u="none" strike="noStrike" kern="1200" cap="none" spc="0" normalizeH="0" baseline="0" noProof="0" dirty="0">
                <a:ln>
                  <a:noFill/>
                </a:ln>
                <a:solidFill>
                  <a:srgbClr val="000000"/>
                </a:solidFill>
                <a:effectLst/>
                <a:uLnTx/>
                <a:uFillTx/>
                <a:latin typeface="Arial"/>
                <a:ea typeface="ＭＳ Ｐゴシック"/>
              </a:rPr>
              <a:t>.</a:t>
            </a:r>
            <a:endParaRPr lang="en-US" sz="1400" b="0" i="0" u="none" strike="noStrike" kern="1200" cap="none" spc="0" normalizeH="0" baseline="0" noProof="0" dirty="0">
              <a:ln>
                <a:noFill/>
              </a:ln>
              <a:solidFill>
                <a:srgbClr val="000000"/>
              </a:solidFill>
              <a:effectLst/>
              <a:uLnTx/>
              <a:uFillTx/>
              <a:latin typeface="Arial"/>
              <a:ea typeface="ＭＳ Ｐゴシック"/>
              <a:cs typeface="Arial"/>
            </a:endParaRPr>
          </a:p>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endParaRPr lang="en-US" sz="1400" b="0" i="0" u="none" strike="noStrike" kern="1200" cap="none" spc="0" normalizeH="0" baseline="0" noProof="0" dirty="0">
              <a:ln>
                <a:noFill/>
              </a:ln>
              <a:solidFill>
                <a:srgbClr val="000000"/>
              </a:solidFill>
              <a:effectLst/>
              <a:uLnTx/>
              <a:uFillTx/>
              <a:latin typeface="Arial"/>
              <a:ea typeface="ＭＳ Ｐゴシック" charset="0"/>
              <a:cs typeface="Arial"/>
            </a:endParaRPr>
          </a:p>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a:rPr>
              <a:t>Topic 4.1</a:t>
            </a:r>
            <a:endParaRPr lang="en-US" sz="1400" b="0" i="0" u="none" strike="noStrike" kern="1200" cap="none" spc="0" normalizeH="0" baseline="0" noProof="0">
              <a:ln>
                <a:noFill/>
              </a:ln>
              <a:solidFill>
                <a:srgbClr val="000000"/>
              </a:solidFill>
              <a:effectLst/>
              <a:uLnTx/>
              <a:uFillTx/>
              <a:latin typeface="Arial"/>
              <a:ea typeface="ＭＳ Ｐゴシック"/>
              <a:cs typeface="Arial"/>
            </a:endParaRPr>
          </a:p>
          <a:p>
            <a:pPr marL="358775" lvl="1" indent="-215900" defTabSz="684213" fontAlgn="base">
              <a:spcBef>
                <a:spcPts val="300"/>
              </a:spcBef>
              <a:spcAft>
                <a:spcPts val="300"/>
              </a:spcAft>
              <a:buClr>
                <a:srgbClr val="58585B"/>
              </a:buClr>
              <a:buFont typeface="Arial" charset="0"/>
              <a:buChar char="•"/>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a:rPr>
              <a:t>Ask the </a:t>
            </a:r>
            <a:r>
              <a:rPr lang="en-US" altLang="ja-JP" sz="1400" dirty="0">
                <a:solidFill>
                  <a:srgbClr val="000000"/>
                </a:solidFill>
                <a:latin typeface="Arial"/>
                <a:ea typeface="ＭＳ Ｐゴシック"/>
              </a:rPr>
              <a:t>students to identify a vulnerability with the ARP protocol and explain how several </a:t>
            </a:r>
            <a:r>
              <a:rPr lang="en-US" altLang="ja-JP" sz="1400" dirty="0" err="1">
                <a:solidFill>
                  <a:srgbClr val="000000"/>
                </a:solidFill>
                <a:latin typeface="Arial"/>
                <a:ea typeface="ＭＳ Ｐゴシック"/>
              </a:rPr>
              <a:t>MiTM</a:t>
            </a:r>
            <a:r>
              <a:rPr lang="en-US" altLang="ja-JP" sz="1400" dirty="0">
                <a:solidFill>
                  <a:srgbClr val="000000"/>
                </a:solidFill>
                <a:latin typeface="Arial"/>
                <a:ea typeface="ＭＳ Ｐゴシック"/>
              </a:rPr>
              <a:t> attacks can be launched by threat actors using this protocol.</a:t>
            </a:r>
            <a:endParaRPr lang="en-US" altLang="ja-JP" sz="1400" b="0" i="0" u="none" strike="noStrike" kern="1200" cap="none" spc="0" normalizeH="0" baseline="0" noProof="0" dirty="0">
              <a:ln>
                <a:noFill/>
              </a:ln>
              <a:solidFill>
                <a:srgbClr val="000000"/>
              </a:solidFill>
              <a:effectLst/>
              <a:uLnTx/>
              <a:uFillTx/>
              <a:latin typeface="Arial"/>
              <a:ea typeface="ＭＳ Ｐゴシック"/>
              <a:cs typeface="Arial"/>
            </a:endParaRP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Describe in detail the four types of DNS attacks.</a:t>
            </a:r>
            <a:endParaRPr lang="en-US" altLang="ja-JP" sz="1400" dirty="0">
              <a:solidFill>
                <a:srgbClr val="000000"/>
              </a:solidFill>
              <a:latin typeface="Arial"/>
              <a:ea typeface="ＭＳ Ｐゴシック"/>
            </a:endParaRP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Explain the DHCP spoofing attack.</a:t>
            </a: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Encourage the students to do the 4.1.7 Lab to capture and stores DNS traffic.</a:t>
            </a:r>
          </a:p>
          <a:p>
            <a:pPr marL="262255" lvl="2" defTabSz="684213" fontAlgn="base">
              <a:spcBef>
                <a:spcPts val="300"/>
              </a:spcBef>
              <a:spcAft>
                <a:spcPts val="300"/>
              </a:spcAft>
              <a:defRPr/>
            </a:pPr>
            <a:endParaRPr lang="en-US" altLang="ja-JP" sz="1400" dirty="0">
              <a:solidFill>
                <a:srgbClr val="000000"/>
              </a:solidFill>
              <a:highlight>
                <a:srgbClr val="FFFF00"/>
              </a:highlight>
              <a:latin typeface="Arial"/>
              <a:ea typeface="ＭＳ Ｐゴシック"/>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lIns="91440" tIns="45720" rIns="91440" bIns="45720" rtlCol="0" anchor="t"/>
          <a:lstStyle/>
          <a:p>
            <a:r>
              <a:rPr lang="en-US" sz="1600" dirty="0">
                <a:solidFill>
                  <a:srgbClr val="024C69"/>
                </a:solidFill>
                <a:latin typeface="Arial"/>
                <a:cs typeface="Arial"/>
              </a:rPr>
              <a:t>Module 4: Best Practices</a:t>
            </a:r>
            <a:r>
              <a:rPr lang="en-US">
                <a:latin typeface="Arial"/>
                <a:cs typeface="Arial"/>
              </a:rPr>
              <a:t> (Cont.)</a:t>
            </a:r>
            <a:endParaRPr lang="en-US" sz="1600"/>
          </a:p>
        </p:txBody>
      </p:sp>
      <p:sp>
        <p:nvSpPr>
          <p:cNvPr id="3" name="Text 1"/>
          <p:cNvSpPr/>
          <p:nvPr/>
        </p:nvSpPr>
        <p:spPr>
          <a:xfrm>
            <a:off x="0" y="514350"/>
            <a:ext cx="8229600" cy="3333174"/>
          </a:xfrm>
          <a:prstGeom prst="rect">
            <a:avLst/>
          </a:prstGeom>
          <a:noFill/>
          <a:ln/>
        </p:spPr>
        <p:txBody>
          <a:bodyPr wrap="square" lIns="91440" tIns="45720" rIns="91440" bIns="45720"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a:rPr>
              <a:t>Topic </a:t>
            </a:r>
            <a:r>
              <a:rPr lang="en-US" sz="1400" dirty="0">
                <a:solidFill>
                  <a:srgbClr val="000000"/>
                </a:solidFill>
                <a:latin typeface="Arial"/>
                <a:ea typeface="ＭＳ Ｐゴシック"/>
              </a:rPr>
              <a:t>4.2</a:t>
            </a:r>
            <a:endParaRPr lang="en-US" sz="1400" b="0" i="0" u="none" strike="noStrike" kern="1200" cap="none" spc="0" normalizeH="0" baseline="0" noProof="0" dirty="0">
              <a:ln>
                <a:noFill/>
              </a:ln>
              <a:solidFill>
                <a:srgbClr val="000000"/>
              </a:solidFill>
              <a:effectLst/>
              <a:uLnTx/>
              <a:uFillTx/>
              <a:latin typeface="Arial"/>
              <a:ea typeface="ＭＳ Ｐゴシック"/>
              <a:cs typeface="Arial"/>
            </a:endParaRP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rPr>
              <a:t>Explain the common stages of a typical web attack. </a:t>
            </a:r>
            <a:endParaRPr lang="en-US" altLang="ja-JP" sz="1400" dirty="0">
              <a:solidFill>
                <a:srgbClr val="000000"/>
              </a:solidFill>
              <a:latin typeface="Arial"/>
              <a:ea typeface="ＭＳ Ｐゴシック"/>
              <a:cs typeface="Arial"/>
            </a:endParaRP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Encourage the students to look at t</a:t>
            </a:r>
            <a:r>
              <a:rPr lang="en-US" sz="1400" dirty="0">
                <a:solidFill>
                  <a:srgbClr val="000000"/>
                </a:solidFill>
                <a:latin typeface="Arial"/>
                <a:ea typeface="ＭＳ Ｐゴシック"/>
                <a:cs typeface="Arial"/>
              </a:rPr>
              <a:t>he best security practices from the Open Web Application Security Project (OWASP) when developing web applications.</a:t>
            </a:r>
            <a:endParaRPr lang="en-US" altLang="ja-JP" sz="1400" dirty="0">
              <a:solidFill>
                <a:srgbClr val="000000"/>
              </a:solidFill>
              <a:latin typeface="Arial"/>
              <a:ea typeface="ＭＳ Ｐゴシック"/>
              <a:cs typeface="Arial"/>
            </a:endParaRP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Introduce the common HTTP exploits and ask the students to give suggestions to prevent or reduce this types of attacks.</a:t>
            </a: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Ask the students to give examples of email threats and share some experience they had with these type of attacks.</a:t>
            </a: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Explain the types of XSS attacks and ways to prevent them.</a:t>
            </a: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Recommend the students to watch the 4.2.6 Lab Video to see how to install a virtual machine on a PC and then ask the students to do the 4.2.7 Lab to apply what they learned from the video.</a:t>
            </a:r>
          </a:p>
          <a:p>
            <a:pPr marL="358775" lvl="1" indent="-215900" defTabSz="684213">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a:cs typeface="Arial"/>
              </a:rPr>
              <a:t>Ask the students to do the 4.2.8 and 4.2.9 Labs</a:t>
            </a:r>
          </a:p>
          <a:p>
            <a:pPr marL="358775" lvl="1" indent="-215900" defTabSz="684213">
              <a:spcBef>
                <a:spcPts val="300"/>
              </a:spcBef>
              <a:spcAft>
                <a:spcPts val="300"/>
              </a:spcAft>
              <a:buClr>
                <a:srgbClr val="58585B"/>
              </a:buClr>
              <a:buFont typeface="Arial" charset="0"/>
              <a:buChar char="•"/>
              <a:defRPr/>
            </a:pPr>
            <a:endParaRPr lang="en-US" altLang="ja-JP" sz="1400" dirty="0">
              <a:solidFill>
                <a:srgbClr val="000000"/>
              </a:solidFill>
              <a:latin typeface="Arial"/>
              <a:ea typeface="ＭＳ Ｐゴシック"/>
              <a:cs typeface="Arial"/>
            </a:endParaRPr>
          </a:p>
          <a:p>
            <a:pPr marL="142875" lvl="1" defTabSz="684213">
              <a:spcBef>
                <a:spcPts val="300"/>
              </a:spcBef>
              <a:spcAft>
                <a:spcPts val="300"/>
              </a:spcAft>
              <a:buClr>
                <a:srgbClr val="58585B"/>
              </a:buClr>
              <a:defRPr/>
            </a:pPr>
            <a:endParaRPr lang="en-US" altLang="ja-JP" sz="1400" dirty="0">
              <a:solidFill>
                <a:srgbClr val="000000"/>
              </a:solidFill>
              <a:latin typeface="Arial"/>
              <a:ea typeface="ＭＳ Ｐゴシック"/>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1239715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lIns="91440" tIns="45720" rIns="91440" bIns="45720" rtlCol="0" anchor="t"/>
          <a:lstStyle/>
          <a:p>
            <a:r>
              <a:rPr lang="en-US" sz="1600" dirty="0">
                <a:solidFill>
                  <a:srgbClr val="024C69"/>
                </a:solidFill>
                <a:latin typeface="Arial"/>
                <a:cs typeface="Arial"/>
              </a:rPr>
              <a:t>Module 4: Best Practices</a:t>
            </a:r>
            <a:r>
              <a:rPr lang="en-US">
                <a:latin typeface="Arial"/>
                <a:cs typeface="Arial"/>
              </a:rPr>
              <a:t> (Cont.)</a:t>
            </a:r>
            <a:endParaRPr lang="en-US" sz="1600"/>
          </a:p>
        </p:txBody>
      </p:sp>
      <p:sp>
        <p:nvSpPr>
          <p:cNvPr id="3" name="Text 1"/>
          <p:cNvSpPr/>
          <p:nvPr/>
        </p:nvSpPr>
        <p:spPr>
          <a:xfrm>
            <a:off x="0" y="535916"/>
            <a:ext cx="8229600" cy="1295184"/>
          </a:xfrm>
          <a:prstGeom prst="rect">
            <a:avLst/>
          </a:prstGeom>
          <a:noFill/>
          <a:ln/>
        </p:spPr>
        <p:txBody>
          <a:bodyPr wrap="square" lIns="91440" tIns="45720" rIns="91440" bIns="45720" rtlCol="0" anchor="t"/>
          <a:lstStyle/>
          <a:p>
            <a:pPr marL="0" marR="0" lvl="0" indent="0" algn="l" defTabSz="684213">
              <a:lnSpc>
                <a:spcPct val="85000"/>
              </a:lnSpc>
              <a:spcBef>
                <a:spcPct val="30000"/>
              </a:spcBef>
              <a:spcAft>
                <a:spcPts val="600"/>
              </a:spcAft>
              <a:buNone/>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a:rPr>
              <a:t>Topic </a:t>
            </a:r>
            <a:r>
              <a:rPr lang="en-US" sz="1400" dirty="0">
                <a:solidFill>
                  <a:srgbClr val="000000"/>
                </a:solidFill>
                <a:latin typeface="Arial"/>
                <a:ea typeface="ＭＳ Ｐゴシック"/>
              </a:rPr>
              <a:t>4.3</a:t>
            </a:r>
            <a:endParaRPr lang="en-US" sz="1400" dirty="0">
              <a:ea typeface="+mn-lt"/>
              <a:cs typeface="+mn-lt"/>
            </a:endParaRPr>
          </a:p>
          <a:p>
            <a:pPr marL="358775" lvl="1" indent="-215900" defTabSz="684213">
              <a:spcBef>
                <a:spcPts val="300"/>
              </a:spcBef>
              <a:spcAft>
                <a:spcPts val="300"/>
              </a:spcAft>
              <a:buFont typeface="Arial,Sans-Serif"/>
              <a:buChar char="•"/>
              <a:defRPr/>
            </a:pPr>
            <a:r>
              <a:rPr lang="en-US" sz="1400" dirty="0">
                <a:solidFill>
                  <a:srgbClr val="000000"/>
                </a:solidFill>
                <a:latin typeface="Arial"/>
                <a:ea typeface="ＭＳ Ｐゴシック"/>
                <a:cs typeface="Arial"/>
              </a:rPr>
              <a:t>Ask the students to suggest best practices to secure the network and then explain the mitigation techniques for each type of threat.</a:t>
            </a:r>
            <a:endParaRPr lang="en-US" sz="1400" dirty="0">
              <a:ea typeface="+mn-lt"/>
              <a:cs typeface="+mn-lt"/>
            </a:endParaRPr>
          </a:p>
          <a:p>
            <a:pPr marL="358775" lvl="1" indent="-215900" defTabSz="684213">
              <a:spcBef>
                <a:spcPts val="300"/>
              </a:spcBef>
              <a:spcAft>
                <a:spcPts val="300"/>
              </a:spcAft>
              <a:buFont typeface="Arial,Sans-Serif"/>
              <a:buChar char="•"/>
              <a:defRPr/>
            </a:pPr>
            <a:r>
              <a:rPr lang="en-US" sz="1400" dirty="0">
                <a:solidFill>
                  <a:srgbClr val="000000"/>
                </a:solidFill>
                <a:latin typeface="Arial"/>
                <a:ea typeface="ＭＳ Ｐゴシック"/>
                <a:cs typeface="Arial"/>
              </a:rPr>
              <a:t>Strongly recommend the student to do the 4.3.7 Lab to review incidents at some companies and see recommendations measures for threat mitigation.</a:t>
            </a:r>
            <a:endParaRPr lang="en-US" dirty="0"/>
          </a:p>
          <a:p>
            <a:pPr marL="358775" lvl="1" indent="-215900" defTabSz="684213">
              <a:spcBef>
                <a:spcPts val="300"/>
              </a:spcBef>
              <a:spcAft>
                <a:spcPts val="300"/>
              </a:spcAft>
              <a:buClr>
                <a:srgbClr val="58585B"/>
              </a:buClr>
              <a:buFont typeface="Arial" charset="0"/>
              <a:buChar char="•"/>
              <a:defRPr/>
            </a:pPr>
            <a:endParaRPr lang="en-US" altLang="ja-JP" sz="1400" dirty="0">
              <a:solidFill>
                <a:srgbClr val="000000"/>
              </a:solidFill>
              <a:latin typeface="Arial"/>
              <a:ea typeface="ＭＳ Ｐゴシック"/>
              <a:cs typeface="Arial"/>
            </a:endParaRPr>
          </a:p>
          <a:p>
            <a:pPr marL="142875" lvl="1" defTabSz="684213">
              <a:spcBef>
                <a:spcPts val="300"/>
              </a:spcBef>
              <a:spcAft>
                <a:spcPts val="300"/>
              </a:spcAft>
              <a:defRPr/>
            </a:pPr>
            <a:endParaRPr lang="en-US" altLang="ja-JP" sz="1400" dirty="0">
              <a:latin typeface="Arial"/>
              <a:ea typeface="ＭＳ Ｐゴシック"/>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188272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nchor="ctr"/>
          <a:lstStyle/>
          <a:p>
            <a:pPr marL="0" indent="0">
              <a:buNone/>
            </a:pPr>
            <a:r>
              <a:rPr lang="en-US" sz="4200" dirty="0">
                <a:solidFill>
                  <a:srgbClr val="AFE8FB"/>
                </a:solidFill>
                <a:latin typeface="Arial" pitchFamily="34" charset="0"/>
                <a:ea typeface="Arial" pitchFamily="34" charset="-122"/>
                <a:cs typeface="Arial" pitchFamily="34" charset="-120"/>
              </a:rPr>
              <a:t>Module 4: Attacking What We Do</a:t>
            </a:r>
            <a:endParaRPr lang="en-US" sz="4200" dirty="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9013" y="0"/>
            <a:ext cx="9144000" cy="366875"/>
          </a:xfrm>
          <a:prstGeom prst="rect">
            <a:avLst/>
          </a:prstGeom>
          <a:noFill/>
          <a:ln/>
        </p:spPr>
        <p:txBody>
          <a:bodyPr wrap="square" lIns="91440" tIns="45720" rIns="91440" bIns="45720" rtlCol="0" anchor="t"/>
          <a:lstStyle/>
          <a:p>
            <a:r>
              <a:rPr lang="en-US" sz="2200">
                <a:latin typeface="Arial"/>
                <a:cs typeface="Arial"/>
              </a:rPr>
              <a:t>Module Objectives</a:t>
            </a:r>
            <a:endParaRPr lang="en-US" sz="2200"/>
          </a:p>
        </p:txBody>
      </p:sp>
      <p:sp>
        <p:nvSpPr>
          <p:cNvPr id="3" name="Text 1"/>
          <p:cNvSpPr/>
          <p:nvPr/>
        </p:nvSpPr>
        <p:spPr>
          <a:xfrm>
            <a:off x="106561" y="478098"/>
            <a:ext cx="8229600" cy="562778"/>
          </a:xfrm>
          <a:prstGeom prst="rect">
            <a:avLst/>
          </a:prstGeom>
          <a:noFill/>
          <a:ln/>
        </p:spPr>
        <p:txBody>
          <a:bodyPr wrap="square" lIns="91440" tIns="45720" rIns="91440" bIns="45720" rtlCol="0" anchor="t"/>
          <a:lstStyle/>
          <a:p>
            <a:r>
              <a:rPr lang="en-US" sz="1400" b="1" dirty="0">
                <a:latin typeface="Arial"/>
                <a:ea typeface="+mn-lt"/>
                <a:cs typeface="+mn-lt"/>
              </a:rPr>
              <a:t>Module Title</a:t>
            </a:r>
            <a:r>
              <a:rPr lang="en-US" sz="1400" dirty="0">
                <a:latin typeface="Arial"/>
                <a:ea typeface="+mn-lt"/>
                <a:cs typeface="+mn-lt"/>
              </a:rPr>
              <a:t>: Attacking What We Do</a:t>
            </a:r>
            <a:endParaRPr lang="en-US" sz="1400" dirty="0">
              <a:latin typeface="Arial"/>
              <a:cs typeface="Arial"/>
            </a:endParaRPr>
          </a:p>
          <a:p>
            <a:r>
              <a:rPr lang="en-US" sz="1400" b="1" dirty="0">
                <a:latin typeface="Arial"/>
                <a:ea typeface="+mn-lt"/>
                <a:cs typeface="+mn-lt"/>
              </a:rPr>
              <a:t>Module Objective</a:t>
            </a:r>
            <a:r>
              <a:rPr lang="en-US" sz="1400" dirty="0">
                <a:latin typeface="Arial"/>
                <a:ea typeface="+mn-lt"/>
                <a:cs typeface="+mn-lt"/>
              </a:rPr>
              <a:t>: Recommend measures to mitigate threats.</a:t>
            </a:r>
            <a:endParaRPr lang="en-US" sz="1400" dirty="0">
              <a:latin typeface="Arial"/>
              <a:cs typeface="Arial"/>
            </a:endParaRPr>
          </a:p>
          <a:p>
            <a:pPr>
              <a:lnSpc>
                <a:spcPts val="2000"/>
              </a:lnSpc>
            </a:pPr>
            <a:endParaRPr lang="en-US" sz="1400" dirty="0">
              <a:latin typeface="Arial"/>
              <a:cs typeface="Arial"/>
            </a:endParaRPr>
          </a:p>
          <a:p>
            <a:pPr>
              <a:lnSpc>
                <a:spcPts val="2000"/>
              </a:lnSpc>
            </a:pPr>
            <a:endParaRPr lang="en-US" sz="1400" dirty="0">
              <a:latin typeface="Arial"/>
              <a:cs typeface="Arial"/>
            </a:endParaRPr>
          </a:p>
        </p:txBody>
      </p:sp>
      <p:graphicFrame>
        <p:nvGraphicFramePr>
          <p:cNvPr id="8" name="Table 7">
            <a:extLst>
              <a:ext uri="{FF2B5EF4-FFF2-40B4-BE49-F238E27FC236}">
                <a16:creationId xmlns:a16="http://schemas.microsoft.com/office/drawing/2014/main" id="{2A227B49-1609-DB70-296C-5AE8941396BF}"/>
              </a:ext>
            </a:extLst>
          </p:cNvPr>
          <p:cNvGraphicFramePr>
            <a:graphicFrameLocks noGrp="1"/>
          </p:cNvGraphicFramePr>
          <p:nvPr>
            <p:extLst>
              <p:ext uri="{D42A27DB-BD31-4B8C-83A1-F6EECF244321}">
                <p14:modId xmlns:p14="http://schemas.microsoft.com/office/powerpoint/2010/main" val="2673850780"/>
              </p:ext>
            </p:extLst>
          </p:nvPr>
        </p:nvGraphicFramePr>
        <p:xfrm>
          <a:off x="300372" y="1152099"/>
          <a:ext cx="8112207" cy="1628208"/>
        </p:xfrm>
        <a:graphic>
          <a:graphicData uri="http://schemas.openxmlformats.org/drawingml/2006/table">
            <a:tbl>
              <a:tblPr firstRow="1" bandRow="1">
                <a:tableStyleId>{5C22544A-7EE6-4342-B048-85BDC9FD1C3A}</a:tableStyleId>
              </a:tblPr>
              <a:tblGrid>
                <a:gridCol w="3436723">
                  <a:extLst>
                    <a:ext uri="{9D8B030D-6E8A-4147-A177-3AD203B41FA5}">
                      <a16:colId xmlns:a16="http://schemas.microsoft.com/office/drawing/2014/main" val="1426829657"/>
                    </a:ext>
                  </a:extLst>
                </a:gridCol>
                <a:gridCol w="4675484">
                  <a:extLst>
                    <a:ext uri="{9D8B030D-6E8A-4147-A177-3AD203B41FA5}">
                      <a16:colId xmlns:a16="http://schemas.microsoft.com/office/drawing/2014/main" val="446254930"/>
                    </a:ext>
                  </a:extLst>
                </a:gridCol>
              </a:tblGrid>
              <a:tr h="361950">
                <a:tc>
                  <a:txBody>
                    <a:bodyPr/>
                    <a:lstStyle/>
                    <a:p>
                      <a:pPr lvl="0" algn="l">
                        <a:buNone/>
                      </a:pPr>
                      <a:r>
                        <a:rPr lang="en-US" sz="1400" dirty="0">
                          <a:effectLst/>
                          <a:latin typeface="Arial"/>
                        </a:rPr>
                        <a:t>Topic Title​</a:t>
                      </a:r>
                      <a:endParaRPr lang="en-US" sz="1400" b="1" i="0">
                        <a:solidFill>
                          <a:srgbClr val="FFFFFF"/>
                        </a:solidFill>
                        <a:effectLst/>
                        <a:latin typeface="Arial"/>
                      </a:endParaRPr>
                    </a:p>
                  </a:txBody>
                  <a:tcPr/>
                </a:tc>
                <a:tc>
                  <a:txBody>
                    <a:bodyPr/>
                    <a:lstStyle/>
                    <a:p>
                      <a:pPr lvl="0" algn="l">
                        <a:buNone/>
                      </a:pPr>
                      <a:r>
                        <a:rPr lang="en-US" sz="1400" dirty="0">
                          <a:effectLst/>
                          <a:latin typeface="Arial"/>
                        </a:rPr>
                        <a:t>Topic Objective​</a:t>
                      </a:r>
                      <a:endParaRPr lang="en-US" sz="1400" b="1" i="0">
                        <a:solidFill>
                          <a:srgbClr val="FFFFFF"/>
                        </a:solidFill>
                        <a:effectLst/>
                        <a:latin typeface="Arial"/>
                      </a:endParaRPr>
                    </a:p>
                  </a:txBody>
                  <a:tcPr/>
                </a:tc>
                <a:extLst>
                  <a:ext uri="{0D108BD9-81ED-4DB2-BD59-A6C34878D82A}">
                    <a16:rowId xmlns:a16="http://schemas.microsoft.com/office/drawing/2014/main" val="3938485965"/>
                  </a:ext>
                </a:extLst>
              </a:tr>
              <a:tr h="386148">
                <a:tc>
                  <a:txBody>
                    <a:bodyPr/>
                    <a:lstStyle/>
                    <a:p>
                      <a:pPr lvl="0" algn="l">
                        <a:buNone/>
                      </a:pPr>
                      <a:r>
                        <a:rPr lang="en-US" sz="1400" b="1" i="0" u="none" strike="noStrike" baseline="0" noProof="0" dirty="0">
                          <a:solidFill>
                            <a:srgbClr val="000000"/>
                          </a:solidFill>
                          <a:effectLst/>
                          <a:latin typeface="Arial"/>
                        </a:rPr>
                        <a:t>IP Services</a:t>
                      </a:r>
                      <a:r>
                        <a:rPr lang="en-US" sz="1400" b="1" dirty="0">
                          <a:effectLst/>
                          <a:latin typeface="Arial"/>
                        </a:rPr>
                        <a:t>​</a:t>
                      </a:r>
                      <a:endParaRPr lang="en-US" sz="1400" b="1" i="0">
                        <a:solidFill>
                          <a:srgbClr val="000000"/>
                        </a:solidFill>
                        <a:effectLst/>
                        <a:latin typeface="Arial"/>
                      </a:endParaRPr>
                    </a:p>
                  </a:txBody>
                  <a:tcPr anchor="ctr"/>
                </a:tc>
                <a:tc>
                  <a:txBody>
                    <a:bodyPr/>
                    <a:lstStyle/>
                    <a:p>
                      <a:pPr marL="0" lvl="0" indent="0" algn="l">
                        <a:lnSpc>
                          <a:spcPct val="100000"/>
                        </a:lnSpc>
                        <a:buNone/>
                      </a:pPr>
                      <a:r>
                        <a:rPr lang="en-US" sz="1400" b="0" i="0" u="none" strike="noStrike" baseline="0" noProof="0" dirty="0">
                          <a:solidFill>
                            <a:srgbClr val="000000"/>
                          </a:solidFill>
                          <a:effectLst/>
                          <a:latin typeface="Arial"/>
                        </a:rPr>
                        <a:t>Explain IP service vulnerabilities.</a:t>
                      </a:r>
                    </a:p>
                  </a:txBody>
                  <a:tcPr anchor="ctr"/>
                </a:tc>
                <a:extLst>
                  <a:ext uri="{0D108BD9-81ED-4DB2-BD59-A6C34878D82A}">
                    <a16:rowId xmlns:a16="http://schemas.microsoft.com/office/drawing/2014/main" val="1308981642"/>
                  </a:ext>
                </a:extLst>
              </a:tr>
              <a:tr h="361950">
                <a:tc>
                  <a:txBody>
                    <a:bodyPr/>
                    <a:lstStyle/>
                    <a:p>
                      <a:pPr lvl="0" algn="l">
                        <a:buNone/>
                      </a:pPr>
                      <a:r>
                        <a:rPr lang="en-US" sz="1400" b="1" i="0" u="none" strike="noStrike" baseline="0" noProof="0" dirty="0">
                          <a:solidFill>
                            <a:srgbClr val="000000"/>
                          </a:solidFill>
                          <a:effectLst/>
                          <a:latin typeface="Arial"/>
                        </a:rPr>
                        <a:t>Enterprise Services</a:t>
                      </a:r>
                      <a:endParaRPr lang="en-US" b="1"/>
                    </a:p>
                  </a:txBody>
                  <a:tcPr anchor="ctr"/>
                </a:tc>
                <a:tc>
                  <a:txBody>
                    <a:bodyPr/>
                    <a:lstStyle/>
                    <a:p>
                      <a:pPr lvl="0" algn="l">
                        <a:buNone/>
                      </a:pPr>
                      <a:r>
                        <a:rPr lang="en-US" sz="1400" b="0" i="0" u="none" strike="noStrike" baseline="0" noProof="0" dirty="0">
                          <a:solidFill>
                            <a:srgbClr val="000000"/>
                          </a:solidFill>
                          <a:effectLst/>
                          <a:latin typeface="Arial"/>
                        </a:rPr>
                        <a:t>Explain how network application vulnerabilities enable network attacks.</a:t>
                      </a:r>
                      <a:endParaRPr lang="en-US" dirty="0"/>
                    </a:p>
                  </a:txBody>
                  <a:tcPr anchor="ctr"/>
                </a:tc>
                <a:extLst>
                  <a:ext uri="{0D108BD9-81ED-4DB2-BD59-A6C34878D82A}">
                    <a16:rowId xmlns:a16="http://schemas.microsoft.com/office/drawing/2014/main" val="385749666"/>
                  </a:ext>
                </a:extLst>
              </a:tr>
              <a:tr h="361950">
                <a:tc>
                  <a:txBody>
                    <a:bodyPr/>
                    <a:lstStyle/>
                    <a:p>
                      <a:pPr lvl="0" algn="l">
                        <a:buNone/>
                      </a:pPr>
                      <a:r>
                        <a:rPr lang="en-US" sz="1400" b="1" i="0" u="none" strike="noStrike" baseline="0" noProof="0" dirty="0">
                          <a:solidFill>
                            <a:srgbClr val="000000"/>
                          </a:solidFill>
                          <a:effectLst/>
                          <a:latin typeface="Arial"/>
                        </a:rPr>
                        <a:t>Mitigating Common Network Attacks</a:t>
                      </a:r>
                      <a:endParaRPr lang="en-US" b="1" i="0" u="none" strike="noStrike" baseline="0" noProof="0">
                        <a:solidFill>
                          <a:srgbClr val="000000"/>
                        </a:solidFill>
                      </a:endParaRPr>
                    </a:p>
                  </a:txBody>
                  <a:tcPr anchor="ctr"/>
                </a:tc>
                <a:tc>
                  <a:txBody>
                    <a:bodyPr/>
                    <a:lstStyle/>
                    <a:p>
                      <a:pPr lvl="0" algn="l">
                        <a:buNone/>
                      </a:pPr>
                      <a:r>
                        <a:rPr lang="en-US" sz="1400" b="0" i="0" u="none" strike="noStrike" baseline="0" noProof="0" dirty="0">
                          <a:solidFill>
                            <a:srgbClr val="000000"/>
                          </a:solidFill>
                          <a:effectLst/>
                          <a:latin typeface="Arial"/>
                        </a:rPr>
                        <a:t>Recommend basic threat mitigation measures.</a:t>
                      </a:r>
                      <a:endParaRPr lang="en-US" dirty="0"/>
                    </a:p>
                  </a:txBody>
                  <a:tcPr anchor="ctr"/>
                </a:tc>
                <a:extLst>
                  <a:ext uri="{0D108BD9-81ED-4DB2-BD59-A6C34878D82A}">
                    <a16:rowId xmlns:a16="http://schemas.microsoft.com/office/drawing/2014/main" val="4071658509"/>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4.1 IP Services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Services</a:t>
            </a:r>
            <a:endParaRPr lang="en-US" sz="1600"/>
          </a:p>
        </p:txBody>
      </p:sp>
      <p:sp>
        <p:nvSpPr>
          <p:cNvPr id="3" name="Text 0"/>
          <p:cNvSpPr>
            <a:spLocks noGrp="1"/>
          </p:cNvSpPr>
          <p:nvPr>
            <p:ph type="body" idx="100" hasCustomPrompt="1"/>
          </p:nvPr>
        </p:nvSpPr>
        <p:spPr>
          <a:xfrm>
            <a:off x="0" y="274320"/>
            <a:ext cx="9144000" cy="52045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ARP Vulnerabilities</a:t>
            </a:r>
            <a:endParaRPr lang="en-US" sz="2200"/>
          </a:p>
        </p:txBody>
      </p:sp>
      <p:sp>
        <p:nvSpPr>
          <p:cNvPr id="5" name="Text 2"/>
          <p:cNvSpPr/>
          <p:nvPr/>
        </p:nvSpPr>
        <p:spPr>
          <a:xfrm>
            <a:off x="580430" y="994767"/>
            <a:ext cx="8229600" cy="3434391"/>
          </a:xfrm>
          <a:prstGeom prst="rect">
            <a:avLst/>
          </a:prstGeom>
          <a:noFill/>
          <a:ln/>
        </p:spPr>
        <p:txBody>
          <a:bodyPr wrap="square" lIns="91440" tIns="45720" rIns="91440" bIns="45720" rtlCol="0" anchor="t"/>
          <a:lstStyle/>
          <a:p>
            <a:r>
              <a:rPr lang="en-US" sz="1400" dirty="0">
                <a:latin typeface="Arial"/>
                <a:ea typeface="+mn-lt"/>
                <a:cs typeface="+mn-lt"/>
              </a:rPr>
              <a:t>Hosts broadcast an ARP Request to other hosts on the network segment to determine the MAC address of a host with a particular IP address. The host with the matching IP address in the ARP Request sends an ARP Reply.</a:t>
            </a:r>
            <a:endParaRPr lang="en-US" sz="1400" dirty="0">
              <a:latin typeface="Arial"/>
              <a:cs typeface="Arial"/>
            </a:endParaRPr>
          </a:p>
          <a:p>
            <a:endParaRPr lang="en-US" sz="1400">
              <a:latin typeface="Arial"/>
              <a:cs typeface="Calibri"/>
            </a:endParaRPr>
          </a:p>
          <a:p>
            <a:r>
              <a:rPr lang="en-US" sz="1400" dirty="0">
                <a:latin typeface="Arial"/>
                <a:ea typeface="+mn-lt"/>
                <a:cs typeface="+mn-lt"/>
              </a:rPr>
              <a:t>Any client can send an unsolicited ARP Reply called a “gratuitous ARP.” </a:t>
            </a:r>
          </a:p>
          <a:p>
            <a:pPr marL="285750" indent="-285750">
              <a:buFont typeface="Arial"/>
              <a:buChar char="•"/>
            </a:pPr>
            <a:r>
              <a:rPr lang="en-US" sz="1400" dirty="0">
                <a:latin typeface="Arial"/>
                <a:ea typeface="+mn-lt"/>
                <a:cs typeface="+mn-lt"/>
              </a:rPr>
              <a:t>When a host sends a gratuitous ARP, other hosts on the subnet store the MAC address and IP address contained in the gratuitous ARP in their ARP tables.</a:t>
            </a:r>
          </a:p>
          <a:p>
            <a:pPr marL="285750" indent="-285750">
              <a:buFont typeface="Arial"/>
              <a:buChar char="•"/>
            </a:pPr>
            <a:r>
              <a:rPr lang="en-US" sz="1400" dirty="0">
                <a:latin typeface="Arial"/>
                <a:ea typeface="+mn-lt"/>
                <a:cs typeface="+mn-lt"/>
              </a:rPr>
              <a:t>Any host can claim to be the owner of any IP/MAC they choose. </a:t>
            </a:r>
          </a:p>
          <a:p>
            <a:pPr marL="285750" indent="-285750">
              <a:buFont typeface="Arial"/>
              <a:buChar char="•"/>
            </a:pPr>
            <a:r>
              <a:rPr lang="en-US" sz="1400" dirty="0">
                <a:latin typeface="Arial"/>
                <a:ea typeface="+mn-lt"/>
                <a:cs typeface="+mn-lt"/>
              </a:rPr>
              <a:t>Threat actors can poison the ARP cache of devices on the local network, creating an </a:t>
            </a:r>
            <a:r>
              <a:rPr lang="en-US" sz="1400" dirty="0" err="1">
                <a:latin typeface="Arial"/>
                <a:ea typeface="+mn-lt"/>
                <a:cs typeface="+mn-lt"/>
              </a:rPr>
              <a:t>MiTM</a:t>
            </a:r>
            <a:r>
              <a:rPr lang="en-US" sz="1400" dirty="0">
                <a:latin typeface="Arial"/>
                <a:ea typeface="+mn-lt"/>
                <a:cs typeface="+mn-lt"/>
              </a:rPr>
              <a:t> attack to redirect traffic. </a:t>
            </a:r>
          </a:p>
          <a:p>
            <a:pPr marL="285750" indent="-285750">
              <a:buFont typeface="Arial"/>
              <a:buChar char="•"/>
            </a:pPr>
            <a:r>
              <a:rPr lang="en-US" sz="1400" dirty="0">
                <a:latin typeface="Arial"/>
                <a:ea typeface="+mn-lt"/>
                <a:cs typeface="+mn-lt"/>
              </a:rPr>
              <a:t>The goal is to associate the threat actor’s MAC address with the IP address of the default gateway in the ARP caches of hosts on the LAN segment.</a:t>
            </a:r>
          </a:p>
          <a:p>
            <a:pPr marL="285750" indent="-285750">
              <a:buFont typeface="Arial"/>
              <a:buChar char="•"/>
            </a:pPr>
            <a:r>
              <a:rPr lang="en-US" sz="1400" dirty="0">
                <a:latin typeface="Arial"/>
                <a:ea typeface="+mn-lt"/>
                <a:cs typeface="+mn-lt"/>
              </a:rPr>
              <a:t>It positions the threat actor between the victim and all other systems outside the local subnet.</a:t>
            </a:r>
            <a:endParaRPr lang="en-US" sz="1400" dirty="0">
              <a:latin typeface="Arial"/>
              <a:cs typeface="Calibri"/>
            </a:endParaRPr>
          </a:p>
          <a:p>
            <a:endParaRPr lang="en-US" sz="1400">
              <a:latin typeface="Arial"/>
              <a:cs typeface="Calibri"/>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3E01A700-5176-BEAF-3CA2-55D61004386B}"/>
              </a:ext>
            </a:extLst>
          </p:cNvPr>
          <p:cNvSpPr txBox="1"/>
          <p:nvPr/>
        </p:nvSpPr>
        <p:spPr>
          <a:xfrm>
            <a:off x="8486" y="10737"/>
            <a:ext cx="552017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24C69"/>
                </a:solidFill>
                <a:latin typeface="Arial"/>
                <a:cs typeface="Arial"/>
              </a:rPr>
              <a:t>IP Services</a:t>
            </a:r>
            <a:endParaRPr lang="pt-BR" sz="1600" dirty="0"/>
          </a:p>
        </p:txBody>
      </p:sp>
      <p:sp>
        <p:nvSpPr>
          <p:cNvPr id="2" name="Text Placeholder 1">
            <a:extLst>
              <a:ext uri="{FF2B5EF4-FFF2-40B4-BE49-F238E27FC236}">
                <a16:creationId xmlns:a16="http://schemas.microsoft.com/office/drawing/2014/main" id="{467DC7C0-7E84-9249-D30E-789FF1CC8E7D}"/>
              </a:ext>
            </a:extLst>
          </p:cNvPr>
          <p:cNvSpPr>
            <a:spLocks noGrp="1"/>
          </p:cNvSpPr>
          <p:nvPr>
            <p:ph type="body" idx="100"/>
          </p:nvPr>
        </p:nvSpPr>
        <p:spPr>
          <a:xfrm>
            <a:off x="-10882" y="308255"/>
            <a:ext cx="8745029" cy="342901"/>
          </a:xfrm>
        </p:spPr>
        <p:txBody>
          <a:bodyPr wrap="square" lIns="91440" tIns="45720" rIns="91440" bIns="45720" rtlCol="0" anchor="t"/>
          <a:lstStyle/>
          <a:p>
            <a:r>
              <a:rPr lang="en-US" dirty="0">
                <a:latin typeface="Arial"/>
                <a:cs typeface="Arial"/>
              </a:rPr>
              <a:t>ARP Cache Poisoning</a:t>
            </a:r>
          </a:p>
        </p:txBody>
      </p:sp>
      <p:pic>
        <p:nvPicPr>
          <p:cNvPr id="4" name="Picture 4" descr="Diagram&#10;&#10;Description automatically generated">
            <a:extLst>
              <a:ext uri="{FF2B5EF4-FFF2-40B4-BE49-F238E27FC236}">
                <a16:creationId xmlns:a16="http://schemas.microsoft.com/office/drawing/2014/main" id="{E96C055E-1122-5168-66C0-D066060B2547}"/>
              </a:ext>
            </a:extLst>
          </p:cNvPr>
          <p:cNvPicPr>
            <a:picLocks noChangeAspect="1"/>
          </p:cNvPicPr>
          <p:nvPr/>
        </p:nvPicPr>
        <p:blipFill rotWithShape="1">
          <a:blip r:embed="rId3"/>
          <a:srcRect l="22466" t="21905" r="24347" b="14366"/>
          <a:stretch/>
        </p:blipFill>
        <p:spPr>
          <a:xfrm>
            <a:off x="316112" y="874722"/>
            <a:ext cx="5299461" cy="3553070"/>
          </a:xfrm>
          <a:prstGeom prst="rect">
            <a:avLst/>
          </a:prstGeom>
        </p:spPr>
      </p:pic>
      <p:sp>
        <p:nvSpPr>
          <p:cNvPr id="6" name="CaixaDeTexto 5">
            <a:extLst>
              <a:ext uri="{FF2B5EF4-FFF2-40B4-BE49-F238E27FC236}">
                <a16:creationId xmlns:a16="http://schemas.microsoft.com/office/drawing/2014/main" id="{09EC83CA-18FD-C278-6983-169F77121644}"/>
              </a:ext>
            </a:extLst>
          </p:cNvPr>
          <p:cNvSpPr txBox="1"/>
          <p:nvPr/>
        </p:nvSpPr>
        <p:spPr>
          <a:xfrm>
            <a:off x="5776008" y="1282611"/>
            <a:ext cx="320340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Arial"/>
                <a:ea typeface="+mn-lt"/>
                <a:cs typeface="+mn-lt"/>
              </a:rPr>
              <a:t>ARP Request</a:t>
            </a:r>
          </a:p>
          <a:p>
            <a:pPr marL="285750" indent="-285750">
              <a:buFont typeface="Arial,Sans-Serif"/>
              <a:buChar char="•"/>
            </a:pPr>
            <a:r>
              <a:rPr lang="en-US" sz="1400" dirty="0">
                <a:latin typeface="Arial" panose="020B0604020202020204" pitchFamily="34" charset="0"/>
                <a:ea typeface="+mn-lt"/>
                <a:cs typeface="Arial" panose="020B0604020202020204" pitchFamily="34" charset="0"/>
              </a:rPr>
              <a:t>The figure shows how ARP cache poisoning works. </a:t>
            </a:r>
            <a:endParaRPr lang="en-US" sz="1400" dirty="0">
              <a:latin typeface="Arial" panose="020B0604020202020204" pitchFamily="34" charset="0"/>
              <a:cs typeface="Arial" panose="020B0604020202020204" pitchFamily="34" charset="0"/>
            </a:endParaRPr>
          </a:p>
          <a:p>
            <a:pPr marL="285750" indent="-285750">
              <a:buFont typeface="Arial,Sans-Serif"/>
              <a:buChar char="•"/>
            </a:pPr>
            <a:endParaRPr lang="en-US" sz="1400" dirty="0">
              <a:latin typeface="Arial" panose="020B0604020202020204" pitchFamily="34" charset="0"/>
              <a:ea typeface="+mn-lt"/>
              <a:cs typeface="Arial" panose="020B0604020202020204" pitchFamily="34" charset="0"/>
            </a:endParaRPr>
          </a:p>
          <a:p>
            <a:pPr marL="285750" indent="-285750">
              <a:buFont typeface="Arial,Sans-Serif"/>
              <a:buChar char="•"/>
            </a:pPr>
            <a:r>
              <a:rPr lang="en-US" sz="1400" dirty="0">
                <a:latin typeface="Arial" panose="020B0604020202020204" pitchFamily="34" charset="0"/>
                <a:ea typeface="+mn-lt"/>
                <a:cs typeface="Arial" panose="020B0604020202020204" pitchFamily="34" charset="0"/>
              </a:rPr>
              <a:t>PC-A requires the MAC address of its default gateway (R1); therefore, it sends an ARP Request for the MAC address of 192.168.10.1.</a:t>
            </a:r>
          </a:p>
        </p:txBody>
      </p:sp>
    </p:spTree>
    <p:extLst>
      <p:ext uri="{BB962C8B-B14F-4D97-AF65-F5344CB8AC3E}">
        <p14:creationId xmlns:p14="http://schemas.microsoft.com/office/powerpoint/2010/main" val="3716842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1544F3FB-C93C-48CE-D66D-5DCEFA82DCC6}"/>
              </a:ext>
            </a:extLst>
          </p:cNvPr>
          <p:cNvSpPr txBox="1"/>
          <p:nvPr/>
        </p:nvSpPr>
        <p:spPr>
          <a:xfrm>
            <a:off x="-402" y="7018"/>
            <a:ext cx="446672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24C69"/>
                </a:solidFill>
                <a:latin typeface="Arial"/>
                <a:cs typeface="Arial"/>
              </a:rPr>
              <a:t>IP Services</a:t>
            </a:r>
            <a:endParaRPr lang="pt-BR" sz="1600" dirty="0"/>
          </a:p>
        </p:txBody>
      </p:sp>
      <p:sp>
        <p:nvSpPr>
          <p:cNvPr id="2" name="Text Placeholder 1">
            <a:extLst>
              <a:ext uri="{FF2B5EF4-FFF2-40B4-BE49-F238E27FC236}">
                <a16:creationId xmlns:a16="http://schemas.microsoft.com/office/drawing/2014/main" id="{9B8C30F5-5394-D63D-BF74-A6E8B1757CF3}"/>
              </a:ext>
            </a:extLst>
          </p:cNvPr>
          <p:cNvSpPr>
            <a:spLocks noGrp="1"/>
          </p:cNvSpPr>
          <p:nvPr>
            <p:ph type="body" idx="100"/>
          </p:nvPr>
        </p:nvSpPr>
        <p:spPr>
          <a:xfrm>
            <a:off x="-3408" y="284483"/>
            <a:ext cx="8497019" cy="407599"/>
          </a:xfrm>
        </p:spPr>
        <p:txBody>
          <a:bodyPr wrap="square" lIns="91440" tIns="45720" rIns="91440" bIns="45720" rtlCol="0" anchor="t"/>
          <a:lstStyle/>
          <a:p>
            <a:r>
              <a:rPr lang="en-US" dirty="0">
                <a:latin typeface="Arial"/>
                <a:cs typeface="Arial"/>
              </a:rPr>
              <a:t>ARP Cache Poisoning (Cont.)</a:t>
            </a:r>
            <a:endParaRPr lang="en-US" dirty="0"/>
          </a:p>
        </p:txBody>
      </p:sp>
      <p:pic>
        <p:nvPicPr>
          <p:cNvPr id="4" name="Picture 4" descr="Graphical user interface, diagram&#10;&#10;Description automatically generated">
            <a:extLst>
              <a:ext uri="{FF2B5EF4-FFF2-40B4-BE49-F238E27FC236}">
                <a16:creationId xmlns:a16="http://schemas.microsoft.com/office/drawing/2014/main" id="{89A62B34-13DB-84D1-1BB3-05D9B5886F10}"/>
              </a:ext>
            </a:extLst>
          </p:cNvPr>
          <p:cNvPicPr>
            <a:picLocks noChangeAspect="1"/>
          </p:cNvPicPr>
          <p:nvPr/>
        </p:nvPicPr>
        <p:blipFill rotWithShape="1">
          <a:blip r:embed="rId3"/>
          <a:srcRect l="21713" t="21818" r="22528" b="16000"/>
          <a:stretch/>
        </p:blipFill>
        <p:spPr>
          <a:xfrm>
            <a:off x="191095" y="809030"/>
            <a:ext cx="5451820" cy="3406160"/>
          </a:xfrm>
          <a:prstGeom prst="rect">
            <a:avLst/>
          </a:prstGeom>
        </p:spPr>
      </p:pic>
      <p:sp>
        <p:nvSpPr>
          <p:cNvPr id="6" name="CaixaDeTexto 5">
            <a:extLst>
              <a:ext uri="{FF2B5EF4-FFF2-40B4-BE49-F238E27FC236}">
                <a16:creationId xmlns:a16="http://schemas.microsoft.com/office/drawing/2014/main" id="{FA0B5F72-BFA3-87C7-2FAF-A84C813C872A}"/>
              </a:ext>
            </a:extLst>
          </p:cNvPr>
          <p:cNvSpPr txBox="1"/>
          <p:nvPr/>
        </p:nvSpPr>
        <p:spPr>
          <a:xfrm>
            <a:off x="5739403" y="702315"/>
            <a:ext cx="317020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Arial"/>
                <a:cs typeface="Arial"/>
              </a:rPr>
              <a:t>ARP Reply</a:t>
            </a:r>
            <a:endParaRPr lang="en-US" sz="1400" dirty="0">
              <a:ea typeface="+mn-lt"/>
              <a:cs typeface="+mn-lt"/>
            </a:endParaRPr>
          </a:p>
          <a:p>
            <a:pPr marL="285750" indent="-285750">
              <a:buFont typeface="Arial,Sans-Serif"/>
              <a:buChar char="•"/>
            </a:pPr>
            <a:r>
              <a:rPr lang="en-US" sz="1400" dirty="0">
                <a:latin typeface="Arial"/>
                <a:cs typeface="Arial"/>
              </a:rPr>
              <a:t>In this figure, R1 updates its ARP cache with the IP and MAC addresses of PC-A. </a:t>
            </a:r>
            <a:endParaRPr lang="pt-BR" sz="1400" dirty="0">
              <a:ea typeface="+mn-lt"/>
              <a:cs typeface="+mn-lt"/>
            </a:endParaRPr>
          </a:p>
          <a:p>
            <a:endParaRPr lang="en-US" sz="1400" dirty="0">
              <a:ea typeface="+mn-lt"/>
              <a:cs typeface="+mn-lt"/>
            </a:endParaRPr>
          </a:p>
          <a:p>
            <a:pPr marL="285750" indent="-285750">
              <a:buFont typeface="Arial,Sans-Serif"/>
              <a:buChar char="•"/>
            </a:pPr>
            <a:r>
              <a:rPr lang="en-US" sz="1400" dirty="0">
                <a:latin typeface="Arial"/>
                <a:cs typeface="Arial"/>
              </a:rPr>
              <a:t>R1 sends an ARP Reply to PC-A, which then updates its ARP cache with the IP and MAC addresses of R1.</a:t>
            </a:r>
            <a:endParaRPr lang="en-US" sz="1400" dirty="0">
              <a:ea typeface="+mn-lt"/>
              <a:cs typeface="+mn-lt"/>
            </a:endParaRPr>
          </a:p>
          <a:p>
            <a:pPr marL="285750" indent="-285750">
              <a:buFont typeface="Arial,Sans-Serif"/>
              <a:buChar char="•"/>
            </a:pPr>
            <a:endParaRPr lang="en-US" sz="1400" dirty="0">
              <a:ea typeface="+mn-lt"/>
              <a:cs typeface="+mn-lt"/>
            </a:endParaRPr>
          </a:p>
          <a:p>
            <a:r>
              <a:rPr lang="en-US" sz="1400" b="1" dirty="0">
                <a:latin typeface="Arial"/>
                <a:cs typeface="Arial"/>
              </a:rPr>
              <a:t>Spoofed Gratuitous ARP Replies</a:t>
            </a:r>
            <a:endParaRPr lang="en-US" sz="1400" dirty="0">
              <a:ea typeface="+mn-lt"/>
              <a:cs typeface="+mn-lt"/>
            </a:endParaRPr>
          </a:p>
          <a:p>
            <a:pPr marL="285750" indent="-285750">
              <a:buFont typeface="Arial,Sans-Serif"/>
              <a:buChar char="•"/>
            </a:pPr>
            <a:r>
              <a:rPr lang="en-US" sz="1400" dirty="0">
                <a:latin typeface="Arial"/>
                <a:cs typeface="Arial"/>
              </a:rPr>
              <a:t>Passive ARP poisoning occurs when threat actors steal confidential information.</a:t>
            </a:r>
            <a:endParaRPr lang="en-US" sz="1400" dirty="0">
              <a:latin typeface="Arial"/>
              <a:ea typeface="+mn-lt"/>
              <a:cs typeface="Arial"/>
            </a:endParaRPr>
          </a:p>
          <a:p>
            <a:endParaRPr lang="en-US" sz="1400" dirty="0">
              <a:latin typeface="Arial"/>
              <a:cs typeface="Arial"/>
            </a:endParaRPr>
          </a:p>
          <a:p>
            <a:pPr marL="285750" indent="-285750">
              <a:buFont typeface="Arial,Sans-Serif"/>
              <a:buChar char="•"/>
            </a:pPr>
            <a:r>
              <a:rPr lang="en-US" sz="1400" dirty="0">
                <a:latin typeface="Arial"/>
                <a:cs typeface="Arial"/>
              </a:rPr>
              <a:t>Active ARP poisoning occurs when threat actors modify data in transit or inject malicious data.</a:t>
            </a:r>
            <a:endParaRPr lang="en-US" sz="1400" dirty="0">
              <a:ea typeface="+mn-lt"/>
              <a:cs typeface="+mn-lt"/>
            </a:endParaRPr>
          </a:p>
        </p:txBody>
      </p:sp>
    </p:spTree>
    <p:extLst>
      <p:ext uri="{BB962C8B-B14F-4D97-AF65-F5344CB8AC3E}">
        <p14:creationId xmlns:p14="http://schemas.microsoft.com/office/powerpoint/2010/main" val="2638213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Services</a:t>
            </a:r>
            <a:endParaRPr lang="en-US" sz="1600" dirty="0"/>
          </a:p>
        </p:txBody>
      </p:sp>
      <p:sp>
        <p:nvSpPr>
          <p:cNvPr id="3" name="Text 0"/>
          <p:cNvSpPr>
            <a:spLocks noGrp="1"/>
          </p:cNvSpPr>
          <p:nvPr>
            <p:ph type="body" idx="100" hasCustomPrompt="1"/>
          </p:nvPr>
        </p:nvSpPr>
        <p:spPr>
          <a:xfrm>
            <a:off x="0" y="260168"/>
            <a:ext cx="9144000" cy="332118"/>
          </a:xfrm>
          <a:prstGeom prst="rect">
            <a:avLst/>
          </a:prstGeom>
          <a:noFill/>
          <a:ln/>
        </p:spPr>
        <p:txBody>
          <a:bodyPr wrap="square" lIns="91440" tIns="45720" rIns="91440" bIns="45720" rtlCol="0" anchor="t"/>
          <a:lstStyle/>
          <a:p>
            <a:r>
              <a:rPr lang="en-US" sz="2200" dirty="0">
                <a:solidFill>
                  <a:srgbClr val="024C69"/>
                </a:solidFill>
                <a:latin typeface="Arial"/>
                <a:cs typeface="Arial"/>
              </a:rPr>
              <a:t>DNS </a:t>
            </a:r>
            <a:r>
              <a:rPr lang="en-US" dirty="0">
                <a:latin typeface="Arial"/>
                <a:cs typeface="Arial"/>
              </a:rPr>
              <a:t>Attacks</a:t>
            </a:r>
            <a:endParaRPr lang="en-US" sz="2200" dirty="0"/>
          </a:p>
        </p:txBody>
      </p:sp>
      <p:sp>
        <p:nvSpPr>
          <p:cNvPr id="4" name="TextBox 3">
            <a:extLst>
              <a:ext uri="{FF2B5EF4-FFF2-40B4-BE49-F238E27FC236}">
                <a16:creationId xmlns:a16="http://schemas.microsoft.com/office/drawing/2014/main" id="{0EF85156-7F75-EAF7-4D96-2564CCE0DCE5}"/>
              </a:ext>
            </a:extLst>
          </p:cNvPr>
          <p:cNvSpPr txBox="1"/>
          <p:nvPr/>
        </p:nvSpPr>
        <p:spPr>
          <a:xfrm>
            <a:off x="-2662" y="637580"/>
            <a:ext cx="8868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rial"/>
                <a:cs typeface="Arial"/>
              </a:rPr>
              <a:t>A </a:t>
            </a:r>
            <a:r>
              <a:rPr lang="en-US" sz="1400" b="1" dirty="0">
                <a:latin typeface="Arial"/>
                <a:cs typeface="Arial"/>
              </a:rPr>
              <a:t>DNS open resolver</a:t>
            </a:r>
            <a:r>
              <a:rPr lang="en-US" sz="1400" dirty="0">
                <a:latin typeface="Arial"/>
                <a:cs typeface="Arial"/>
              </a:rPr>
              <a:t> answers queries from clients outside of its administrative domain and is vulnerable to multiple malicious activities described in the table.</a:t>
            </a:r>
          </a:p>
        </p:txBody>
      </p:sp>
      <p:graphicFrame>
        <p:nvGraphicFramePr>
          <p:cNvPr id="12" name="Table 0"/>
          <p:cNvGraphicFramePr>
            <a:graphicFrameLocks noGrp="1"/>
          </p:cNvGraphicFramePr>
          <p:nvPr>
            <p:extLst>
              <p:ext uri="{D42A27DB-BD31-4B8C-83A1-F6EECF244321}">
                <p14:modId xmlns:p14="http://schemas.microsoft.com/office/powerpoint/2010/main" val="4248210611"/>
              </p:ext>
            </p:extLst>
          </p:nvPr>
        </p:nvGraphicFramePr>
        <p:xfrm>
          <a:off x="91441" y="1403198"/>
          <a:ext cx="8961118" cy="2805602"/>
        </p:xfrm>
        <a:graphic>
          <a:graphicData uri="http://schemas.openxmlformats.org/drawingml/2006/table">
            <a:tbl>
              <a:tblPr/>
              <a:tblGrid>
                <a:gridCol w="3349624">
                  <a:extLst>
                    <a:ext uri="{9D8B030D-6E8A-4147-A177-3AD203B41FA5}">
                      <a16:colId xmlns:a16="http://schemas.microsoft.com/office/drawing/2014/main" val="20000"/>
                    </a:ext>
                  </a:extLst>
                </a:gridCol>
                <a:gridCol w="5611494">
                  <a:extLst>
                    <a:ext uri="{9D8B030D-6E8A-4147-A177-3AD203B41FA5}">
                      <a16:colId xmlns:a16="http://schemas.microsoft.com/office/drawing/2014/main" val="20001"/>
                    </a:ext>
                  </a:extLst>
                </a:gridCol>
              </a:tblGrid>
              <a:tr h="308308">
                <a:tc>
                  <a:txBody>
                    <a:bodyPr/>
                    <a:lstStyle/>
                    <a:p>
                      <a:r>
                        <a:rPr lang="en-US" sz="1400" kern="1200" dirty="0">
                          <a:solidFill>
                            <a:schemeClr val="bg1"/>
                          </a:solidFill>
                          <a:latin typeface="Arial"/>
                          <a:ea typeface="+mn-ea"/>
                          <a:cs typeface="Arial"/>
                        </a:rPr>
                        <a:t>DNS Resolver Vulnerabilities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kern="1200" dirty="0">
                          <a:solidFill>
                            <a:schemeClr val="bg1"/>
                          </a:solidFill>
                          <a:latin typeface="Arial"/>
                          <a:ea typeface="+mn-ea"/>
                          <a:cs typeface="Arial"/>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832431">
                <a:tc>
                  <a:txBody>
                    <a:bodyPr/>
                    <a:lstStyle/>
                    <a:p>
                      <a:r>
                        <a:rPr lang="en-US" sz="1200" kern="1200" dirty="0">
                          <a:solidFill>
                            <a:schemeClr val="tx1"/>
                          </a:solidFill>
                          <a:latin typeface="Arial"/>
                          <a:ea typeface="+mn-ea"/>
                          <a:cs typeface="Arial"/>
                        </a:rPr>
                        <a:t>DNS cache poisoning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ea"/>
                          <a:cs typeface="Arial"/>
                        </a:rPr>
                        <a:t>Threat actors send spoofed, falsified record resource (RR) information to a DNS resolver redirecting users from legitimate sites to malicious sites. DNS cache poisoning attacks can be used to inform the DNS resolver to use a malicious name server that is providing RR information for malicious activities.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1017416">
                <a:tc>
                  <a:txBody>
                    <a:bodyPr/>
                    <a:lstStyle/>
                    <a:p>
                      <a:r>
                        <a:rPr lang="en-US" sz="1200" kern="1200" dirty="0">
                          <a:solidFill>
                            <a:schemeClr val="tx1"/>
                          </a:solidFill>
                          <a:latin typeface="Arial"/>
                          <a:ea typeface="+mn-ea"/>
                          <a:cs typeface="Arial"/>
                        </a:rPr>
                        <a:t>DNS amplification and reflection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ea"/>
                          <a:cs typeface="Arial"/>
                        </a:rPr>
                        <a:t>Threat actors use DoS or DDoS attacks on DNS open resolvers to increase the volume of attacks and to hide the true source of an attack. Threat actors send DNS messages to the open resolvers using the IP address of a target host. These attacks are possible because the open resolver will respond to queries from anyone asking a question.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647447">
                <a:tc>
                  <a:txBody>
                    <a:bodyPr/>
                    <a:lstStyle/>
                    <a:p>
                      <a:r>
                        <a:rPr lang="en-US" sz="1200" kern="1200" dirty="0">
                          <a:solidFill>
                            <a:schemeClr val="tx1"/>
                          </a:solidFill>
                          <a:latin typeface="Arial"/>
                          <a:ea typeface="+mn-ea"/>
                          <a:cs typeface="Arial"/>
                        </a:rPr>
                        <a:t>DNS resource utilization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ea"/>
                          <a:cs typeface="Arial"/>
                        </a:rPr>
                        <a:t>DoS attacks consume all the available resources to negatively affect the operations of the DNS open resolver. The impact of a DoS attack may require the DNS open resolver to be rebooted or services to be stopped and restarted.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Services</a:t>
            </a:r>
            <a:endParaRPr lang="en-US" sz="1600" dirty="0"/>
          </a:p>
        </p:txBody>
      </p:sp>
      <p:sp>
        <p:nvSpPr>
          <p:cNvPr id="3" name="Text 0"/>
          <p:cNvSpPr>
            <a:spLocks noGrp="1"/>
          </p:cNvSpPr>
          <p:nvPr>
            <p:ph type="body" idx="100" hasCustomPrompt="1"/>
          </p:nvPr>
        </p:nvSpPr>
        <p:spPr>
          <a:xfrm>
            <a:off x="10783" y="274320"/>
            <a:ext cx="9133217" cy="461514"/>
          </a:xfrm>
          <a:prstGeom prst="rect">
            <a:avLst/>
          </a:prstGeom>
          <a:noFill/>
          <a:ln/>
        </p:spPr>
        <p:txBody>
          <a:bodyPr wrap="square" lIns="91440" tIns="45720" rIns="91440" bIns="45720" rtlCol="0" anchor="t"/>
          <a:lstStyle/>
          <a:p>
            <a:r>
              <a:rPr lang="en-US" sz="2200" dirty="0">
                <a:solidFill>
                  <a:srgbClr val="024C69"/>
                </a:solidFill>
                <a:latin typeface="Arial"/>
                <a:cs typeface="Arial"/>
              </a:rPr>
              <a:t>DNS </a:t>
            </a:r>
            <a:r>
              <a:rPr lang="en-US" dirty="0">
                <a:latin typeface="Arial"/>
                <a:cs typeface="Arial"/>
              </a:rPr>
              <a:t>Attacks (Cont.)</a:t>
            </a:r>
            <a:endParaRPr lang="en-US" sz="2200" dirty="0"/>
          </a:p>
        </p:txBody>
      </p:sp>
      <p:sp>
        <p:nvSpPr>
          <p:cNvPr id="4" name="TextBox 3">
            <a:extLst>
              <a:ext uri="{FF2B5EF4-FFF2-40B4-BE49-F238E27FC236}">
                <a16:creationId xmlns:a16="http://schemas.microsoft.com/office/drawing/2014/main" id="{A16B9D8A-1FA9-A5C1-88E6-F6A5D93766F7}"/>
              </a:ext>
            </a:extLst>
          </p:cNvPr>
          <p:cNvSpPr txBox="1"/>
          <p:nvPr/>
        </p:nvSpPr>
        <p:spPr>
          <a:xfrm>
            <a:off x="9638" y="695707"/>
            <a:ext cx="894933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rial"/>
                <a:cs typeface="Arial"/>
              </a:rPr>
              <a:t>Threat actors also use the </a:t>
            </a:r>
            <a:r>
              <a:rPr lang="en-US" sz="1400" b="1" dirty="0">
                <a:latin typeface="Arial"/>
                <a:cs typeface="Arial"/>
              </a:rPr>
              <a:t>DNS stealth</a:t>
            </a:r>
            <a:r>
              <a:rPr lang="en-US" sz="1400" dirty="0">
                <a:latin typeface="Arial"/>
                <a:cs typeface="Arial"/>
              </a:rPr>
              <a:t> techniques described in the table to carry out their attacks.</a:t>
            </a:r>
          </a:p>
        </p:txBody>
      </p:sp>
      <p:graphicFrame>
        <p:nvGraphicFramePr>
          <p:cNvPr id="23" name="Table 1"/>
          <p:cNvGraphicFramePr>
            <a:graphicFrameLocks noGrp="1"/>
          </p:cNvGraphicFramePr>
          <p:nvPr>
            <p:extLst>
              <p:ext uri="{D42A27DB-BD31-4B8C-83A1-F6EECF244321}">
                <p14:modId xmlns:p14="http://schemas.microsoft.com/office/powerpoint/2010/main" val="1172568501"/>
              </p:ext>
            </p:extLst>
          </p:nvPr>
        </p:nvGraphicFramePr>
        <p:xfrm>
          <a:off x="44835" y="1243972"/>
          <a:ext cx="8961118" cy="2225040"/>
        </p:xfrm>
        <a:graphic>
          <a:graphicData uri="http://schemas.openxmlformats.org/drawingml/2006/table">
            <a:tbl>
              <a:tblPr/>
              <a:tblGrid>
                <a:gridCol w="2165684">
                  <a:extLst>
                    <a:ext uri="{9D8B030D-6E8A-4147-A177-3AD203B41FA5}">
                      <a16:colId xmlns:a16="http://schemas.microsoft.com/office/drawing/2014/main" val="20000"/>
                    </a:ext>
                  </a:extLst>
                </a:gridCol>
                <a:gridCol w="6795434">
                  <a:extLst>
                    <a:ext uri="{9D8B030D-6E8A-4147-A177-3AD203B41FA5}">
                      <a16:colId xmlns:a16="http://schemas.microsoft.com/office/drawing/2014/main" val="20001"/>
                    </a:ext>
                  </a:extLst>
                </a:gridCol>
              </a:tblGrid>
              <a:tr h="0">
                <a:tc>
                  <a:txBody>
                    <a:bodyPr/>
                    <a:lstStyle/>
                    <a:p>
                      <a:r>
                        <a:rPr lang="en-US" sz="1400" kern="1200">
                          <a:solidFill>
                            <a:schemeClr val="bg1"/>
                          </a:solidFill>
                          <a:latin typeface="Arial"/>
                          <a:ea typeface="+mn-ea"/>
                          <a:cs typeface="Arial"/>
                        </a:rPr>
                        <a:t>DNS Stealth Techniques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kern="1200">
                          <a:solidFill>
                            <a:schemeClr val="bg1"/>
                          </a:solidFill>
                          <a:latin typeface="Arial"/>
                          <a:ea typeface="+mn-ea"/>
                          <a:cs typeface="Arial"/>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a:solidFill>
                            <a:schemeClr val="tx1"/>
                          </a:solidFill>
                          <a:latin typeface="Arial"/>
                          <a:ea typeface="+mn-ea"/>
                          <a:cs typeface="Arial"/>
                        </a:rPr>
                        <a:t>Fast Flux</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ea"/>
                          <a:cs typeface="Arial"/>
                        </a:rPr>
                        <a:t>Threat actors use this technique to hide their phishing and malware delivery sites behind a quickly-changing network of compromised DNS hosts. The DNS IP addresses are continuously changed within minutes. Botnets often employ Fast Flux techniques to effectively hide malicious servers from being detected.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kern="1200" dirty="0">
                          <a:solidFill>
                            <a:schemeClr val="tx1"/>
                          </a:solidFill>
                          <a:latin typeface="Arial"/>
                          <a:ea typeface="+mn-ea"/>
                          <a:cs typeface="Arial"/>
                        </a:rPr>
                        <a:t>Double IP Flux</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ea"/>
                          <a:cs typeface="Arial"/>
                        </a:rPr>
                        <a:t>Threat actors use this technique to rapidly change the hostname to IP address mappings and to also change the authoritative name server. This increases the difficulty of identifying the source of the attack.</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kern="1200">
                          <a:solidFill>
                            <a:schemeClr val="tx1"/>
                          </a:solidFill>
                          <a:latin typeface="Arial"/>
                          <a:ea typeface="+mn-ea"/>
                          <a:cs typeface="Arial"/>
                        </a:rPr>
                        <a:t>Domain Generation Algorithms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ea"/>
                          <a:cs typeface="Arial"/>
                        </a:rPr>
                        <a:t>Threat actors use this technique in malware to randomly generate domain names that can then be used as rendezvous points to their command and control (C&amp;C) servers.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5" name="CaixaDeTexto 4">
            <a:extLst>
              <a:ext uri="{FF2B5EF4-FFF2-40B4-BE49-F238E27FC236}">
                <a16:creationId xmlns:a16="http://schemas.microsoft.com/office/drawing/2014/main" id="{E8E169B1-837D-AC06-A695-F13C610B25D3}"/>
              </a:ext>
            </a:extLst>
          </p:cNvPr>
          <p:cNvSpPr txBox="1"/>
          <p:nvPr/>
        </p:nvSpPr>
        <p:spPr>
          <a:xfrm>
            <a:off x="44835" y="3815202"/>
            <a:ext cx="888832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Arial"/>
                <a:cs typeface="Arial"/>
              </a:rPr>
              <a:t>DNS Domain shadowing</a:t>
            </a:r>
            <a:r>
              <a:rPr lang="en-US" sz="1400" dirty="0">
                <a:latin typeface="Arial"/>
                <a:cs typeface="Arial"/>
              </a:rPr>
              <a:t> involves the threat actor gathering domain account credentials to silently create multiple sub-domains to be used during the attacks that typically point to malicious servers without alerting the actual owner of the parent domain.</a:t>
            </a:r>
            <a:endParaRPr lang="pt-BR" sz="1400" dirty="0">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extLst>
      <p:ext uri="{BB962C8B-B14F-4D97-AF65-F5344CB8AC3E}">
        <p14:creationId xmlns:p14="http://schemas.microsoft.com/office/powerpoint/2010/main" val="1376356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Services</a:t>
            </a:r>
            <a:endParaRPr lang="en-US" sz="1600"/>
          </a:p>
        </p:txBody>
      </p:sp>
      <p:sp>
        <p:nvSpPr>
          <p:cNvPr id="3" name="Text 0"/>
          <p:cNvSpPr>
            <a:spLocks noGrp="1"/>
          </p:cNvSpPr>
          <p:nvPr>
            <p:ph type="body" idx="100" hasCustomPrompt="1"/>
          </p:nvPr>
        </p:nvSpPr>
        <p:spPr>
          <a:xfrm>
            <a:off x="-7620" y="292004"/>
            <a:ext cx="9144000" cy="37525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DNS Tunneling</a:t>
            </a:r>
            <a:endParaRPr lang="en-US" sz="2200"/>
          </a:p>
        </p:txBody>
      </p:sp>
      <p:sp>
        <p:nvSpPr>
          <p:cNvPr id="5" name="Text 2"/>
          <p:cNvSpPr/>
          <p:nvPr/>
        </p:nvSpPr>
        <p:spPr>
          <a:xfrm>
            <a:off x="455414" y="816173"/>
            <a:ext cx="8229600" cy="3682400"/>
          </a:xfrm>
          <a:prstGeom prst="rect">
            <a:avLst/>
          </a:prstGeom>
          <a:noFill/>
          <a:ln/>
        </p:spPr>
        <p:txBody>
          <a:bodyPr wrap="square" lIns="91440" tIns="45720" rIns="91440" bIns="45720" rtlCol="0" anchor="t"/>
          <a:lstStyle/>
          <a:p>
            <a:r>
              <a:rPr lang="en-US" sz="1400" dirty="0">
                <a:latin typeface="Arial"/>
                <a:ea typeface="+mn-lt"/>
                <a:cs typeface="+mn-lt"/>
              </a:rPr>
              <a:t>Botnets use DNS protocol to spread malware or launch DDoS and phishing attacks. Security analysts must implement a solution to block outbound communications from the infected hosts to detect when an attacker is using DNS tunneling.</a:t>
            </a:r>
            <a:endParaRPr lang="en-US" sz="1400" dirty="0">
              <a:latin typeface="Arial"/>
              <a:cs typeface="Arial"/>
            </a:endParaRPr>
          </a:p>
          <a:p>
            <a:endParaRPr lang="en-US" sz="1400" dirty="0">
              <a:latin typeface="Arial"/>
              <a:ea typeface="+mn-lt"/>
              <a:cs typeface="+mn-lt"/>
            </a:endParaRPr>
          </a:p>
          <a:p>
            <a:r>
              <a:rPr lang="en-US" sz="1400" dirty="0">
                <a:latin typeface="Arial"/>
                <a:ea typeface="+mn-lt"/>
                <a:cs typeface="+mn-lt"/>
              </a:rPr>
              <a:t>A DNS tunneling attack using TXT works like this:</a:t>
            </a:r>
            <a:endParaRPr lang="en-US" sz="1400" dirty="0">
              <a:latin typeface="Arial"/>
              <a:cs typeface="Arial"/>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The data is split into multiple encoded chunks.</a:t>
            </a:r>
            <a:endParaRPr lang="en-US" sz="1400" dirty="0">
              <a:latin typeface="Arial"/>
              <a:cs typeface="Arial"/>
            </a:endParaRPr>
          </a:p>
          <a:p>
            <a:pPr marL="285750" indent="-285750">
              <a:buFont typeface="Arial"/>
              <a:buChar char="•"/>
            </a:pPr>
            <a:r>
              <a:rPr lang="en-US" sz="1400" dirty="0">
                <a:latin typeface="Arial"/>
                <a:ea typeface="+mn-lt"/>
                <a:cs typeface="+mn-lt"/>
              </a:rPr>
              <a:t>Each chunk is placed into a lower-level domain name label of the DNS query.</a:t>
            </a:r>
            <a:endParaRPr lang="en-US" sz="1400" dirty="0">
              <a:latin typeface="Arial"/>
              <a:cs typeface="Arial"/>
            </a:endParaRPr>
          </a:p>
          <a:p>
            <a:pPr marL="285750" indent="-285750">
              <a:buFont typeface="Arial"/>
              <a:buChar char="•"/>
            </a:pPr>
            <a:r>
              <a:rPr lang="en-US" sz="1400" dirty="0">
                <a:latin typeface="Arial"/>
                <a:ea typeface="+mn-lt"/>
                <a:cs typeface="+mn-lt"/>
              </a:rPr>
              <a:t>Because there is no response from the local or networked DNS for the query, the request is sent to the ISP’s recursive DNS servers.</a:t>
            </a:r>
            <a:endParaRPr lang="en-US" sz="1400" dirty="0">
              <a:latin typeface="Arial"/>
              <a:cs typeface="Arial"/>
            </a:endParaRPr>
          </a:p>
          <a:p>
            <a:pPr marL="285750" indent="-285750">
              <a:buFont typeface="Arial"/>
              <a:buChar char="•"/>
            </a:pPr>
            <a:r>
              <a:rPr lang="en-US" sz="1400" dirty="0">
                <a:latin typeface="Arial"/>
                <a:ea typeface="+mn-lt"/>
                <a:cs typeface="+mn-lt"/>
              </a:rPr>
              <a:t>The recursive DNS service will forward the query to the attacker’s authoritative name server.</a:t>
            </a:r>
            <a:endParaRPr lang="en-US" sz="1400" dirty="0">
              <a:latin typeface="Arial"/>
              <a:cs typeface="Arial"/>
            </a:endParaRPr>
          </a:p>
          <a:p>
            <a:pPr marL="285750" indent="-285750">
              <a:buFont typeface="Arial"/>
              <a:buChar char="•"/>
            </a:pPr>
            <a:r>
              <a:rPr lang="en-US" sz="1400" dirty="0">
                <a:latin typeface="Arial"/>
                <a:ea typeface="+mn-lt"/>
                <a:cs typeface="+mn-lt"/>
              </a:rPr>
              <a:t>The process is repeated until all the queries containing the chunks are sent.</a:t>
            </a:r>
            <a:endParaRPr lang="en-US" sz="1400" dirty="0">
              <a:latin typeface="Arial"/>
              <a:cs typeface="Arial"/>
            </a:endParaRPr>
          </a:p>
          <a:p>
            <a:pPr marL="285750" indent="-285750">
              <a:buFont typeface="Arial"/>
              <a:buChar char="•"/>
            </a:pPr>
            <a:r>
              <a:rPr lang="en-US" sz="1400" dirty="0">
                <a:latin typeface="Arial"/>
                <a:ea typeface="+mn-lt"/>
                <a:cs typeface="+mn-lt"/>
              </a:rPr>
              <a:t>When the attacker’s authoritative name server receives the DNS queries from the infected devices, it sends responses for each DNS query, which contains the encapsulated, encoded commands.</a:t>
            </a:r>
            <a:endParaRPr lang="en-US" sz="1400" dirty="0">
              <a:latin typeface="Arial"/>
              <a:cs typeface="Arial"/>
            </a:endParaRPr>
          </a:p>
          <a:p>
            <a:pPr marL="285750" indent="-285750">
              <a:buFont typeface="Arial"/>
              <a:buChar char="•"/>
            </a:pPr>
            <a:r>
              <a:rPr lang="en-US" sz="1400" dirty="0">
                <a:latin typeface="Arial"/>
                <a:ea typeface="+mn-lt"/>
                <a:cs typeface="+mn-lt"/>
              </a:rPr>
              <a:t>The malware on the compromised host recombines the chunks and executes the commands hidden within.</a:t>
            </a:r>
            <a:endParaRPr lang="en-US" sz="1400" dirty="0">
              <a:latin typeface="Arial"/>
              <a:cs typeface="Arial"/>
            </a:endParaRPr>
          </a:p>
          <a:p>
            <a:endParaRPr lang="en-US" sz="1400" dirty="0">
              <a:latin typeface="Arial"/>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CF69FA3-10AC-0458-6D31-5D44170B04E6}"/>
              </a:ext>
            </a:extLst>
          </p:cNvPr>
          <p:cNvSpPr>
            <a:spLocks noGrp="1"/>
          </p:cNvSpPr>
          <p:nvPr>
            <p:ph type="body" idx="101"/>
          </p:nvPr>
        </p:nvSpPr>
        <p:spPr/>
        <p:txBody>
          <a:bodyPr wrap="square" lIns="91440" tIns="45720" rIns="91440" bIns="45720" rtlCol="0" anchor="t"/>
          <a:lstStyle/>
          <a:p>
            <a:r>
              <a:rPr lang="en-US" dirty="0"/>
              <a:t>IP Services</a:t>
            </a:r>
          </a:p>
        </p:txBody>
      </p:sp>
      <p:sp>
        <p:nvSpPr>
          <p:cNvPr id="2" name="Text Placeholder 1">
            <a:extLst>
              <a:ext uri="{FF2B5EF4-FFF2-40B4-BE49-F238E27FC236}">
                <a16:creationId xmlns:a16="http://schemas.microsoft.com/office/drawing/2014/main" id="{DB3F87CB-40EA-A4FE-9A99-2CE5DDB3B139}"/>
              </a:ext>
            </a:extLst>
          </p:cNvPr>
          <p:cNvSpPr>
            <a:spLocks noGrp="1"/>
          </p:cNvSpPr>
          <p:nvPr>
            <p:ph type="body" idx="100"/>
          </p:nvPr>
        </p:nvSpPr>
        <p:spPr>
          <a:xfrm>
            <a:off x="0" y="313140"/>
            <a:ext cx="9144000" cy="461514"/>
          </a:xfrm>
        </p:spPr>
        <p:txBody>
          <a:bodyPr wrap="square" lIns="91440" tIns="45720" rIns="91440" bIns="45720" rtlCol="0" anchor="t"/>
          <a:lstStyle/>
          <a:p>
            <a:r>
              <a:rPr lang="en-US" dirty="0">
                <a:latin typeface="Arial"/>
                <a:cs typeface="Arial"/>
              </a:rPr>
              <a:t>DNS Tunneling (Cont.)</a:t>
            </a:r>
          </a:p>
        </p:txBody>
      </p:sp>
      <p:pic>
        <p:nvPicPr>
          <p:cNvPr id="4" name="Picture 4" descr="A picture containing diagram&#10;&#10;Description automatically generated">
            <a:extLst>
              <a:ext uri="{FF2B5EF4-FFF2-40B4-BE49-F238E27FC236}">
                <a16:creationId xmlns:a16="http://schemas.microsoft.com/office/drawing/2014/main" id="{F3E0861E-7701-1472-E831-75AF8A1A7B8B}"/>
              </a:ext>
            </a:extLst>
          </p:cNvPr>
          <p:cNvPicPr>
            <a:picLocks noChangeAspect="1"/>
          </p:cNvPicPr>
          <p:nvPr/>
        </p:nvPicPr>
        <p:blipFill rotWithShape="1">
          <a:blip r:embed="rId3"/>
          <a:srcRect l="25759" t="32397" r="29424" b="19476"/>
          <a:stretch/>
        </p:blipFill>
        <p:spPr>
          <a:xfrm>
            <a:off x="345596" y="1076920"/>
            <a:ext cx="5098654" cy="3065060"/>
          </a:xfrm>
          <a:prstGeom prst="rect">
            <a:avLst/>
          </a:prstGeom>
        </p:spPr>
      </p:pic>
      <p:sp>
        <p:nvSpPr>
          <p:cNvPr id="5" name="TextBox 4">
            <a:extLst>
              <a:ext uri="{FF2B5EF4-FFF2-40B4-BE49-F238E27FC236}">
                <a16:creationId xmlns:a16="http://schemas.microsoft.com/office/drawing/2014/main" id="{ABE50E8F-BDC2-0FE3-9123-F10E884785A0}"/>
              </a:ext>
            </a:extLst>
          </p:cNvPr>
          <p:cNvSpPr txBox="1"/>
          <p:nvPr/>
        </p:nvSpPr>
        <p:spPr>
          <a:xfrm>
            <a:off x="5600128" y="873121"/>
            <a:ext cx="3336265"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latin typeface="Arial"/>
              </a:rPr>
              <a:t>A filter that inspects DNS traffic must be used to stop DNS tunneling.</a:t>
            </a:r>
            <a:endParaRPr lang="pt-BR" dirty="0"/>
          </a:p>
          <a:p>
            <a:endParaRPr lang="en-US">
              <a:cs typeface="Calibri" panose="020F0502020204030204"/>
            </a:endParaRPr>
          </a:p>
          <a:p>
            <a:pPr marL="285750" indent="-285750">
              <a:buFont typeface="Arial"/>
              <a:buChar char="•"/>
            </a:pPr>
            <a:r>
              <a:rPr lang="en-US" sz="1400" dirty="0">
                <a:latin typeface="Arial"/>
              </a:rPr>
              <a:t>Pay particular attention to DNS queries that are longer than average, or those that have a suspicious domain name. </a:t>
            </a:r>
            <a:endParaRPr lang="en-US" sz="1400">
              <a:latin typeface="Arial"/>
            </a:endParaRPr>
          </a:p>
          <a:p>
            <a:pPr marL="285750" indent="-285750">
              <a:buFont typeface="Arial"/>
              <a:buChar char="•"/>
            </a:pPr>
            <a:endParaRPr lang="en-US" sz="1400" dirty="0">
              <a:latin typeface="Arial"/>
            </a:endParaRPr>
          </a:p>
          <a:p>
            <a:pPr marL="285750" indent="-285750">
              <a:buFont typeface="Arial"/>
              <a:buChar char="•"/>
            </a:pPr>
            <a:r>
              <a:rPr lang="en-US" sz="1400" dirty="0">
                <a:latin typeface="Arial"/>
              </a:rPr>
              <a:t>DNS security solutions, such as Cisco Umbrella, block much of the DNS tunneling traffic by identifying suspicious domains.</a:t>
            </a:r>
            <a:endParaRPr lang="en-US" sz="1400" dirty="0">
              <a:latin typeface="Arial"/>
              <a:cs typeface="Arial"/>
            </a:endParaRPr>
          </a:p>
          <a:p>
            <a:pPr marL="285750" indent="-285750">
              <a:buFont typeface="Arial"/>
              <a:buChar char="•"/>
            </a:pPr>
            <a:endParaRPr lang="en-US" sz="1400" dirty="0">
              <a:latin typeface="Arial"/>
            </a:endParaRPr>
          </a:p>
          <a:p>
            <a:pPr marL="285750" indent="-285750">
              <a:buFont typeface="Arial"/>
              <a:buChar char="•"/>
            </a:pPr>
            <a:r>
              <a:rPr lang="en-US" sz="1400" dirty="0">
                <a:latin typeface="Arial"/>
              </a:rPr>
              <a:t>Domains associated with Dynamic DNS services should be considered highly suspect.</a:t>
            </a:r>
            <a:endParaRPr lang="en-US" sz="1400">
              <a:latin typeface="Arial"/>
              <a:cs typeface="Arial"/>
            </a:endParaRPr>
          </a:p>
        </p:txBody>
      </p:sp>
    </p:spTree>
    <p:extLst>
      <p:ext uri="{BB962C8B-B14F-4D97-AF65-F5344CB8AC3E}">
        <p14:creationId xmlns:p14="http://schemas.microsoft.com/office/powerpoint/2010/main" val="2320846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Services</a:t>
            </a:r>
            <a:endParaRPr lang="en-US" sz="1600"/>
          </a:p>
        </p:txBody>
      </p:sp>
      <p:sp>
        <p:nvSpPr>
          <p:cNvPr id="3" name="Text 0"/>
          <p:cNvSpPr>
            <a:spLocks noGrp="1"/>
          </p:cNvSpPr>
          <p:nvPr>
            <p:ph type="body" idx="100" hasCustomPrompt="1"/>
          </p:nvPr>
        </p:nvSpPr>
        <p:spPr>
          <a:xfrm>
            <a:off x="0" y="274320"/>
            <a:ext cx="9144000" cy="4267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DHCP</a:t>
            </a:r>
            <a:endParaRPr lang="en-US" sz="2200"/>
          </a:p>
        </p:txBody>
      </p:sp>
      <p:pic>
        <p:nvPicPr>
          <p:cNvPr id="4" name="Picture 5" descr="Graphical user interface&#10;&#10;Description automatically generated">
            <a:extLst>
              <a:ext uri="{FF2B5EF4-FFF2-40B4-BE49-F238E27FC236}">
                <a16:creationId xmlns:a16="http://schemas.microsoft.com/office/drawing/2014/main" id="{C6B56E9E-8876-A775-4F60-8E1D517F9F91}"/>
              </a:ext>
            </a:extLst>
          </p:cNvPr>
          <p:cNvPicPr>
            <a:picLocks noChangeAspect="1"/>
          </p:cNvPicPr>
          <p:nvPr/>
        </p:nvPicPr>
        <p:blipFill rotWithShape="1">
          <a:blip r:embed="rId3"/>
          <a:srcRect l="23935" t="22080" r="24544" b="15399"/>
          <a:stretch/>
        </p:blipFill>
        <p:spPr>
          <a:xfrm>
            <a:off x="235744" y="790139"/>
            <a:ext cx="5251586" cy="3562865"/>
          </a:xfrm>
          <a:prstGeom prst="rect">
            <a:avLst/>
          </a:prstGeom>
        </p:spPr>
      </p:pic>
      <p:sp>
        <p:nvSpPr>
          <p:cNvPr id="5" name="Text 2"/>
          <p:cNvSpPr/>
          <p:nvPr/>
        </p:nvSpPr>
        <p:spPr>
          <a:xfrm>
            <a:off x="5612730" y="1477139"/>
            <a:ext cx="3219203" cy="2205127"/>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latin typeface="Arial"/>
                <a:ea typeface="+mn-lt"/>
                <a:cs typeface="+mn-lt"/>
              </a:rPr>
              <a:t>DHCP servers dynamically provide IP configuration information to clients. </a:t>
            </a:r>
            <a:endParaRPr lang="en-US" sz="1400" dirty="0">
              <a:latin typeface="Arial"/>
              <a:ea typeface="+mn-lt"/>
              <a:cs typeface="Arial"/>
            </a:endParaRPr>
          </a:p>
          <a:p>
            <a:pPr marL="285750" indent="-285750">
              <a:lnSpc>
                <a:spcPts val="2000"/>
              </a:lnSpc>
              <a:buFont typeface="Arial"/>
              <a:buChar char="•"/>
            </a:pPr>
            <a:endParaRPr lang="en-US" sz="1400" dirty="0">
              <a:latin typeface="Arial"/>
              <a:ea typeface="+mn-lt"/>
              <a:cs typeface="+mn-lt"/>
            </a:endParaRPr>
          </a:p>
          <a:p>
            <a:pPr marL="285750" indent="-285750">
              <a:lnSpc>
                <a:spcPts val="2000"/>
              </a:lnSpc>
              <a:buFont typeface="Arial"/>
              <a:buChar char="•"/>
            </a:pPr>
            <a:r>
              <a:rPr lang="en-US" sz="1400" dirty="0">
                <a:latin typeface="Arial"/>
                <a:ea typeface="+mn-lt"/>
                <a:cs typeface="+mn-lt"/>
              </a:rPr>
              <a:t>The figure shows the typical sequence of a DHCP message exchange between client and server.</a:t>
            </a: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Services</a:t>
            </a:r>
            <a:endParaRPr lang="en-US" sz="1600"/>
          </a:p>
        </p:txBody>
      </p:sp>
      <p:sp>
        <p:nvSpPr>
          <p:cNvPr id="3" name="Text 0"/>
          <p:cNvSpPr>
            <a:spLocks noGrp="1"/>
          </p:cNvSpPr>
          <p:nvPr>
            <p:ph type="body" idx="100" hasCustomPrompt="1"/>
          </p:nvPr>
        </p:nvSpPr>
        <p:spPr>
          <a:xfrm>
            <a:off x="0" y="274320"/>
            <a:ext cx="9144000" cy="5029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DHCP Attacks</a:t>
            </a:r>
            <a:endParaRPr lang="en-US" sz="2200"/>
          </a:p>
        </p:txBody>
      </p:sp>
      <p:sp>
        <p:nvSpPr>
          <p:cNvPr id="5" name="Text 2"/>
          <p:cNvSpPr/>
          <p:nvPr/>
        </p:nvSpPr>
        <p:spPr>
          <a:xfrm>
            <a:off x="500062" y="905470"/>
            <a:ext cx="8229600" cy="3736316"/>
          </a:xfrm>
          <a:prstGeom prst="rect">
            <a:avLst/>
          </a:prstGeom>
          <a:noFill/>
          <a:ln/>
        </p:spPr>
        <p:txBody>
          <a:bodyPr wrap="square" lIns="91440" tIns="45720" rIns="91440" bIns="45720" rtlCol="0" anchor="t"/>
          <a:lstStyle/>
          <a:p>
            <a:r>
              <a:rPr lang="en-US" sz="1400" dirty="0">
                <a:latin typeface="Arial"/>
                <a:ea typeface="+mn-lt"/>
                <a:cs typeface="+mn-lt"/>
              </a:rPr>
              <a:t>Occur when a rogue DHCP server is connected to the network and provides false IP configuration parameters to legitimate clients. </a:t>
            </a:r>
            <a:endParaRPr lang="en-US" sz="1400" dirty="0">
              <a:latin typeface="Arial"/>
              <a:ea typeface="+mn-lt"/>
              <a:cs typeface="Arial"/>
            </a:endParaRPr>
          </a:p>
          <a:p>
            <a:endParaRPr lang="en-US" sz="1400" dirty="0">
              <a:latin typeface="Arial"/>
              <a:ea typeface="+mn-lt"/>
              <a:cs typeface="+mn-lt"/>
            </a:endParaRPr>
          </a:p>
          <a:p>
            <a:r>
              <a:rPr lang="en-US" sz="1400" dirty="0">
                <a:latin typeface="Arial"/>
                <a:ea typeface="+mn-lt"/>
                <a:cs typeface="+mn-lt"/>
              </a:rPr>
              <a:t>A rogue server can provide a variety of misleading information:</a:t>
            </a:r>
            <a:endParaRPr lang="en-US" sz="1400" dirty="0">
              <a:latin typeface="Arial"/>
              <a:cs typeface="Arial"/>
            </a:endParaRPr>
          </a:p>
          <a:p>
            <a:endParaRPr lang="en-US" sz="1400" dirty="0">
              <a:latin typeface="Arial"/>
              <a:ea typeface="+mn-lt"/>
              <a:cs typeface="+mn-lt"/>
            </a:endParaRPr>
          </a:p>
          <a:p>
            <a:pPr marL="285750" indent="-285750">
              <a:buFont typeface="Arial"/>
              <a:buChar char="•"/>
            </a:pPr>
            <a:r>
              <a:rPr lang="en-US" sz="1400" b="1" dirty="0">
                <a:latin typeface="Arial"/>
                <a:ea typeface="+mn-lt"/>
                <a:cs typeface="+mn-lt"/>
              </a:rPr>
              <a:t>Wrong default gateway</a:t>
            </a:r>
            <a:r>
              <a:rPr lang="en-US" sz="1400" dirty="0">
                <a:latin typeface="Arial"/>
                <a:ea typeface="+mn-lt"/>
                <a:cs typeface="+mn-lt"/>
              </a:rPr>
              <a:t> - Threat actor provides an invalid gateway, or the IP address of its host to create an </a:t>
            </a:r>
            <a:r>
              <a:rPr lang="en-US" sz="1400" dirty="0" err="1">
                <a:latin typeface="Arial"/>
                <a:ea typeface="+mn-lt"/>
                <a:cs typeface="+mn-lt"/>
              </a:rPr>
              <a:t>MiTM</a:t>
            </a:r>
            <a:r>
              <a:rPr lang="en-US" sz="1400" dirty="0">
                <a:latin typeface="Arial"/>
                <a:ea typeface="+mn-lt"/>
                <a:cs typeface="+mn-lt"/>
              </a:rPr>
              <a:t> attack. This may go entirely undetected as the intruder intercepts the data flow through the network.</a:t>
            </a:r>
            <a:endParaRPr lang="en-US" sz="1400" dirty="0">
              <a:latin typeface="Arial"/>
              <a:cs typeface="Arial"/>
            </a:endParaRPr>
          </a:p>
          <a:p>
            <a:pPr marL="285750" indent="-285750">
              <a:buFont typeface="Arial"/>
              <a:buChar char="•"/>
            </a:pPr>
            <a:r>
              <a:rPr lang="en-US" sz="1400" b="1" dirty="0">
                <a:latin typeface="Arial"/>
                <a:ea typeface="+mn-lt"/>
                <a:cs typeface="+mn-lt"/>
              </a:rPr>
              <a:t>Wrong DNS server</a:t>
            </a:r>
            <a:r>
              <a:rPr lang="en-US" sz="1400" dirty="0">
                <a:latin typeface="Arial"/>
                <a:ea typeface="+mn-lt"/>
                <a:cs typeface="+mn-lt"/>
              </a:rPr>
              <a:t> - Threat actor provides an incorrect DNS server address pointing the user to a malicious website.</a:t>
            </a:r>
            <a:endParaRPr lang="en-US" sz="1400" dirty="0">
              <a:latin typeface="Arial"/>
              <a:cs typeface="Arial"/>
            </a:endParaRPr>
          </a:p>
          <a:p>
            <a:pPr marL="285750" indent="-285750">
              <a:buFont typeface="Arial"/>
              <a:buChar char="•"/>
            </a:pPr>
            <a:r>
              <a:rPr lang="en-US" sz="1400" b="1" dirty="0">
                <a:latin typeface="Arial"/>
                <a:ea typeface="+mn-lt"/>
                <a:cs typeface="+mn-lt"/>
              </a:rPr>
              <a:t>Wrong IP address</a:t>
            </a:r>
            <a:r>
              <a:rPr lang="en-US" sz="1400" dirty="0">
                <a:latin typeface="Arial"/>
                <a:ea typeface="+mn-lt"/>
                <a:cs typeface="+mn-lt"/>
              </a:rPr>
              <a:t> - Threat actor provides an invalid IP address, invalid default gateway IP address, or both. The threat actor then creates a DoS attack on the DHCP client.</a:t>
            </a:r>
            <a:endParaRPr lang="en-US" sz="1400" dirty="0">
              <a:latin typeface="Arial"/>
              <a:cs typeface="Arial"/>
            </a:endParaRPr>
          </a:p>
          <a:p>
            <a:pPr marL="285750" indent="-285750">
              <a:buFont typeface="Arial"/>
              <a:buChar char="•"/>
            </a:pPr>
            <a:endParaRPr lang="en-US" sz="1400" dirty="0">
              <a:latin typeface="Arial"/>
              <a:ea typeface="+mn-lt"/>
              <a:cs typeface="+mn-lt"/>
            </a:endParaRPr>
          </a:p>
          <a:p>
            <a:r>
              <a:rPr lang="en-US" sz="1400" dirty="0">
                <a:latin typeface="Arial"/>
                <a:ea typeface="+mn-lt"/>
                <a:cs typeface="+mn-lt"/>
              </a:rPr>
              <a:t>Assume a threat actor has successfully connected a rogue DHCP server to a switch port on the same subnet as the target clients. The goal of the rogue server is to provide clients with false IP configuration information.</a:t>
            </a: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Services</a:t>
            </a:r>
            <a:endParaRPr lang="en-US" sz="1600"/>
          </a:p>
        </p:txBody>
      </p:sp>
      <p:sp>
        <p:nvSpPr>
          <p:cNvPr id="3" name="Text 0"/>
          <p:cNvSpPr>
            <a:spLocks noGrp="1"/>
          </p:cNvSpPr>
          <p:nvPr>
            <p:ph type="body" idx="100" hasCustomPrompt="1"/>
          </p:nvPr>
        </p:nvSpPr>
        <p:spPr>
          <a:xfrm>
            <a:off x="0" y="274320"/>
            <a:ext cx="9144000" cy="450731"/>
          </a:xfrm>
          <a:prstGeom prst="rect">
            <a:avLst/>
          </a:prstGeom>
          <a:noFill/>
          <a:ln/>
        </p:spPr>
        <p:txBody>
          <a:bodyPr wrap="square" lIns="91440" tIns="45720" rIns="91440" bIns="45720" rtlCol="0" anchor="t"/>
          <a:lstStyle/>
          <a:p>
            <a:r>
              <a:rPr lang="en-US" sz="2200" dirty="0">
                <a:solidFill>
                  <a:srgbClr val="024C69"/>
                </a:solidFill>
                <a:latin typeface="Arial"/>
                <a:cs typeface="Arial"/>
              </a:rPr>
              <a:t>DHCP Attacks</a:t>
            </a:r>
            <a:r>
              <a:rPr lang="en-US">
                <a:latin typeface="Arial"/>
                <a:cs typeface="Arial"/>
              </a:rPr>
              <a:t> (Cont.)</a:t>
            </a:r>
            <a:endParaRPr lang="en-US" sz="2200"/>
          </a:p>
        </p:txBody>
      </p:sp>
      <p:sp>
        <p:nvSpPr>
          <p:cNvPr id="5" name="Text 2"/>
          <p:cNvSpPr/>
          <p:nvPr/>
        </p:nvSpPr>
        <p:spPr>
          <a:xfrm>
            <a:off x="90307" y="732942"/>
            <a:ext cx="8229600" cy="382798"/>
          </a:xfrm>
          <a:prstGeom prst="rect">
            <a:avLst/>
          </a:prstGeom>
          <a:noFill/>
          <a:ln/>
        </p:spPr>
        <p:txBody>
          <a:bodyPr wrap="square" lIns="91440" tIns="45720" rIns="91440" bIns="45720" rtlCol="0" anchor="t"/>
          <a:lstStyle/>
          <a:p>
            <a:r>
              <a:rPr lang="en-US" sz="1400" dirty="0">
                <a:solidFill>
                  <a:srgbClr val="333333"/>
                </a:solidFill>
                <a:latin typeface="Arial"/>
                <a:ea typeface="Cisco Sans"/>
                <a:cs typeface="Cisco Sans"/>
              </a:rPr>
              <a:t>The steps in a DHCP spoofing attack are:</a:t>
            </a:r>
            <a:endParaRPr lang="en-US" sz="1400" dirty="0">
              <a:solidFill>
                <a:srgbClr val="333333"/>
              </a:solidFill>
              <a:latin typeface="Arial"/>
              <a:cs typeface="Arial"/>
            </a:endParaRPr>
          </a:p>
        </p:txBody>
      </p:sp>
      <p:graphicFrame>
        <p:nvGraphicFramePr>
          <p:cNvPr id="7" name="Tabela 7">
            <a:extLst>
              <a:ext uri="{FF2B5EF4-FFF2-40B4-BE49-F238E27FC236}">
                <a16:creationId xmlns:a16="http://schemas.microsoft.com/office/drawing/2014/main" id="{9C4E9DEA-54CE-EAF7-112E-CB73F704AFA3}"/>
              </a:ext>
            </a:extLst>
          </p:cNvPr>
          <p:cNvGraphicFramePr>
            <a:graphicFrameLocks noGrp="1"/>
          </p:cNvGraphicFramePr>
          <p:nvPr>
            <p:extLst>
              <p:ext uri="{D42A27DB-BD31-4B8C-83A1-F6EECF244321}">
                <p14:modId xmlns:p14="http://schemas.microsoft.com/office/powerpoint/2010/main" val="2159417153"/>
              </p:ext>
            </p:extLst>
          </p:nvPr>
        </p:nvGraphicFramePr>
        <p:xfrm>
          <a:off x="124652" y="1121348"/>
          <a:ext cx="8828170" cy="2931160"/>
        </p:xfrm>
        <a:graphic>
          <a:graphicData uri="http://schemas.openxmlformats.org/drawingml/2006/table">
            <a:tbl>
              <a:tblPr firstRow="1" bandRow="1">
                <a:tableStyleId>{5C22544A-7EE6-4342-B048-85BDC9FD1C3A}</a:tableStyleId>
              </a:tblPr>
              <a:tblGrid>
                <a:gridCol w="3360815">
                  <a:extLst>
                    <a:ext uri="{9D8B030D-6E8A-4147-A177-3AD203B41FA5}">
                      <a16:colId xmlns:a16="http://schemas.microsoft.com/office/drawing/2014/main" val="1144025963"/>
                    </a:ext>
                  </a:extLst>
                </a:gridCol>
                <a:gridCol w="5467355">
                  <a:extLst>
                    <a:ext uri="{9D8B030D-6E8A-4147-A177-3AD203B41FA5}">
                      <a16:colId xmlns:a16="http://schemas.microsoft.com/office/drawing/2014/main" val="2007642482"/>
                    </a:ext>
                  </a:extLst>
                </a:gridCol>
              </a:tblGrid>
              <a:tr h="370840">
                <a:tc>
                  <a:txBody>
                    <a:bodyPr/>
                    <a:lstStyle/>
                    <a:p>
                      <a:pPr lvl="0">
                        <a:buNone/>
                      </a:pPr>
                      <a:r>
                        <a:rPr lang="pt-BR" sz="1400" b="0" dirty="0">
                          <a:latin typeface="Arial"/>
                        </a:rPr>
                        <a:t>Steps</a:t>
                      </a:r>
                    </a:p>
                  </a:txBody>
                  <a:tcPr/>
                </a:tc>
                <a:tc>
                  <a:txBody>
                    <a:bodyPr/>
                    <a:lstStyle/>
                    <a:p>
                      <a:r>
                        <a:rPr lang="en-US" sz="1400" b="0" noProof="0" dirty="0">
                          <a:latin typeface="Arial"/>
                        </a:rPr>
                        <a:t>Description</a:t>
                      </a:r>
                    </a:p>
                  </a:txBody>
                  <a:tcPr/>
                </a:tc>
                <a:extLst>
                  <a:ext uri="{0D108BD9-81ED-4DB2-BD59-A6C34878D82A}">
                    <a16:rowId xmlns:a16="http://schemas.microsoft.com/office/drawing/2014/main" val="4178734568"/>
                  </a:ext>
                </a:extLst>
              </a:tr>
              <a:tr h="370840">
                <a:tc>
                  <a:txBody>
                    <a:bodyPr/>
                    <a:lstStyle/>
                    <a:p>
                      <a:r>
                        <a:rPr lang="en-US" sz="1200" noProof="0" dirty="0">
                          <a:latin typeface="Arial"/>
                        </a:rPr>
                        <a:t>1. Client Broadcasts DHCP Discovery Messages</a:t>
                      </a:r>
                    </a:p>
                  </a:txBody>
                  <a:tcPr/>
                </a:tc>
                <a:tc>
                  <a:txBody>
                    <a:bodyPr/>
                    <a:lstStyle/>
                    <a:p>
                      <a:pPr lvl="0">
                        <a:buNone/>
                      </a:pPr>
                      <a:r>
                        <a:rPr lang="en-US" sz="1200" b="0" i="0" u="none" strike="noStrike" noProof="0" dirty="0">
                          <a:latin typeface="Arial"/>
                        </a:rPr>
                        <a:t>A legitimate client connects to the network and requires IP configuration parameters. The client broadcasts a DHCP Discover request looking for a response from a DHCP server. A legitimate DHCP Server and a rogue server receive the message.</a:t>
                      </a:r>
                      <a:endParaRPr lang="en-US" sz="1200" noProof="0" dirty="0">
                        <a:latin typeface="Arial"/>
                      </a:endParaRPr>
                    </a:p>
                  </a:txBody>
                  <a:tcPr/>
                </a:tc>
                <a:extLst>
                  <a:ext uri="{0D108BD9-81ED-4DB2-BD59-A6C34878D82A}">
                    <a16:rowId xmlns:a16="http://schemas.microsoft.com/office/drawing/2014/main" val="3770788881"/>
                  </a:ext>
                </a:extLst>
              </a:tr>
              <a:tr h="370840">
                <a:tc>
                  <a:txBody>
                    <a:bodyPr/>
                    <a:lstStyle/>
                    <a:p>
                      <a:r>
                        <a:rPr lang="en-US" sz="1200" noProof="0" dirty="0">
                          <a:latin typeface="Arial"/>
                        </a:rPr>
                        <a:t>2. DHCP Servers Respond with Offers</a:t>
                      </a:r>
                    </a:p>
                  </a:txBody>
                  <a:tcPr/>
                </a:tc>
                <a:tc>
                  <a:txBody>
                    <a:bodyPr/>
                    <a:lstStyle/>
                    <a:p>
                      <a:pPr lvl="0">
                        <a:buNone/>
                      </a:pPr>
                      <a:r>
                        <a:rPr lang="en-US" sz="1200" b="0" i="0" u="none" strike="noStrike" noProof="0" dirty="0">
                          <a:latin typeface="Arial"/>
                        </a:rPr>
                        <a:t>The legitimate and rogue DHCP servers each respond with valid IP configuration parameters. The client replies to the first offer received.</a:t>
                      </a:r>
                      <a:endParaRPr lang="en-US" sz="1200" noProof="0" dirty="0">
                        <a:latin typeface="Arial"/>
                      </a:endParaRPr>
                    </a:p>
                  </a:txBody>
                  <a:tcPr/>
                </a:tc>
                <a:extLst>
                  <a:ext uri="{0D108BD9-81ED-4DB2-BD59-A6C34878D82A}">
                    <a16:rowId xmlns:a16="http://schemas.microsoft.com/office/drawing/2014/main" val="880460709"/>
                  </a:ext>
                </a:extLst>
              </a:tr>
              <a:tr h="370840">
                <a:tc>
                  <a:txBody>
                    <a:bodyPr/>
                    <a:lstStyle/>
                    <a:p>
                      <a:r>
                        <a:rPr lang="en-US" sz="1200" noProof="0" dirty="0">
                          <a:latin typeface="Arial"/>
                        </a:rPr>
                        <a:t>3. Client Accepts Rogue DHCP Request</a:t>
                      </a:r>
                    </a:p>
                  </a:txBody>
                  <a:tcPr/>
                </a:tc>
                <a:tc>
                  <a:txBody>
                    <a:bodyPr/>
                    <a:lstStyle/>
                    <a:p>
                      <a:pPr lvl="0">
                        <a:buNone/>
                      </a:pPr>
                      <a:r>
                        <a:rPr lang="en-US" sz="1200" b="0" i="0" u="none" strike="noStrike" noProof="0" dirty="0">
                          <a:latin typeface="Arial"/>
                        </a:rPr>
                        <a:t>The client received the rogue offer first. It broadcasts a DHCP request accepting the parameters from the rogue server. The legitimate and rogue server each receive the request.</a:t>
                      </a:r>
                      <a:endParaRPr lang="en-US" sz="1200" noProof="0" dirty="0">
                        <a:latin typeface="Arial"/>
                      </a:endParaRPr>
                    </a:p>
                  </a:txBody>
                  <a:tcPr/>
                </a:tc>
                <a:extLst>
                  <a:ext uri="{0D108BD9-81ED-4DB2-BD59-A6C34878D82A}">
                    <a16:rowId xmlns:a16="http://schemas.microsoft.com/office/drawing/2014/main" val="226916834"/>
                  </a:ext>
                </a:extLst>
              </a:tr>
              <a:tr h="370839">
                <a:tc>
                  <a:txBody>
                    <a:bodyPr/>
                    <a:lstStyle/>
                    <a:p>
                      <a:pPr lvl="0">
                        <a:buNone/>
                      </a:pPr>
                      <a:r>
                        <a:rPr lang="en-US" sz="1200" noProof="0" dirty="0">
                          <a:latin typeface="Arial"/>
                        </a:rPr>
                        <a:t>4. Rogue DHCP Acknowledges the Request</a:t>
                      </a:r>
                    </a:p>
                  </a:txBody>
                  <a:tcPr/>
                </a:tc>
                <a:tc>
                  <a:txBody>
                    <a:bodyPr/>
                    <a:lstStyle/>
                    <a:p>
                      <a:pPr lvl="0">
                        <a:buNone/>
                      </a:pPr>
                      <a:r>
                        <a:rPr lang="en-US" sz="1200" b="0" i="0" u="none" strike="noStrike" noProof="0" dirty="0">
                          <a:latin typeface="Arial"/>
                        </a:rPr>
                        <a:t>However, only the rogue server unicasts a reply to the client to acknowledge its request. The legitimate server stops communicating with the client because the request has already been acknowledged.</a:t>
                      </a:r>
                      <a:endParaRPr lang="en-US" sz="1200" noProof="0" dirty="0">
                        <a:latin typeface="Arial"/>
                      </a:endParaRPr>
                    </a:p>
                  </a:txBody>
                  <a:tcPr/>
                </a:tc>
                <a:extLst>
                  <a:ext uri="{0D108BD9-81ED-4DB2-BD59-A6C34878D82A}">
                    <a16:rowId xmlns:a16="http://schemas.microsoft.com/office/drawing/2014/main" val="3159574292"/>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extLst>
      <p:ext uri="{BB962C8B-B14F-4D97-AF65-F5344CB8AC3E}">
        <p14:creationId xmlns:p14="http://schemas.microsoft.com/office/powerpoint/2010/main" val="1423533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Services</a:t>
            </a:r>
            <a:endParaRPr lang="en-US" sz="1600"/>
          </a:p>
        </p:txBody>
      </p:sp>
      <p:sp>
        <p:nvSpPr>
          <p:cNvPr id="3" name="Text 0"/>
          <p:cNvSpPr>
            <a:spLocks noGrp="1"/>
          </p:cNvSpPr>
          <p:nvPr>
            <p:ph type="body" idx="100" hasCustomPrompt="1"/>
          </p:nvPr>
        </p:nvSpPr>
        <p:spPr>
          <a:xfrm>
            <a:off x="0" y="274320"/>
            <a:ext cx="9144000" cy="51816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Lab - Exploring DNS Traffic</a:t>
            </a:r>
            <a:endParaRPr lang="en-US" sz="2200"/>
          </a:p>
        </p:txBody>
      </p:sp>
      <p:sp>
        <p:nvSpPr>
          <p:cNvPr id="5" name="Text 2"/>
          <p:cNvSpPr/>
          <p:nvPr/>
        </p:nvSpPr>
        <p:spPr>
          <a:xfrm>
            <a:off x="494029" y="996940"/>
            <a:ext cx="8229600" cy="2571750"/>
          </a:xfrm>
          <a:prstGeom prst="rect">
            <a:avLst/>
          </a:prstGeom>
          <a:noFill/>
          <a:ln/>
        </p:spPr>
        <p:txBody>
          <a:bodyPr wrap="square" lIns="91440" tIns="45720" rIns="91440" bIns="45720" rtlCol="0" anchor="t"/>
          <a:lstStyle/>
          <a:p>
            <a:r>
              <a:rPr lang="en-US" sz="1400" dirty="0">
                <a:latin typeface="Arial"/>
                <a:ea typeface="+mn-lt"/>
                <a:cs typeface="+mn-lt"/>
              </a:rPr>
              <a:t>In this lab, you will complete the following objectives:</a:t>
            </a:r>
            <a:endParaRPr lang="en-US" sz="1400" dirty="0">
              <a:latin typeface="Arial"/>
              <a:cs typeface="Calibri"/>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Capture DNS Traffic</a:t>
            </a:r>
            <a:endParaRPr lang="en-US" sz="1400" dirty="0">
              <a:latin typeface="Arial"/>
              <a:cs typeface="Calibri"/>
            </a:endParaRPr>
          </a:p>
          <a:p>
            <a:pPr marL="285750" indent="-285750">
              <a:buFont typeface="Arial"/>
              <a:buChar char="•"/>
            </a:pPr>
            <a:r>
              <a:rPr lang="en-US" sz="1400" dirty="0">
                <a:latin typeface="Arial"/>
                <a:ea typeface="+mn-lt"/>
                <a:cs typeface="+mn-lt"/>
              </a:rPr>
              <a:t>Explore DNS Query Traffic</a:t>
            </a:r>
            <a:endParaRPr lang="en-US" sz="1400" dirty="0">
              <a:latin typeface="Arial"/>
              <a:cs typeface="Calibri"/>
            </a:endParaRPr>
          </a:p>
          <a:p>
            <a:pPr marL="285750" indent="-285750">
              <a:buFont typeface="Arial"/>
              <a:buChar char="•"/>
            </a:pPr>
            <a:r>
              <a:rPr lang="en-US" sz="1400" dirty="0">
                <a:latin typeface="Arial"/>
                <a:ea typeface="+mn-lt"/>
                <a:cs typeface="+mn-lt"/>
              </a:rPr>
              <a:t>Explore DNS Response Traffic</a:t>
            </a:r>
            <a:endParaRPr lang="en-US" sz="1400" dirty="0">
              <a:latin typeface="Arial"/>
              <a:cs typeface="Calibri"/>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4.2 Enterprise Services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Enterprise Services</a:t>
            </a:r>
            <a:endParaRPr lang="en-US" sz="1600"/>
          </a:p>
        </p:txBody>
      </p:sp>
      <p:sp>
        <p:nvSpPr>
          <p:cNvPr id="3" name="Text 0"/>
          <p:cNvSpPr>
            <a:spLocks noGrp="1"/>
          </p:cNvSpPr>
          <p:nvPr>
            <p:ph type="body" idx="100" hasCustomPrompt="1"/>
          </p:nvPr>
        </p:nvSpPr>
        <p:spPr>
          <a:xfrm>
            <a:off x="0" y="274320"/>
            <a:ext cx="9144000" cy="41403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HTTP and HTTPS</a:t>
            </a:r>
            <a:endParaRPr lang="en-US" sz="2200" dirty="0"/>
          </a:p>
        </p:txBody>
      </p:sp>
      <p:sp>
        <p:nvSpPr>
          <p:cNvPr id="5" name="Text 2"/>
          <p:cNvSpPr/>
          <p:nvPr/>
        </p:nvSpPr>
        <p:spPr>
          <a:xfrm>
            <a:off x="389845" y="688352"/>
            <a:ext cx="8229600" cy="2798193"/>
          </a:xfrm>
          <a:prstGeom prst="rect">
            <a:avLst/>
          </a:prstGeom>
          <a:noFill/>
          <a:ln/>
        </p:spPr>
        <p:txBody>
          <a:bodyPr wrap="square" lIns="91440" tIns="45720" rIns="91440" bIns="45720" rtlCol="0" anchor="t"/>
          <a:lstStyle/>
          <a:p>
            <a:r>
              <a:rPr lang="en-US" sz="1400" dirty="0">
                <a:latin typeface="Arial"/>
                <a:ea typeface="+mn-lt"/>
                <a:cs typeface="+mn-lt"/>
              </a:rPr>
              <a:t>The common stages of a typical web attack are:</a:t>
            </a:r>
          </a:p>
          <a:p>
            <a:endParaRPr lang="en-US" sz="1400" dirty="0">
              <a:latin typeface="Arial"/>
              <a:ea typeface="+mn-lt"/>
              <a:cs typeface="+mn-lt"/>
            </a:endParaRPr>
          </a:p>
          <a:p>
            <a:pPr marL="285750" indent="-285750">
              <a:buFont typeface="Arial"/>
              <a:buChar char="•"/>
            </a:pPr>
            <a:r>
              <a:rPr lang="en-US" sz="1400" dirty="0">
                <a:latin typeface="Arial"/>
                <a:ea typeface="+mn-lt"/>
                <a:cs typeface="+mn-lt"/>
              </a:rPr>
              <a:t>The victim unknowingly visits a web page that has been compromised by malware.</a:t>
            </a:r>
          </a:p>
          <a:p>
            <a:pPr marL="285750" indent="-285750">
              <a:buFont typeface="Arial"/>
              <a:buChar char="•"/>
            </a:pPr>
            <a:r>
              <a:rPr lang="en-US" sz="1400" dirty="0">
                <a:latin typeface="Arial"/>
                <a:ea typeface="+mn-lt"/>
                <a:cs typeface="+mn-lt"/>
              </a:rPr>
              <a:t>The compromised web page redirects the user, often through many compromised servers, to a site containing malicious code.</a:t>
            </a:r>
          </a:p>
          <a:p>
            <a:pPr marL="285750" indent="-285750">
              <a:buFont typeface="Arial"/>
              <a:buChar char="•"/>
            </a:pPr>
            <a:r>
              <a:rPr lang="en-US" sz="1400" dirty="0">
                <a:latin typeface="Arial"/>
                <a:ea typeface="+mn-lt"/>
                <a:cs typeface="+mn-lt"/>
              </a:rPr>
              <a:t>When the user visits this site with malicious code an exploit kit scans the software running on the victim’s computer including the OS, Java, or Flash player looking for an exploit in the software. </a:t>
            </a:r>
          </a:p>
          <a:p>
            <a:pPr marL="285750" indent="-285750">
              <a:buFont typeface="Arial"/>
              <a:buChar char="•"/>
            </a:pPr>
            <a:r>
              <a:rPr lang="en-US" sz="1400" dirty="0">
                <a:latin typeface="Arial"/>
                <a:ea typeface="+mn-lt"/>
                <a:cs typeface="+mn-lt"/>
              </a:rPr>
              <a:t>After identifying a vulnerable software package running on the victim’s computer, the exploit kit contacts the exploit kit server to download code that can use the vulnerability to run malicious code on the victim’s computer.</a:t>
            </a:r>
          </a:p>
          <a:p>
            <a:pPr marL="285750" indent="-285750">
              <a:buFont typeface="Arial"/>
              <a:buChar char="•"/>
            </a:pPr>
            <a:r>
              <a:rPr lang="en-US" sz="1400" dirty="0">
                <a:latin typeface="Arial"/>
                <a:ea typeface="+mn-lt"/>
                <a:cs typeface="+mn-lt"/>
              </a:rPr>
              <a:t>After the victim’s computer has been compromised, it connects to the malware server and downloads a payload (malware, or a file download service that downloads other malware).</a:t>
            </a:r>
          </a:p>
          <a:p>
            <a:pPr marL="285750" indent="-285750">
              <a:buFont typeface="Arial"/>
              <a:buChar char="•"/>
            </a:pPr>
            <a:r>
              <a:rPr lang="en-US" sz="1400" dirty="0">
                <a:latin typeface="Arial"/>
                <a:ea typeface="+mn-lt"/>
                <a:cs typeface="+mn-lt"/>
              </a:rPr>
              <a:t>The final malware package is run on the victim’s computer.</a:t>
            </a:r>
            <a:endParaRPr lang="en-US" sz="1400" dirty="0">
              <a:latin typeface="Arial"/>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Enterprise Services</a:t>
            </a:r>
            <a:endParaRPr lang="en-US" sz="1600"/>
          </a:p>
        </p:txBody>
      </p:sp>
      <p:sp>
        <p:nvSpPr>
          <p:cNvPr id="3" name="Text 0"/>
          <p:cNvSpPr>
            <a:spLocks noGrp="1"/>
          </p:cNvSpPr>
          <p:nvPr>
            <p:ph type="body" idx="100" hasCustomPrompt="1"/>
          </p:nvPr>
        </p:nvSpPr>
        <p:spPr>
          <a:xfrm>
            <a:off x="0" y="274320"/>
            <a:ext cx="9144000" cy="487680"/>
          </a:xfrm>
          <a:prstGeom prst="rect">
            <a:avLst/>
          </a:prstGeom>
          <a:noFill/>
          <a:ln/>
        </p:spPr>
        <p:txBody>
          <a:bodyPr wrap="square" lIns="91440" tIns="45720" rIns="91440" bIns="45720" rtlCol="0" anchor="t"/>
          <a:lstStyle/>
          <a:p>
            <a:r>
              <a:rPr lang="en-US" sz="2200" dirty="0">
                <a:solidFill>
                  <a:srgbClr val="024C69"/>
                </a:solidFill>
                <a:latin typeface="Arial"/>
                <a:cs typeface="Arial"/>
              </a:rPr>
              <a:t>HTTP and HTTPS</a:t>
            </a:r>
            <a:r>
              <a:rPr lang="en-US" dirty="0">
                <a:latin typeface="Arial"/>
                <a:cs typeface="Arial"/>
              </a:rPr>
              <a:t> (Cont.)</a:t>
            </a:r>
            <a:endParaRPr lang="en-US" sz="2200" dirty="0"/>
          </a:p>
        </p:txBody>
      </p:sp>
      <p:sp>
        <p:nvSpPr>
          <p:cNvPr id="5" name="Text 2"/>
          <p:cNvSpPr/>
          <p:nvPr/>
        </p:nvSpPr>
        <p:spPr>
          <a:xfrm>
            <a:off x="318407" y="849086"/>
            <a:ext cx="8229600" cy="3779448"/>
          </a:xfrm>
          <a:prstGeom prst="rect">
            <a:avLst/>
          </a:prstGeom>
          <a:noFill/>
          <a:ln/>
        </p:spPr>
        <p:txBody>
          <a:bodyPr wrap="square" lIns="91440" tIns="45720" rIns="91440" bIns="45720" rtlCol="0" anchor="t"/>
          <a:lstStyle/>
          <a:p>
            <a:r>
              <a:rPr lang="en-US" sz="1400" dirty="0">
                <a:latin typeface="Arial"/>
                <a:ea typeface="+mn-lt"/>
                <a:cs typeface="+mn-lt"/>
              </a:rPr>
              <a:t>Server connection logs can often reveal information about the type of scan or attack. The different types of connection status codes are listed here:</a:t>
            </a:r>
            <a:endParaRPr lang="en-US" sz="1400" dirty="0">
              <a:latin typeface="Arial"/>
              <a:cs typeface="Arial"/>
            </a:endParaRPr>
          </a:p>
          <a:p>
            <a:pPr marL="285750" indent="-285750">
              <a:buFont typeface="Arial"/>
              <a:buChar char="•"/>
            </a:pPr>
            <a:r>
              <a:rPr lang="en-US" sz="1400" b="1" dirty="0">
                <a:latin typeface="Arial"/>
                <a:ea typeface="+mn-lt"/>
                <a:cs typeface="+mn-lt"/>
              </a:rPr>
              <a:t>Informational 1xx</a:t>
            </a:r>
            <a:r>
              <a:rPr lang="en-US" sz="1400" dirty="0">
                <a:latin typeface="Arial"/>
                <a:ea typeface="+mn-lt"/>
                <a:cs typeface="+mn-lt"/>
              </a:rPr>
              <a:t> - This is a provisional response, consisting only of the Status-Line and optional headers. It is terminated by an empty line. There are no required headers for this class of status code. Servers MUST NOT send a 1xx response to an HTTP/1.0 client except under experimental conditions.</a:t>
            </a:r>
            <a:endParaRPr lang="en-US" sz="1400" dirty="0">
              <a:latin typeface="Arial"/>
              <a:cs typeface="Arial"/>
            </a:endParaRPr>
          </a:p>
          <a:p>
            <a:pPr marL="285750" indent="-285750">
              <a:buFont typeface="Arial"/>
              <a:buChar char="•"/>
            </a:pPr>
            <a:r>
              <a:rPr lang="en-US" sz="1400" b="1" dirty="0">
                <a:latin typeface="Arial"/>
                <a:ea typeface="+mn-lt"/>
                <a:cs typeface="+mn-lt"/>
              </a:rPr>
              <a:t>Successful 2xx</a:t>
            </a:r>
            <a:r>
              <a:rPr lang="en-US" sz="1400" dirty="0">
                <a:latin typeface="Arial"/>
                <a:ea typeface="+mn-lt"/>
                <a:cs typeface="+mn-lt"/>
              </a:rPr>
              <a:t> - The client’s request was successfully received, understood, and accepted.</a:t>
            </a:r>
            <a:endParaRPr lang="en-US" sz="1400" dirty="0">
              <a:latin typeface="Arial"/>
              <a:cs typeface="Arial"/>
            </a:endParaRPr>
          </a:p>
          <a:p>
            <a:pPr marL="285750" indent="-285750">
              <a:buFont typeface="Arial"/>
              <a:buChar char="•"/>
            </a:pPr>
            <a:r>
              <a:rPr lang="en-US" sz="1400" b="1" dirty="0">
                <a:latin typeface="Arial"/>
                <a:ea typeface="+mn-lt"/>
                <a:cs typeface="+mn-lt"/>
              </a:rPr>
              <a:t>Redirection 3xx</a:t>
            </a:r>
            <a:r>
              <a:rPr lang="en-US" sz="1400" dirty="0">
                <a:latin typeface="Arial"/>
                <a:ea typeface="+mn-lt"/>
                <a:cs typeface="+mn-lt"/>
              </a:rPr>
              <a:t> - Further action must be taken by the user agent to fulfill the request. A client SHOULD detect infinite redirection loops, because these loops generate network traffic for each redirection.</a:t>
            </a:r>
            <a:endParaRPr lang="en-US" sz="1400" dirty="0">
              <a:latin typeface="Arial"/>
              <a:cs typeface="Arial"/>
            </a:endParaRPr>
          </a:p>
          <a:p>
            <a:pPr marL="285750" indent="-285750">
              <a:buFont typeface="Arial"/>
              <a:buChar char="•"/>
            </a:pPr>
            <a:r>
              <a:rPr lang="en-US" sz="1400" b="1" dirty="0">
                <a:latin typeface="Arial"/>
                <a:ea typeface="+mn-lt"/>
                <a:cs typeface="+mn-lt"/>
              </a:rPr>
              <a:t>Client Error 4xx</a:t>
            </a:r>
            <a:r>
              <a:rPr lang="en-US" sz="1400" dirty="0">
                <a:latin typeface="Arial"/>
                <a:ea typeface="+mn-lt"/>
                <a:cs typeface="+mn-lt"/>
              </a:rPr>
              <a:t> - This is for cases in which the client seems to have erred. Except when responding to a HEAD request, the server SHOULD include an entity containing an explanation of the situation, and if it is temporary. User agents SHOULD display any included entity to the user.</a:t>
            </a:r>
            <a:endParaRPr lang="en-US" sz="1400" dirty="0">
              <a:latin typeface="Arial"/>
              <a:cs typeface="Arial"/>
            </a:endParaRPr>
          </a:p>
          <a:p>
            <a:pPr marL="285750" indent="-285750">
              <a:buFont typeface="Arial"/>
              <a:buChar char="•"/>
            </a:pPr>
            <a:r>
              <a:rPr lang="en-US" sz="1400" b="1" dirty="0">
                <a:latin typeface="Arial"/>
                <a:ea typeface="+mn-lt"/>
                <a:cs typeface="+mn-lt"/>
              </a:rPr>
              <a:t>Server Error 5xx</a:t>
            </a:r>
            <a:r>
              <a:rPr lang="en-US" sz="1400" dirty="0">
                <a:latin typeface="Arial"/>
                <a:ea typeface="+mn-lt"/>
                <a:cs typeface="+mn-lt"/>
              </a:rPr>
              <a:t> - This is for cases where the server is aware that it has erred or cannot perform the request. Except when responding to a HEAD request, the server SHOULD include an entity containing an explanation of the error situation, and if it is temporary. User agents SHOULD display any included entity to the user.</a:t>
            </a:r>
            <a:endParaRPr lang="en-US" sz="1400" dirty="0">
              <a:latin typeface="Arial"/>
            </a:endParaRPr>
          </a:p>
          <a:p>
            <a:pPr marL="285750" indent="-285750">
              <a:buFont typeface="Arial"/>
              <a:buChar char="•"/>
            </a:pPr>
            <a:endParaRPr lang="en-US"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26</a:t>
            </a:fld>
            <a:endParaRPr lang="en-US"/>
          </a:p>
        </p:txBody>
      </p:sp>
    </p:spTree>
    <p:extLst>
      <p:ext uri="{BB962C8B-B14F-4D97-AF65-F5344CB8AC3E}">
        <p14:creationId xmlns:p14="http://schemas.microsoft.com/office/powerpoint/2010/main" val="1628611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Enterprise Services</a:t>
            </a:r>
            <a:endParaRPr lang="en-US" sz="1600" dirty="0"/>
          </a:p>
        </p:txBody>
      </p:sp>
      <p:sp>
        <p:nvSpPr>
          <p:cNvPr id="3" name="Text 0"/>
          <p:cNvSpPr>
            <a:spLocks noGrp="1"/>
          </p:cNvSpPr>
          <p:nvPr>
            <p:ph type="body" idx="100" hasCustomPrompt="1"/>
          </p:nvPr>
        </p:nvSpPr>
        <p:spPr>
          <a:xfrm>
            <a:off x="0" y="274320"/>
            <a:ext cx="9144000" cy="48006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Common HTTP Exploits</a:t>
            </a:r>
            <a:endParaRPr lang="en-US" sz="2200" dirty="0"/>
          </a:p>
        </p:txBody>
      </p:sp>
      <p:sp>
        <p:nvSpPr>
          <p:cNvPr id="5" name="Text 2"/>
          <p:cNvSpPr/>
          <p:nvPr/>
        </p:nvSpPr>
        <p:spPr>
          <a:xfrm>
            <a:off x="250368" y="986511"/>
            <a:ext cx="8229600" cy="3315777"/>
          </a:xfrm>
          <a:prstGeom prst="rect">
            <a:avLst/>
          </a:prstGeom>
          <a:noFill/>
          <a:ln/>
        </p:spPr>
        <p:txBody>
          <a:bodyPr wrap="square" lIns="91440" tIns="45720" rIns="91440" bIns="45720" rtlCol="0" anchor="t"/>
          <a:lstStyle/>
          <a:p>
            <a:r>
              <a:rPr lang="en-US" sz="1400" b="1" dirty="0">
                <a:latin typeface="Arial"/>
                <a:ea typeface="+mn-lt"/>
                <a:cs typeface="+mn-lt"/>
              </a:rPr>
              <a:t>Malicious </a:t>
            </a:r>
            <a:r>
              <a:rPr lang="en-US" sz="1400" b="1" dirty="0" err="1">
                <a:latin typeface="Arial"/>
                <a:ea typeface="+mn-lt"/>
                <a:cs typeface="+mn-lt"/>
              </a:rPr>
              <a:t>iFrames</a:t>
            </a:r>
            <a:endParaRPr lang="en-US" dirty="0" err="1"/>
          </a:p>
          <a:p>
            <a:pPr marL="285750" indent="-285750">
              <a:buFont typeface="Arial"/>
              <a:buChar char="•"/>
            </a:pPr>
            <a:r>
              <a:rPr lang="en-US" sz="1400" dirty="0">
                <a:latin typeface="Arial"/>
                <a:ea typeface="+mn-lt"/>
                <a:cs typeface="+mn-lt"/>
              </a:rPr>
              <a:t>Malicious </a:t>
            </a:r>
            <a:r>
              <a:rPr lang="en-US" sz="1400" dirty="0" err="1">
                <a:latin typeface="Arial"/>
                <a:ea typeface="+mn-lt"/>
                <a:cs typeface="+mn-lt"/>
              </a:rPr>
              <a:t>iFrames</a:t>
            </a:r>
            <a:r>
              <a:rPr lang="en-US" sz="1400" dirty="0">
                <a:latin typeface="Arial"/>
                <a:ea typeface="+mn-lt"/>
                <a:cs typeface="+mn-lt"/>
              </a:rPr>
              <a:t> are often used by threat actors. </a:t>
            </a:r>
            <a:endParaRPr lang="en-US" dirty="0">
              <a:cs typeface="Calibri" panose="020F0502020204030204"/>
            </a:endParaRPr>
          </a:p>
          <a:p>
            <a:pPr marL="285750" indent="-285750">
              <a:buFont typeface="Arial"/>
              <a:buChar char="•"/>
            </a:pPr>
            <a:r>
              <a:rPr lang="en-US" sz="1400" dirty="0">
                <a:latin typeface="Arial"/>
                <a:ea typeface="+mn-lt"/>
                <a:cs typeface="+mn-lt"/>
              </a:rPr>
              <a:t>It is an HTML element that allows the browser to load another web page from another source. </a:t>
            </a:r>
          </a:p>
          <a:p>
            <a:pPr marL="285750" indent="-285750">
              <a:buFont typeface="Arial"/>
              <a:buChar char="•"/>
            </a:pPr>
            <a:r>
              <a:rPr lang="en-US" sz="1400" dirty="0">
                <a:latin typeface="Arial"/>
                <a:ea typeface="+mn-lt"/>
                <a:cs typeface="+mn-lt"/>
              </a:rPr>
              <a:t>Threat actors compromise a webserver and modify web pages by adding HTML for the malicious </a:t>
            </a:r>
            <a:r>
              <a:rPr lang="en-US" sz="1400" dirty="0" err="1">
                <a:latin typeface="Arial"/>
                <a:ea typeface="+mn-lt"/>
                <a:cs typeface="+mn-lt"/>
              </a:rPr>
              <a:t>iFrame</a:t>
            </a:r>
            <a:r>
              <a:rPr lang="en-US" sz="1400" dirty="0">
                <a:latin typeface="Arial"/>
                <a:ea typeface="+mn-lt"/>
                <a:cs typeface="+mn-lt"/>
              </a:rPr>
              <a:t>.  It can then be used to deliver a malicious exploit, such as spam advertising, an exploit kit, and other malware.</a:t>
            </a:r>
            <a:endParaRPr lang="en-US" sz="1400" dirty="0">
              <a:latin typeface="Arial"/>
              <a:cs typeface="Calibri"/>
            </a:endParaRPr>
          </a:p>
          <a:p>
            <a:endParaRPr lang="en-US" sz="1400" dirty="0">
              <a:latin typeface="Arial"/>
              <a:ea typeface="+mn-lt"/>
              <a:cs typeface="+mn-lt"/>
            </a:endParaRPr>
          </a:p>
          <a:p>
            <a:r>
              <a:rPr lang="en-US" sz="1400" b="1" dirty="0">
                <a:latin typeface="Arial"/>
                <a:ea typeface="+mn-lt"/>
                <a:cs typeface="+mn-lt"/>
              </a:rPr>
              <a:t>HTTP 302 Cushioning</a:t>
            </a:r>
            <a:endParaRPr lang="en-US" sz="1400" dirty="0">
              <a:latin typeface="Arial"/>
              <a:ea typeface="+mn-lt"/>
              <a:cs typeface="+mn-lt"/>
            </a:endParaRPr>
          </a:p>
          <a:p>
            <a:pPr marL="285750" indent="-285750">
              <a:buFont typeface="Arial"/>
              <a:buChar char="•"/>
            </a:pPr>
            <a:r>
              <a:rPr lang="en-US" sz="1400" dirty="0">
                <a:latin typeface="Arial"/>
                <a:ea typeface="+mn-lt"/>
                <a:cs typeface="+mn-lt"/>
              </a:rPr>
              <a:t>Threat actors attack by using the 302 Found HTTP response status code to redirect the user’s web browser to a new location.</a:t>
            </a:r>
          </a:p>
          <a:p>
            <a:pPr marL="285750" indent="-285750">
              <a:buFont typeface="Arial"/>
              <a:buChar char="•"/>
            </a:pPr>
            <a:r>
              <a:rPr lang="en-US" sz="1400" dirty="0">
                <a:latin typeface="Arial"/>
                <a:ea typeface="+mn-lt"/>
                <a:cs typeface="+mn-lt"/>
              </a:rPr>
              <a:t>The browser believes that the new location is the URL provided in the header and is invited to request this new URL. </a:t>
            </a:r>
          </a:p>
          <a:p>
            <a:pPr marL="285750" indent="-285750">
              <a:buFont typeface="Arial"/>
              <a:buChar char="•"/>
            </a:pPr>
            <a:r>
              <a:rPr lang="en-US" sz="1400" dirty="0">
                <a:latin typeface="Arial"/>
                <a:ea typeface="+mn-lt"/>
                <a:cs typeface="+mn-lt"/>
              </a:rPr>
              <a:t>This redirect function can be used multiple times until the browser finally lands on the page that contains the exploit. </a:t>
            </a:r>
          </a:p>
          <a:p>
            <a:pPr marL="285750" indent="-285750">
              <a:buFont typeface="Arial"/>
              <a:buChar char="•"/>
            </a:pPr>
            <a:r>
              <a:rPr lang="en-US" sz="1400" dirty="0">
                <a:latin typeface="Arial"/>
                <a:ea typeface="+mn-lt"/>
                <a:cs typeface="+mn-lt"/>
              </a:rPr>
              <a:t>The redirects may be difficult to detect since legitimate redirects frequently occur on the network.</a:t>
            </a:r>
            <a:endParaRPr lang="en-US" dirty="0">
              <a:latin typeface="Arial"/>
              <a:cs typeface="Calibri"/>
            </a:endParaRPr>
          </a:p>
          <a:p>
            <a:endParaRPr lang="en-US" sz="1400" dirty="0">
              <a:ea typeface="+mn-lt"/>
              <a:cs typeface="+mn-lt"/>
            </a:endParaRPr>
          </a:p>
          <a:p>
            <a:endParaRPr lang="en-US" sz="1400" dirty="0">
              <a:ea typeface="+mn-lt"/>
              <a:cs typeface="+mn-lt"/>
            </a:endParaRPr>
          </a:p>
          <a:p>
            <a:endParaRPr lang="en-US" sz="1400" dirty="0">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Enterprise Services</a:t>
            </a:r>
            <a:endParaRPr lang="en-US" sz="1600" dirty="0"/>
          </a:p>
        </p:txBody>
      </p:sp>
      <p:sp>
        <p:nvSpPr>
          <p:cNvPr id="3" name="Text 0"/>
          <p:cNvSpPr>
            <a:spLocks noGrp="1"/>
          </p:cNvSpPr>
          <p:nvPr>
            <p:ph type="body" idx="100" hasCustomPrompt="1"/>
          </p:nvPr>
        </p:nvSpPr>
        <p:spPr>
          <a:xfrm>
            <a:off x="0" y="274320"/>
            <a:ext cx="9144000" cy="548640"/>
          </a:xfrm>
          <a:prstGeom prst="rect">
            <a:avLst/>
          </a:prstGeom>
          <a:noFill/>
          <a:ln/>
        </p:spPr>
        <p:txBody>
          <a:bodyPr wrap="square" lIns="91440" tIns="45720" rIns="91440" bIns="45720" rtlCol="0" anchor="t"/>
          <a:lstStyle/>
          <a:p>
            <a:r>
              <a:rPr lang="en-US" sz="2200" dirty="0">
                <a:solidFill>
                  <a:srgbClr val="024C69"/>
                </a:solidFill>
                <a:latin typeface="Arial"/>
                <a:cs typeface="Arial"/>
              </a:rPr>
              <a:t>Common HTTP Exploits</a:t>
            </a:r>
            <a:r>
              <a:rPr lang="en-US" dirty="0">
                <a:latin typeface="Arial"/>
                <a:cs typeface="Arial"/>
              </a:rPr>
              <a:t> (Cont.)</a:t>
            </a:r>
            <a:endParaRPr lang="en-US" sz="2200" dirty="0"/>
          </a:p>
        </p:txBody>
      </p:sp>
      <p:sp>
        <p:nvSpPr>
          <p:cNvPr id="5" name="Text 2"/>
          <p:cNvSpPr/>
          <p:nvPr/>
        </p:nvSpPr>
        <p:spPr>
          <a:xfrm>
            <a:off x="376732" y="1050367"/>
            <a:ext cx="8240383" cy="3132466"/>
          </a:xfrm>
          <a:prstGeom prst="rect">
            <a:avLst/>
          </a:prstGeom>
          <a:noFill/>
          <a:ln/>
        </p:spPr>
        <p:txBody>
          <a:bodyPr wrap="square" lIns="91440" tIns="45720" rIns="91440" bIns="45720" rtlCol="0" anchor="t"/>
          <a:lstStyle/>
          <a:p>
            <a:r>
              <a:rPr lang="en-US" sz="1400" b="1" dirty="0">
                <a:latin typeface="Arial"/>
                <a:ea typeface="+mn-lt"/>
                <a:cs typeface="+mn-lt"/>
              </a:rPr>
              <a:t>Domain Shadowing</a:t>
            </a:r>
            <a:endParaRPr lang="en-US" sz="1400">
              <a:latin typeface="Arial"/>
              <a:cs typeface="Arial"/>
            </a:endParaRPr>
          </a:p>
          <a:p>
            <a:pPr marL="285750" indent="-285750">
              <a:buFont typeface="Arial"/>
              <a:buChar char="•"/>
            </a:pPr>
            <a:r>
              <a:rPr lang="en-US" sz="1400" dirty="0">
                <a:latin typeface="Arial"/>
                <a:ea typeface="+mn-lt"/>
                <a:cs typeface="+mn-lt"/>
              </a:rPr>
              <a:t>To attack, the threat actor must first compromise a domain, then create multiple subdomains of that domain. </a:t>
            </a:r>
            <a:endParaRPr lang="en-US" sz="1400">
              <a:latin typeface="Arial"/>
              <a:ea typeface="+mn-lt"/>
              <a:cs typeface="Arial"/>
            </a:endParaRPr>
          </a:p>
          <a:p>
            <a:pPr marL="285750" indent="-285750">
              <a:buFont typeface="Arial"/>
              <a:buChar char="•"/>
            </a:pPr>
            <a:r>
              <a:rPr lang="en-US" sz="1400" dirty="0">
                <a:latin typeface="Arial"/>
                <a:ea typeface="+mn-lt"/>
                <a:cs typeface="+mn-lt"/>
              </a:rPr>
              <a:t>Hijacked domain registration logins are then used to create the many subdomains needed for attacks. </a:t>
            </a:r>
            <a:endParaRPr lang="en-US" sz="1400" dirty="0">
              <a:latin typeface="Arial"/>
              <a:ea typeface="+mn-lt"/>
              <a:cs typeface="Arial"/>
            </a:endParaRPr>
          </a:p>
          <a:p>
            <a:pPr marL="285750" indent="-285750">
              <a:buFont typeface="Arial"/>
              <a:buChar char="•"/>
            </a:pPr>
            <a:r>
              <a:rPr lang="en-US" sz="1400" dirty="0">
                <a:latin typeface="Arial"/>
                <a:ea typeface="+mn-lt"/>
                <a:cs typeface="+mn-lt"/>
              </a:rPr>
              <a:t>Even if the subdomains are found out to be malicious domains, more can be made from the parent domain. </a:t>
            </a:r>
            <a:endParaRPr lang="en-US" sz="1400" dirty="0">
              <a:latin typeface="Arial"/>
              <a:ea typeface="+mn-lt"/>
              <a:cs typeface="Arial"/>
            </a:endParaRPr>
          </a:p>
          <a:p>
            <a:pPr marL="285750" indent="-285750">
              <a:buFont typeface="Arial"/>
              <a:buChar char="•"/>
            </a:pPr>
            <a:r>
              <a:rPr lang="en-US" sz="1400" dirty="0">
                <a:latin typeface="Arial"/>
                <a:ea typeface="+mn-lt"/>
                <a:cs typeface="+mn-lt"/>
              </a:rPr>
              <a:t>The following sequence is typically used by threat actors:</a:t>
            </a:r>
            <a:endParaRPr lang="en-US" sz="1400" dirty="0">
              <a:latin typeface="Arial"/>
              <a:cs typeface="Arial"/>
            </a:endParaRPr>
          </a:p>
          <a:p>
            <a:pPr marL="800100" lvl="1" indent="-342900">
              <a:buAutoNum type="arabicPeriod"/>
            </a:pPr>
            <a:r>
              <a:rPr lang="en-US" sz="1400" dirty="0">
                <a:latin typeface="Arial"/>
                <a:ea typeface="+mn-lt"/>
                <a:cs typeface="+mn-lt"/>
              </a:rPr>
              <a:t>A website becomes compromised.</a:t>
            </a:r>
            <a:endParaRPr lang="en-US" sz="1400">
              <a:latin typeface="Arial"/>
              <a:cs typeface="Arial"/>
            </a:endParaRPr>
          </a:p>
          <a:p>
            <a:pPr marL="800100" lvl="1" indent="-342900">
              <a:buAutoNum type="arabicPeriod"/>
            </a:pPr>
            <a:r>
              <a:rPr lang="en-US" sz="1400" dirty="0">
                <a:latin typeface="Arial"/>
                <a:ea typeface="+mn-lt"/>
                <a:cs typeface="+mn-lt"/>
              </a:rPr>
              <a:t>HTTP 302 cushioning is used to send the browser to malicious websites.</a:t>
            </a:r>
            <a:endParaRPr lang="en-US" sz="1400">
              <a:latin typeface="Arial"/>
              <a:ea typeface="+mn-lt"/>
              <a:cs typeface="+mn-lt"/>
            </a:endParaRPr>
          </a:p>
          <a:p>
            <a:pPr marL="800100" lvl="1" indent="-342900">
              <a:buAutoNum type="arabicPeriod"/>
            </a:pPr>
            <a:r>
              <a:rPr lang="en-US" sz="1400" dirty="0">
                <a:latin typeface="Arial"/>
                <a:ea typeface="+mn-lt"/>
                <a:cs typeface="+mn-lt"/>
              </a:rPr>
              <a:t>Domain shadowing is used to direct the browser to a compromised server.</a:t>
            </a:r>
            <a:endParaRPr lang="en-US" sz="1400">
              <a:latin typeface="Arial"/>
              <a:cs typeface="Arial"/>
            </a:endParaRPr>
          </a:p>
          <a:p>
            <a:pPr marL="800100" lvl="1" indent="-342900">
              <a:buAutoNum type="arabicPeriod"/>
            </a:pPr>
            <a:r>
              <a:rPr lang="en-US" sz="1400" dirty="0">
                <a:latin typeface="Arial"/>
                <a:ea typeface="+mn-lt"/>
                <a:cs typeface="+mn-lt"/>
              </a:rPr>
              <a:t>An exploit kit landing page is accessed.</a:t>
            </a:r>
            <a:endParaRPr lang="en-US" sz="1400">
              <a:latin typeface="Arial"/>
              <a:cs typeface="Arial"/>
            </a:endParaRPr>
          </a:p>
          <a:p>
            <a:pPr marL="800100" lvl="1" indent="-342900">
              <a:buAutoNum type="arabicPeriod"/>
            </a:pPr>
            <a:r>
              <a:rPr lang="en-US" sz="1400" dirty="0">
                <a:latin typeface="Arial"/>
                <a:ea typeface="+mn-lt"/>
                <a:cs typeface="+mn-lt"/>
              </a:rPr>
              <a:t>Malware downloads from the exploit kit landing page.</a:t>
            </a:r>
            <a:endParaRPr lang="en-US" dirty="0">
              <a:latin typeface="Arial"/>
              <a:ea typeface="+mn-lt"/>
              <a:cs typeface="+mn-lt"/>
            </a:endParaRPr>
          </a:p>
          <a:p>
            <a:pPr marL="285750" indent="-285750">
              <a:buFont typeface="Arial"/>
              <a:buChar char="•"/>
            </a:pPr>
            <a:endParaRPr lang="en-US" sz="1400">
              <a:ea typeface="+mn-lt"/>
              <a:cs typeface="+mn-lt"/>
            </a:endParaRPr>
          </a:p>
          <a:p>
            <a:endParaRPr lang="en-US" sz="1400" b="1">
              <a:ea typeface="+mn-lt"/>
              <a:cs typeface="+mn-lt"/>
            </a:endParaRPr>
          </a:p>
          <a:p>
            <a:endParaRPr lang="en-US" sz="1400" b="1">
              <a:cs typeface="Calibri"/>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28</a:t>
            </a:fld>
            <a:endParaRPr lang="en-US"/>
          </a:p>
        </p:txBody>
      </p:sp>
    </p:spTree>
    <p:extLst>
      <p:ext uri="{BB962C8B-B14F-4D97-AF65-F5344CB8AC3E}">
        <p14:creationId xmlns:p14="http://schemas.microsoft.com/office/powerpoint/2010/main" val="2121233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Enterprise Services</a:t>
            </a:r>
            <a:endParaRPr lang="en-US" sz="1600" dirty="0"/>
          </a:p>
        </p:txBody>
      </p:sp>
      <p:sp>
        <p:nvSpPr>
          <p:cNvPr id="3" name="Text 0"/>
          <p:cNvSpPr>
            <a:spLocks noGrp="1"/>
          </p:cNvSpPr>
          <p:nvPr>
            <p:ph type="body" idx="100" hasCustomPrompt="1"/>
          </p:nvPr>
        </p:nvSpPr>
        <p:spPr>
          <a:xfrm>
            <a:off x="0" y="274320"/>
            <a:ext cx="9144000" cy="51054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Email</a:t>
            </a:r>
            <a:endParaRPr lang="en-US" sz="2200" dirty="0"/>
          </a:p>
        </p:txBody>
      </p:sp>
      <p:sp>
        <p:nvSpPr>
          <p:cNvPr id="5" name="Text 2"/>
          <p:cNvSpPr/>
          <p:nvPr/>
        </p:nvSpPr>
        <p:spPr>
          <a:xfrm>
            <a:off x="231865" y="802822"/>
            <a:ext cx="8229600" cy="3559628"/>
          </a:xfrm>
          <a:prstGeom prst="rect">
            <a:avLst/>
          </a:prstGeom>
          <a:noFill/>
          <a:ln/>
        </p:spPr>
        <p:txBody>
          <a:bodyPr wrap="square" lIns="91440" tIns="45720" rIns="91440" bIns="45720" rtlCol="0" anchor="t"/>
          <a:lstStyle/>
          <a:p>
            <a:r>
              <a:rPr lang="en-US" sz="1400" dirty="0">
                <a:latin typeface="Arial"/>
                <a:ea typeface="+mn-lt"/>
                <a:cs typeface="+mn-lt"/>
              </a:rPr>
              <a:t>As the level of email use rises, security becomes a greater priority. Today, HTML messages are accessed from many different devices that are often not protected by the company’s firewall. HTML allows more attacks because of the amount of access that can sometimes bypass different security layers.</a:t>
            </a:r>
          </a:p>
          <a:p>
            <a:endParaRPr lang="en-US" sz="1400" dirty="0">
              <a:latin typeface="Arial"/>
              <a:ea typeface="+mn-lt"/>
              <a:cs typeface="+mn-lt"/>
            </a:endParaRPr>
          </a:p>
          <a:p>
            <a:r>
              <a:rPr lang="en-US" sz="1400" dirty="0">
                <a:latin typeface="Arial"/>
                <a:ea typeface="+mn-lt"/>
                <a:cs typeface="+mn-lt"/>
              </a:rPr>
              <a:t>The following are examples of email threats:</a:t>
            </a:r>
          </a:p>
          <a:p>
            <a:pPr marL="285750" indent="-285750">
              <a:buFont typeface="Arial"/>
              <a:buChar char="•"/>
            </a:pPr>
            <a:r>
              <a:rPr lang="en-US" sz="1400" b="1" dirty="0">
                <a:latin typeface="Arial"/>
                <a:ea typeface="+mn-lt"/>
                <a:cs typeface="+mn-lt"/>
              </a:rPr>
              <a:t>Attachment-based attacks</a:t>
            </a:r>
            <a:r>
              <a:rPr lang="en-US" sz="1400" dirty="0">
                <a:latin typeface="Arial"/>
                <a:ea typeface="+mn-lt"/>
                <a:cs typeface="+mn-lt"/>
              </a:rPr>
              <a:t> - Threat actors embed malicious content in business files such as an email from the IT department. </a:t>
            </a:r>
          </a:p>
          <a:p>
            <a:pPr marL="285750" indent="-285750">
              <a:buFont typeface="Arial"/>
              <a:buChar char="•"/>
            </a:pPr>
            <a:r>
              <a:rPr lang="en-US" sz="1400" b="1" dirty="0">
                <a:latin typeface="Arial"/>
                <a:ea typeface="+mn-lt"/>
                <a:cs typeface="+mn-lt"/>
              </a:rPr>
              <a:t>Email spoofing</a:t>
            </a:r>
            <a:r>
              <a:rPr lang="en-US" sz="1400" dirty="0">
                <a:latin typeface="Arial"/>
                <a:ea typeface="+mn-lt"/>
                <a:cs typeface="+mn-lt"/>
              </a:rPr>
              <a:t> - Threat actors create email messages with a forged sender address that is meant to fool the recipient into providing money or sensitive information. </a:t>
            </a:r>
          </a:p>
          <a:p>
            <a:pPr marL="285750" indent="-285750">
              <a:buFont typeface="Arial"/>
              <a:buChar char="•"/>
            </a:pPr>
            <a:r>
              <a:rPr lang="en-US" sz="1400" b="1" dirty="0">
                <a:latin typeface="Arial"/>
                <a:ea typeface="+mn-lt"/>
                <a:cs typeface="+mn-lt"/>
              </a:rPr>
              <a:t>Spam email</a:t>
            </a:r>
            <a:r>
              <a:rPr lang="en-US" sz="1400" dirty="0">
                <a:latin typeface="Arial"/>
                <a:ea typeface="+mn-lt"/>
                <a:cs typeface="+mn-lt"/>
              </a:rPr>
              <a:t> - Threat actors send unsolicited email containing advertisements or malicious files. </a:t>
            </a:r>
          </a:p>
          <a:p>
            <a:pPr marL="285750" indent="-285750">
              <a:buFont typeface="Arial"/>
              <a:buChar char="•"/>
            </a:pPr>
            <a:r>
              <a:rPr lang="en-US" sz="1400" b="1" dirty="0">
                <a:latin typeface="Arial"/>
                <a:ea typeface="+mn-lt"/>
                <a:cs typeface="+mn-lt"/>
              </a:rPr>
              <a:t>Open mail relay server</a:t>
            </a:r>
            <a:r>
              <a:rPr lang="en-US" sz="1400" dirty="0">
                <a:latin typeface="Arial"/>
                <a:ea typeface="+mn-lt"/>
                <a:cs typeface="+mn-lt"/>
              </a:rPr>
              <a:t> - Threat actors take advantage of enterprise servers that are misconfigured as open mail relays to send large volumes of spam or malware to unsuspecting users. </a:t>
            </a:r>
          </a:p>
          <a:p>
            <a:pPr marL="285750" indent="-285750">
              <a:buFont typeface="Arial"/>
              <a:buChar char="•"/>
            </a:pPr>
            <a:r>
              <a:rPr lang="en-US" sz="1400" b="1" dirty="0">
                <a:latin typeface="Arial"/>
                <a:ea typeface="+mn-lt"/>
                <a:cs typeface="+mn-lt"/>
              </a:rPr>
              <a:t>Homoglyphs</a:t>
            </a:r>
            <a:r>
              <a:rPr lang="en-US" sz="1400" dirty="0">
                <a:latin typeface="Arial"/>
                <a:ea typeface="+mn-lt"/>
                <a:cs typeface="+mn-lt"/>
              </a:rPr>
              <a:t> - Threat actors can use text characters that are very similar or even identical to legitimate text characters. </a:t>
            </a:r>
          </a:p>
          <a:p>
            <a:pPr marL="285750" indent="-285750">
              <a:buFont typeface="Arial"/>
              <a:buChar char="•"/>
            </a:pPr>
            <a:endParaRPr lang="en-US" dirty="0">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Enterprise Services</a:t>
            </a:r>
            <a:endParaRPr lang="en-US" sz="1600" dirty="0"/>
          </a:p>
        </p:txBody>
      </p:sp>
      <p:sp>
        <p:nvSpPr>
          <p:cNvPr id="3" name="Text 0"/>
          <p:cNvSpPr>
            <a:spLocks noGrp="1"/>
          </p:cNvSpPr>
          <p:nvPr>
            <p:ph type="body" idx="100" hasCustomPrompt="1"/>
          </p:nvPr>
        </p:nvSpPr>
        <p:spPr>
          <a:xfrm>
            <a:off x="0" y="274320"/>
            <a:ext cx="9144000" cy="510540"/>
          </a:xfrm>
          <a:prstGeom prst="rect">
            <a:avLst/>
          </a:prstGeom>
          <a:noFill/>
          <a:ln/>
        </p:spPr>
        <p:txBody>
          <a:bodyPr wrap="square" lIns="91440" tIns="45720" rIns="91440" bIns="45720" rtlCol="0" anchor="t"/>
          <a:lstStyle/>
          <a:p>
            <a:r>
              <a:rPr lang="en-US" sz="2200" dirty="0">
                <a:solidFill>
                  <a:srgbClr val="024C69"/>
                </a:solidFill>
                <a:latin typeface="Arial"/>
                <a:cs typeface="Arial"/>
              </a:rPr>
              <a:t>Email</a:t>
            </a:r>
            <a:r>
              <a:rPr lang="en-US" dirty="0">
                <a:latin typeface="Arial"/>
                <a:cs typeface="Arial"/>
              </a:rPr>
              <a:t> (Cont.)</a:t>
            </a:r>
            <a:endParaRPr lang="en-US" sz="2200" dirty="0"/>
          </a:p>
        </p:txBody>
      </p:sp>
      <p:sp>
        <p:nvSpPr>
          <p:cNvPr id="5" name="Text 2"/>
          <p:cNvSpPr/>
          <p:nvPr/>
        </p:nvSpPr>
        <p:spPr>
          <a:xfrm>
            <a:off x="372476" y="927321"/>
            <a:ext cx="8229600" cy="2711929"/>
          </a:xfrm>
          <a:prstGeom prst="rect">
            <a:avLst/>
          </a:prstGeom>
          <a:noFill/>
          <a:ln/>
        </p:spPr>
        <p:txBody>
          <a:bodyPr wrap="square" lIns="91440" tIns="45720" rIns="91440" bIns="45720" rtlCol="0" anchor="t"/>
          <a:lstStyle/>
          <a:p>
            <a:r>
              <a:rPr lang="en-US" sz="1400" dirty="0">
                <a:latin typeface="Arial"/>
                <a:ea typeface="+mn-lt"/>
                <a:cs typeface="+mn-lt"/>
              </a:rPr>
              <a:t>Just like any other service that is listening to a port for incoming connections, SMTP servers may also have vulnerabilities. </a:t>
            </a:r>
            <a:endParaRPr lang="en-US" sz="1400" dirty="0">
              <a:latin typeface="Arial"/>
              <a:ea typeface="+mn-lt"/>
              <a:cs typeface="Arial"/>
            </a:endParaRPr>
          </a:p>
          <a:p>
            <a:endParaRPr lang="en-US" sz="1400" dirty="0">
              <a:latin typeface="Arial"/>
              <a:ea typeface="+mn-lt"/>
              <a:cs typeface="+mn-lt"/>
            </a:endParaRPr>
          </a:p>
          <a:p>
            <a:r>
              <a:rPr lang="en-US" sz="1400" dirty="0">
                <a:latin typeface="Arial"/>
                <a:ea typeface="+mn-lt"/>
                <a:cs typeface="+mn-lt"/>
              </a:rPr>
              <a:t>A few actions to help protect against threats include:</a:t>
            </a:r>
            <a:endParaRPr lang="en-US" sz="1400" dirty="0">
              <a:latin typeface="Arial"/>
              <a:ea typeface="+mn-lt"/>
              <a:cs typeface="Arial"/>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Keep SMTP software up to date with security and software patches and updates. </a:t>
            </a:r>
            <a:endParaRPr lang="en-US" sz="1400" dirty="0">
              <a:latin typeface="Arial"/>
              <a:ea typeface="+mn-lt"/>
              <a:cs typeface="Arial"/>
            </a:endParaRPr>
          </a:p>
          <a:p>
            <a:pPr marL="285750" indent="-285750">
              <a:buFont typeface="Arial"/>
              <a:buChar char="•"/>
            </a:pPr>
            <a:r>
              <a:rPr lang="en-US" sz="1400" dirty="0">
                <a:latin typeface="Arial"/>
                <a:ea typeface="+mn-lt"/>
                <a:cs typeface="+mn-lt"/>
              </a:rPr>
              <a:t>Implement countermeasures to further prevent threat actors from completing their task of fooling the end user. </a:t>
            </a:r>
            <a:endParaRPr lang="en-US" sz="1400" dirty="0">
              <a:latin typeface="Arial"/>
              <a:ea typeface="+mn-lt"/>
              <a:cs typeface="Arial"/>
            </a:endParaRPr>
          </a:p>
          <a:p>
            <a:pPr marL="285750" indent="-285750">
              <a:buFont typeface="Arial"/>
              <a:buChar char="•"/>
            </a:pPr>
            <a:r>
              <a:rPr lang="en-US" sz="1400" dirty="0">
                <a:latin typeface="Arial"/>
                <a:ea typeface="+mn-lt"/>
                <a:cs typeface="+mn-lt"/>
              </a:rPr>
              <a:t>Use a security appliance specific to email such as the Cisco Email Security Appliance to help detect and block many known types of threats such as phishing, spam, and malware. </a:t>
            </a:r>
            <a:endParaRPr lang="en-US" sz="1400" dirty="0">
              <a:latin typeface="Arial"/>
              <a:cs typeface="Arial"/>
            </a:endParaRPr>
          </a:p>
          <a:p>
            <a:pPr marL="285750" indent="-285750">
              <a:buFont typeface="Arial"/>
              <a:buChar char="•"/>
            </a:pPr>
            <a:r>
              <a:rPr lang="en-US" sz="1400" dirty="0">
                <a:latin typeface="Arial"/>
                <a:ea typeface="+mn-lt"/>
                <a:cs typeface="+mn-lt"/>
              </a:rPr>
              <a:t>Teach the end user how to recognize spam, phishing attempts, suspicious links and URLs, homoglyphs, and to never open suspicious attachments.</a:t>
            </a:r>
            <a:endParaRPr lang="en-US" dirty="0">
              <a:latin typeface="Arial"/>
              <a:cs typeface="Calibri"/>
            </a:endParaRPr>
          </a:p>
          <a:p>
            <a:pPr>
              <a:lnSpc>
                <a:spcPts val="2000"/>
              </a:lnSpc>
            </a:pPr>
            <a:endParaRPr lang="en-US" sz="1400" dirty="0">
              <a:ea typeface="+mn-lt"/>
              <a:cs typeface="+mn-lt"/>
            </a:endParaRPr>
          </a:p>
          <a:p>
            <a:endParaRPr lang="en-US" sz="1400" dirty="0">
              <a:ea typeface="+mn-lt"/>
              <a:cs typeface="+mn-lt"/>
            </a:endParaRPr>
          </a:p>
          <a:p>
            <a:pPr marL="285750" indent="-285750">
              <a:buFont typeface="Arial"/>
              <a:buChar char="•"/>
            </a:pPr>
            <a:endParaRPr lang="en-US" dirty="0">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30</a:t>
            </a:fld>
            <a:endParaRPr lang="en-US"/>
          </a:p>
        </p:txBody>
      </p:sp>
    </p:spTree>
    <p:extLst>
      <p:ext uri="{BB962C8B-B14F-4D97-AF65-F5344CB8AC3E}">
        <p14:creationId xmlns:p14="http://schemas.microsoft.com/office/powerpoint/2010/main" val="2069152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Enterprise Services</a:t>
            </a:r>
            <a:endParaRPr lang="en-US" sz="1600" dirty="0"/>
          </a:p>
        </p:txBody>
      </p:sp>
      <p:sp>
        <p:nvSpPr>
          <p:cNvPr id="3" name="Text 0"/>
          <p:cNvSpPr>
            <a:spLocks noGrp="1"/>
          </p:cNvSpPr>
          <p:nvPr>
            <p:ph type="body" idx="100" hasCustomPrompt="1"/>
          </p:nvPr>
        </p:nvSpPr>
        <p:spPr>
          <a:xfrm>
            <a:off x="0" y="274320"/>
            <a:ext cx="9144000" cy="46482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Web-Exposed Databases</a:t>
            </a:r>
            <a:endParaRPr lang="en-US" sz="2200" dirty="0"/>
          </a:p>
        </p:txBody>
      </p:sp>
      <p:sp>
        <p:nvSpPr>
          <p:cNvPr id="5" name="Text 2"/>
          <p:cNvSpPr/>
          <p:nvPr/>
        </p:nvSpPr>
        <p:spPr>
          <a:xfrm>
            <a:off x="553641" y="887611"/>
            <a:ext cx="8229600" cy="3436430"/>
          </a:xfrm>
          <a:prstGeom prst="rect">
            <a:avLst/>
          </a:prstGeom>
          <a:noFill/>
          <a:ln/>
        </p:spPr>
        <p:txBody>
          <a:bodyPr wrap="square" lIns="91440" tIns="45720" rIns="91440" bIns="45720" rtlCol="0" anchor="t"/>
          <a:lstStyle/>
          <a:p>
            <a:r>
              <a:rPr lang="en-US" sz="1400" dirty="0">
                <a:latin typeface="Arial"/>
                <a:ea typeface="+mn-lt"/>
                <a:cs typeface="+mn-lt"/>
              </a:rPr>
              <a:t>Web applications commonly connect to a relational database to access sensitive data.</a:t>
            </a:r>
            <a:endParaRPr lang="en-US" sz="1400" dirty="0">
              <a:latin typeface="Arial"/>
              <a:cs typeface="Calibri"/>
            </a:endParaRPr>
          </a:p>
          <a:p>
            <a:endParaRPr lang="en-US" sz="1400" dirty="0">
              <a:latin typeface="Arial"/>
              <a:ea typeface="+mn-lt"/>
              <a:cs typeface="+mn-lt"/>
            </a:endParaRPr>
          </a:p>
          <a:p>
            <a:r>
              <a:rPr lang="en-US" sz="1400" b="1" dirty="0">
                <a:latin typeface="Arial"/>
                <a:ea typeface="+mn-lt"/>
                <a:cs typeface="+mn-lt"/>
              </a:rPr>
              <a:t>Code Injection</a:t>
            </a:r>
            <a:endParaRPr lang="en-US" sz="1400" dirty="0">
              <a:latin typeface="Arial"/>
              <a:cs typeface="Arial"/>
            </a:endParaRPr>
          </a:p>
          <a:p>
            <a:pPr marL="285750" indent="-285750">
              <a:buFont typeface="Arial"/>
              <a:buChar char="•"/>
            </a:pPr>
            <a:r>
              <a:rPr lang="en-US" sz="1400" dirty="0">
                <a:latin typeface="Arial"/>
                <a:ea typeface="+mn-lt"/>
                <a:cs typeface="+mn-lt"/>
              </a:rPr>
              <a:t>Attackers execute commands on a web server’s OS through a vulnerable web application. </a:t>
            </a:r>
          </a:p>
          <a:p>
            <a:endParaRPr lang="en-US" sz="1400" dirty="0">
              <a:latin typeface="Arial"/>
              <a:ea typeface="+mn-lt"/>
              <a:cs typeface="+mn-lt"/>
            </a:endParaRPr>
          </a:p>
          <a:p>
            <a:r>
              <a:rPr lang="en-US" sz="1400" b="1" dirty="0">
                <a:latin typeface="Arial"/>
                <a:ea typeface="+mn-lt"/>
                <a:cs typeface="+mn-lt"/>
              </a:rPr>
              <a:t>SQL Injection</a:t>
            </a:r>
            <a:endParaRPr lang="en-US" sz="1400" dirty="0">
              <a:latin typeface="Arial"/>
              <a:cs typeface="Arial"/>
            </a:endParaRPr>
          </a:p>
          <a:p>
            <a:pPr marL="285750" indent="-285750">
              <a:buFont typeface="Arial"/>
              <a:buChar char="•"/>
            </a:pPr>
            <a:r>
              <a:rPr lang="en-US" sz="1400" dirty="0">
                <a:latin typeface="Arial"/>
                <a:ea typeface="+mn-lt"/>
                <a:cs typeface="+mn-lt"/>
              </a:rPr>
              <a:t>Threat actors use SQL injections to breach the relational database, create malicious SQL queries, and obtain sensitive data from the relational database.</a:t>
            </a:r>
          </a:p>
          <a:p>
            <a:pPr marL="285750" indent="-285750">
              <a:buFont typeface="Arial"/>
              <a:buChar char="•"/>
            </a:pPr>
            <a:r>
              <a:rPr lang="en-US" sz="1400" dirty="0">
                <a:latin typeface="Arial"/>
                <a:ea typeface="+mn-lt"/>
                <a:cs typeface="+mn-lt"/>
              </a:rPr>
              <a:t>SQL Injection is one of the most common database attacks. </a:t>
            </a:r>
            <a:endParaRPr lang="en-US" sz="1400" dirty="0">
              <a:latin typeface="Arial"/>
              <a:cs typeface="Calibri"/>
            </a:endParaRPr>
          </a:p>
          <a:p>
            <a:endParaRPr lang="en-US" sz="1400" dirty="0">
              <a:latin typeface="Arial"/>
              <a:ea typeface="+mn-lt"/>
              <a:cs typeface="+mn-lt"/>
            </a:endParaRPr>
          </a:p>
          <a:p>
            <a:r>
              <a:rPr lang="en-US" sz="1400" dirty="0">
                <a:latin typeface="Arial"/>
                <a:ea typeface="+mn-lt"/>
                <a:cs typeface="+mn-lt"/>
              </a:rPr>
              <a:t>Security analysts should be able to recognize suspicious SQL queries to detect if the relational database has been subjected to SQL injection attacks. </a:t>
            </a:r>
            <a:endParaRPr lang="en-US" dirty="0">
              <a:latin typeface="Arial"/>
              <a:ea typeface="+mn-lt"/>
              <a:cs typeface="Arial"/>
            </a:endParaRPr>
          </a:p>
          <a:p>
            <a:endParaRPr lang="en-US" sz="1400" dirty="0">
              <a:latin typeface="Arial"/>
              <a:ea typeface="+mn-lt"/>
              <a:cs typeface="+mn-lt"/>
            </a:endParaRPr>
          </a:p>
          <a:p>
            <a:r>
              <a:rPr lang="en-US" sz="1400" dirty="0">
                <a:latin typeface="Arial"/>
                <a:ea typeface="+mn-lt"/>
                <a:cs typeface="+mn-lt"/>
              </a:rPr>
              <a:t>Security analysts need to be able to determine which user ID was used by the threat actor to log in, then identify any information or further access the threat actor could have leveraged after a successful login.</a:t>
            </a:r>
            <a:endParaRPr lang="en-US"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Enterprise Services</a:t>
            </a:r>
            <a:endParaRPr lang="en-US" sz="1600" dirty="0"/>
          </a:p>
        </p:txBody>
      </p:sp>
      <p:sp>
        <p:nvSpPr>
          <p:cNvPr id="3" name="Text 0"/>
          <p:cNvSpPr>
            <a:spLocks noGrp="1"/>
          </p:cNvSpPr>
          <p:nvPr>
            <p:ph type="body" idx="100" hasCustomPrompt="1"/>
          </p:nvPr>
        </p:nvSpPr>
        <p:spPr>
          <a:xfrm>
            <a:off x="-8930" y="274319"/>
            <a:ext cx="9099352" cy="365551"/>
          </a:xfrm>
          <a:prstGeom prst="rect">
            <a:avLst/>
          </a:prstGeom>
          <a:noFill/>
          <a:ln/>
        </p:spPr>
        <p:txBody>
          <a:bodyPr wrap="square" lIns="91440" tIns="45720" rIns="91440" bIns="45720" rtlCol="0" anchor="t"/>
          <a:lstStyle/>
          <a:p>
            <a:pPr marL="0" indent="0">
              <a:buNone/>
            </a:pPr>
            <a:r>
              <a:rPr lang="en-US" dirty="0">
                <a:latin typeface="Arial"/>
                <a:cs typeface="Arial"/>
              </a:rPr>
              <a:t>Client-Side</a:t>
            </a:r>
            <a:r>
              <a:rPr lang="en-US" sz="2200" dirty="0">
                <a:solidFill>
                  <a:srgbClr val="024C69"/>
                </a:solidFill>
                <a:latin typeface="Arial"/>
                <a:cs typeface="Arial"/>
              </a:rPr>
              <a:t> Scripting</a:t>
            </a:r>
            <a:endParaRPr lang="en-US" sz="2200" dirty="0">
              <a:latin typeface="Arial"/>
              <a:cs typeface="Arial"/>
            </a:endParaRPr>
          </a:p>
        </p:txBody>
      </p:sp>
      <p:sp>
        <p:nvSpPr>
          <p:cNvPr id="5" name="Text 2"/>
          <p:cNvSpPr/>
          <p:nvPr/>
        </p:nvSpPr>
        <p:spPr>
          <a:xfrm>
            <a:off x="508992" y="667822"/>
            <a:ext cx="8229600" cy="3919627"/>
          </a:xfrm>
          <a:prstGeom prst="rect">
            <a:avLst/>
          </a:prstGeom>
          <a:noFill/>
          <a:ln/>
        </p:spPr>
        <p:txBody>
          <a:bodyPr wrap="square" lIns="91440" tIns="45720" rIns="91440" bIns="45720" rtlCol="0" anchor="t"/>
          <a:lstStyle/>
          <a:p>
            <a:r>
              <a:rPr lang="en-US" sz="1400" b="1" dirty="0">
                <a:latin typeface="Arial"/>
                <a:ea typeface="+mn-lt"/>
                <a:cs typeface="+mn-lt"/>
              </a:rPr>
              <a:t>Cross-Site Scripting (XSS)</a:t>
            </a:r>
            <a:endParaRPr lang="en-US" sz="1400" dirty="0">
              <a:latin typeface="Arial"/>
              <a:cs typeface="Arial"/>
            </a:endParaRPr>
          </a:p>
          <a:p>
            <a:r>
              <a:rPr lang="en-US" sz="1400" dirty="0">
                <a:latin typeface="Arial"/>
                <a:ea typeface="+mn-lt"/>
                <a:cs typeface="+mn-lt"/>
              </a:rPr>
              <a:t>XSS occurs when web pages that are executed on the client-side, within their own web browser, are injected with malicious scripts. </a:t>
            </a:r>
          </a:p>
          <a:p>
            <a:endParaRPr lang="en-US" sz="1400" dirty="0">
              <a:latin typeface="Arial"/>
              <a:ea typeface="+mn-lt"/>
              <a:cs typeface="+mn-lt"/>
            </a:endParaRPr>
          </a:p>
          <a:p>
            <a:r>
              <a:rPr lang="en-US" sz="1400" dirty="0">
                <a:latin typeface="Arial"/>
                <a:ea typeface="+mn-lt"/>
                <a:cs typeface="+mn-lt"/>
              </a:rPr>
              <a:t>Two main types of XSS:</a:t>
            </a:r>
            <a:endParaRPr lang="en-US" sz="1400" dirty="0">
              <a:latin typeface="Arial"/>
              <a:cs typeface="Calibri"/>
            </a:endParaRPr>
          </a:p>
          <a:p>
            <a:pPr marL="285750" indent="-285750">
              <a:buFont typeface="Arial"/>
              <a:buChar char="•"/>
            </a:pPr>
            <a:r>
              <a:rPr lang="en-US" sz="1400" b="1" dirty="0">
                <a:latin typeface="Arial"/>
                <a:ea typeface="+mn-lt"/>
                <a:cs typeface="+mn-lt"/>
              </a:rPr>
              <a:t>Stored (persistent)</a:t>
            </a:r>
            <a:r>
              <a:rPr lang="en-US" sz="1400" dirty="0">
                <a:latin typeface="Arial"/>
                <a:ea typeface="+mn-lt"/>
                <a:cs typeface="+mn-lt"/>
              </a:rPr>
              <a:t> - This is permanently stored on the infected server and is received by all visitors to the infected page.</a:t>
            </a:r>
            <a:endParaRPr lang="en-US" sz="1400" dirty="0">
              <a:latin typeface="Arial"/>
              <a:cs typeface="Arial"/>
            </a:endParaRPr>
          </a:p>
          <a:p>
            <a:pPr marL="285750" indent="-285750">
              <a:buFont typeface="Arial"/>
              <a:buChar char="•"/>
            </a:pPr>
            <a:r>
              <a:rPr lang="en-US" sz="1400" b="1" dirty="0">
                <a:latin typeface="Arial"/>
                <a:ea typeface="+mn-lt"/>
                <a:cs typeface="+mn-lt"/>
              </a:rPr>
              <a:t>Reflected (non-persistent)</a:t>
            </a:r>
            <a:r>
              <a:rPr lang="en-US" sz="1400" dirty="0">
                <a:latin typeface="Arial"/>
                <a:ea typeface="+mn-lt"/>
                <a:cs typeface="+mn-lt"/>
              </a:rPr>
              <a:t> - This only requires that the malicious script is in a link and visitors must click the infected link to become infected.</a:t>
            </a:r>
            <a:endParaRPr lang="en-US" sz="1400" dirty="0">
              <a:latin typeface="Arial"/>
              <a:cs typeface="Arial"/>
            </a:endParaRPr>
          </a:p>
          <a:p>
            <a:pPr marL="285750" indent="-285750">
              <a:buFont typeface="Arial"/>
              <a:buChar char="•"/>
            </a:pPr>
            <a:endParaRPr lang="en-US" sz="1400" dirty="0">
              <a:latin typeface="Arial"/>
              <a:ea typeface="+mn-lt"/>
              <a:cs typeface="+mn-lt"/>
            </a:endParaRPr>
          </a:p>
          <a:p>
            <a:r>
              <a:rPr lang="en-US" sz="1400" dirty="0">
                <a:latin typeface="Arial"/>
                <a:ea typeface="+mn-lt"/>
                <a:cs typeface="+mn-lt"/>
              </a:rPr>
              <a:t>To prevent or reduce XSS attacks:</a:t>
            </a:r>
            <a:endParaRPr lang="en-US" sz="1400" dirty="0">
              <a:latin typeface="Arial"/>
              <a:cs typeface="Arial"/>
            </a:endParaRPr>
          </a:p>
          <a:p>
            <a:pPr marL="285750" indent="-285750">
              <a:buFont typeface="Arial"/>
              <a:buChar char="•"/>
            </a:pPr>
            <a:r>
              <a:rPr lang="en-US" sz="1400" dirty="0">
                <a:latin typeface="Arial"/>
                <a:ea typeface="+mn-lt"/>
                <a:cs typeface="+mn-lt"/>
              </a:rPr>
              <a:t>Be sure that web application developers are aware of XSS vulnerabilities and how to avoid them.</a:t>
            </a:r>
            <a:endParaRPr lang="en-US" sz="1400" dirty="0">
              <a:latin typeface="Arial"/>
              <a:cs typeface="Arial"/>
            </a:endParaRPr>
          </a:p>
          <a:p>
            <a:pPr marL="285750" indent="-285750">
              <a:buFont typeface="Arial"/>
              <a:buChar char="•"/>
            </a:pPr>
            <a:r>
              <a:rPr lang="en-US" sz="1400" dirty="0">
                <a:latin typeface="Arial"/>
                <a:ea typeface="+mn-lt"/>
                <a:cs typeface="+mn-lt"/>
              </a:rPr>
              <a:t>Use an IPS implementation to detect and prevent malicious scripts.</a:t>
            </a:r>
            <a:endParaRPr lang="en-US" sz="1400" dirty="0">
              <a:latin typeface="Arial"/>
              <a:cs typeface="Arial"/>
            </a:endParaRPr>
          </a:p>
          <a:p>
            <a:pPr marL="285750" indent="-285750">
              <a:buFont typeface="Arial"/>
              <a:buChar char="•"/>
            </a:pPr>
            <a:r>
              <a:rPr lang="en-US" sz="1400" dirty="0">
                <a:latin typeface="Arial"/>
                <a:ea typeface="+mn-lt"/>
                <a:cs typeface="+mn-lt"/>
              </a:rPr>
              <a:t>Use a web proxy to block malicious sites.</a:t>
            </a:r>
            <a:endParaRPr lang="en-US" sz="1400" dirty="0">
              <a:latin typeface="Arial"/>
              <a:cs typeface="Arial"/>
            </a:endParaRPr>
          </a:p>
          <a:p>
            <a:pPr marL="285750" indent="-285750">
              <a:buFont typeface="Arial"/>
              <a:buChar char="•"/>
            </a:pPr>
            <a:r>
              <a:rPr lang="en-US" sz="1400" dirty="0">
                <a:latin typeface="Arial"/>
                <a:ea typeface="+mn-lt"/>
                <a:cs typeface="+mn-lt"/>
              </a:rPr>
              <a:t>Use a service such as Cisco Umbrella to prevent users from navigating to websites that are known to be malicious.</a:t>
            </a:r>
            <a:endParaRPr lang="en-US" sz="1400" dirty="0">
              <a:latin typeface="Arial"/>
              <a:cs typeface="Arial"/>
            </a:endParaRPr>
          </a:p>
          <a:p>
            <a:pPr marL="285750" indent="-285750">
              <a:buFont typeface="Arial"/>
              <a:buChar char="•"/>
            </a:pPr>
            <a:r>
              <a:rPr lang="en-US" sz="1400" dirty="0">
                <a:latin typeface="Arial"/>
                <a:ea typeface="+mn-lt"/>
                <a:cs typeface="+mn-lt"/>
              </a:rPr>
              <a:t>Teach end users to identify phishing attacks and notify infosec personnel when they are suspicious of anything security-related.</a:t>
            </a:r>
            <a:endParaRPr lang="en-US" dirty="0">
              <a:latin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Enterprise Services</a:t>
            </a:r>
            <a:endParaRPr lang="en-US" sz="1600" dirty="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Lab - Install a Virtual Machine on a Personal Computer</a:t>
            </a:r>
            <a:endParaRPr lang="en-US" sz="2200" dirty="0"/>
          </a:p>
        </p:txBody>
      </p:sp>
      <p:sp>
        <p:nvSpPr>
          <p:cNvPr id="5" name="Text 2"/>
          <p:cNvSpPr/>
          <p:nvPr/>
        </p:nvSpPr>
        <p:spPr>
          <a:xfrm>
            <a:off x="589359" y="1343025"/>
            <a:ext cx="8229600" cy="2571750"/>
          </a:xfrm>
          <a:prstGeom prst="rect">
            <a:avLst/>
          </a:prstGeom>
          <a:noFill/>
          <a:ln/>
        </p:spPr>
        <p:txBody>
          <a:bodyPr wrap="square" lIns="91440" tIns="45720" rIns="91440" bIns="45720" rtlCol="0" anchor="t"/>
          <a:lstStyle/>
          <a:p>
            <a:r>
              <a:rPr lang="en-US" sz="1400" b="1" dirty="0">
                <a:latin typeface="Arial"/>
                <a:cs typeface="Arial"/>
              </a:rPr>
              <a:t>Objectives:</a:t>
            </a:r>
          </a:p>
          <a:p>
            <a:endParaRPr lang="en-US" sz="1400" b="1" dirty="0">
              <a:latin typeface="Arial"/>
              <a:ea typeface="+mn-lt"/>
              <a:cs typeface="Arial"/>
            </a:endParaRPr>
          </a:p>
          <a:p>
            <a:r>
              <a:rPr lang="en-US" sz="1400" dirty="0">
                <a:latin typeface="Arial"/>
                <a:ea typeface="+mn-lt"/>
                <a:cs typeface="+mn-lt"/>
              </a:rPr>
              <a:t>Part 1: Prepare a Computer for Virtualization</a:t>
            </a:r>
            <a:endParaRPr lang="en-US" sz="1400" dirty="0">
              <a:latin typeface="Arial"/>
              <a:cs typeface="Calibri"/>
            </a:endParaRPr>
          </a:p>
          <a:p>
            <a:r>
              <a:rPr lang="en-US" sz="1400" dirty="0">
                <a:latin typeface="Arial"/>
                <a:ea typeface="+mn-lt"/>
                <a:cs typeface="+mn-lt"/>
              </a:rPr>
              <a:t>Part 2: Import a Virtual Machine into VirtualBox Inventory</a:t>
            </a:r>
            <a:endParaRPr lang="en-US" sz="1400" dirty="0">
              <a:latin typeface="Arial"/>
              <a:cs typeface="Calibri"/>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Enterprise Services</a:t>
            </a:r>
            <a:endParaRPr lang="en-US" sz="1600"/>
          </a:p>
        </p:txBody>
      </p:sp>
      <p:sp>
        <p:nvSpPr>
          <p:cNvPr id="3" name="Text 0"/>
          <p:cNvSpPr>
            <a:spLocks noGrp="1"/>
          </p:cNvSpPr>
          <p:nvPr>
            <p:ph type="body" idx="100" hasCustomPrompt="1"/>
          </p:nvPr>
        </p:nvSpPr>
        <p:spPr>
          <a:xfrm>
            <a:off x="0" y="274320"/>
            <a:ext cx="9144000" cy="55626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Lab - Attacking a MySQL Database</a:t>
            </a:r>
            <a:endParaRPr lang="en-US" sz="2200"/>
          </a:p>
        </p:txBody>
      </p:sp>
      <p:sp>
        <p:nvSpPr>
          <p:cNvPr id="5" name="Text 2"/>
          <p:cNvSpPr/>
          <p:nvPr/>
        </p:nvSpPr>
        <p:spPr>
          <a:xfrm>
            <a:off x="460806" y="1124837"/>
            <a:ext cx="8229600" cy="2571750"/>
          </a:xfrm>
          <a:prstGeom prst="rect">
            <a:avLst/>
          </a:prstGeom>
          <a:noFill/>
          <a:ln/>
        </p:spPr>
        <p:txBody>
          <a:bodyPr wrap="square" lIns="91440" tIns="45720" rIns="91440" bIns="45720" rtlCol="0" anchor="t"/>
          <a:lstStyle/>
          <a:p>
            <a:r>
              <a:rPr lang="en-US" sz="1400" dirty="0">
                <a:latin typeface="Arial"/>
                <a:ea typeface="+mn-lt"/>
                <a:cs typeface="+mn-lt"/>
              </a:rPr>
              <a:t>In this lab, you will view a PCAP file from a previous attack against an SQL database.</a:t>
            </a:r>
            <a:endParaRPr lang="en-US" sz="1400" dirty="0">
              <a:latin typeface="Arial"/>
              <a:cs typeface="Arial"/>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Part 1: Open Wireshark and load the PCAP file.</a:t>
            </a:r>
            <a:endParaRPr lang="en-US" sz="1400" dirty="0">
              <a:latin typeface="Arial"/>
              <a:cs typeface="Arial"/>
            </a:endParaRPr>
          </a:p>
          <a:p>
            <a:pPr marL="285750" indent="-285750">
              <a:buFont typeface="Arial"/>
              <a:buChar char="•"/>
            </a:pPr>
            <a:r>
              <a:rPr lang="en-US" sz="1400" dirty="0">
                <a:latin typeface="Arial"/>
                <a:ea typeface="+mn-lt"/>
                <a:cs typeface="+mn-lt"/>
              </a:rPr>
              <a:t>Part 2: View the SQL Injection Attack.</a:t>
            </a:r>
            <a:endParaRPr lang="en-US" sz="1400" dirty="0">
              <a:latin typeface="Arial"/>
              <a:cs typeface="Arial"/>
            </a:endParaRPr>
          </a:p>
          <a:p>
            <a:pPr marL="285750" indent="-285750">
              <a:buFont typeface="Arial"/>
              <a:buChar char="•"/>
            </a:pPr>
            <a:r>
              <a:rPr lang="en-US" sz="1400" dirty="0">
                <a:latin typeface="Arial"/>
                <a:ea typeface="+mn-lt"/>
                <a:cs typeface="+mn-lt"/>
              </a:rPr>
              <a:t>Part 3: The SQL Injection Attack continues…</a:t>
            </a:r>
            <a:endParaRPr lang="en-US" sz="1400" dirty="0">
              <a:latin typeface="Arial"/>
              <a:cs typeface="Arial"/>
            </a:endParaRPr>
          </a:p>
          <a:p>
            <a:pPr marL="285750" indent="-285750">
              <a:buFont typeface="Arial"/>
              <a:buChar char="•"/>
            </a:pPr>
            <a:r>
              <a:rPr lang="en-US" sz="1400" dirty="0">
                <a:latin typeface="Arial"/>
                <a:ea typeface="+mn-lt"/>
                <a:cs typeface="+mn-lt"/>
              </a:rPr>
              <a:t>Part 4: The SQL Injection Attack provides system information.</a:t>
            </a:r>
            <a:endParaRPr lang="en-US" sz="1400" dirty="0">
              <a:latin typeface="Arial"/>
              <a:cs typeface="Arial"/>
            </a:endParaRPr>
          </a:p>
          <a:p>
            <a:pPr marL="285750" indent="-285750">
              <a:buFont typeface="Arial"/>
              <a:buChar char="•"/>
            </a:pPr>
            <a:r>
              <a:rPr lang="en-US" sz="1400" dirty="0">
                <a:latin typeface="Arial"/>
                <a:ea typeface="+mn-lt"/>
                <a:cs typeface="+mn-lt"/>
              </a:rPr>
              <a:t>Part 5: The SQL Injection Attack and Table Information.</a:t>
            </a:r>
            <a:endParaRPr lang="en-US" sz="1400" dirty="0">
              <a:latin typeface="Arial"/>
              <a:cs typeface="Arial"/>
            </a:endParaRPr>
          </a:p>
          <a:p>
            <a:pPr marL="285750" indent="-285750">
              <a:buFont typeface="Arial"/>
              <a:buChar char="•"/>
            </a:pPr>
            <a:r>
              <a:rPr lang="en-US" sz="1400" dirty="0">
                <a:latin typeface="Arial"/>
                <a:ea typeface="+mn-lt"/>
                <a:cs typeface="+mn-lt"/>
              </a:rPr>
              <a:t>Part 6: The SQL Injection Attack Concludes.</a:t>
            </a:r>
            <a:endParaRPr lang="en-US" sz="1400" dirty="0">
              <a:latin typeface="Arial"/>
              <a:cs typeface="Arial"/>
            </a:endParaRPr>
          </a:p>
          <a:p>
            <a:pPr>
              <a:lnSpc>
                <a:spcPts val="2000"/>
              </a:lnSpc>
            </a:pPr>
            <a:br>
              <a:rPr lang="en-US" dirty="0"/>
            </a:b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Enterprise Services</a:t>
            </a:r>
            <a:endParaRPr lang="en-US" sz="1600"/>
          </a:p>
        </p:txBody>
      </p:sp>
      <p:sp>
        <p:nvSpPr>
          <p:cNvPr id="3" name="Text 0"/>
          <p:cNvSpPr>
            <a:spLocks noGrp="1"/>
          </p:cNvSpPr>
          <p:nvPr>
            <p:ph type="body" idx="100" hasCustomPrompt="1"/>
          </p:nvPr>
        </p:nvSpPr>
        <p:spPr>
          <a:xfrm>
            <a:off x="0" y="274320"/>
            <a:ext cx="9144000" cy="58674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Lab - Reading Server Logs</a:t>
            </a:r>
            <a:endParaRPr lang="en-US" sz="2200"/>
          </a:p>
        </p:txBody>
      </p:sp>
      <p:sp>
        <p:nvSpPr>
          <p:cNvPr id="5" name="Text 2"/>
          <p:cNvSpPr/>
          <p:nvPr/>
        </p:nvSpPr>
        <p:spPr>
          <a:xfrm>
            <a:off x="630470" y="1089118"/>
            <a:ext cx="8229600" cy="2571750"/>
          </a:xfrm>
          <a:prstGeom prst="rect">
            <a:avLst/>
          </a:prstGeom>
          <a:noFill/>
          <a:ln/>
        </p:spPr>
        <p:txBody>
          <a:bodyPr wrap="square" lIns="91440" tIns="45720" rIns="91440" bIns="45720" rtlCol="0" anchor="t"/>
          <a:lstStyle/>
          <a:p>
            <a:r>
              <a:rPr lang="en-US" sz="1400" dirty="0">
                <a:latin typeface="Arial"/>
                <a:ea typeface="+mn-lt"/>
                <a:cs typeface="+mn-lt"/>
              </a:rPr>
              <a:t>In this lab, you will complete the following objectives:</a:t>
            </a:r>
            <a:endParaRPr lang="en-US" sz="1400" dirty="0">
              <a:latin typeface="Arial"/>
              <a:cs typeface="Arial"/>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Reading Log Files with </a:t>
            </a:r>
            <a:r>
              <a:rPr lang="en-US" sz="1400" b="1" dirty="0">
                <a:latin typeface="Arial"/>
                <a:ea typeface="+mn-lt"/>
                <a:cs typeface="+mn-lt"/>
              </a:rPr>
              <a:t>cat</a:t>
            </a:r>
            <a:r>
              <a:rPr lang="en-US" sz="1400" dirty="0">
                <a:latin typeface="Arial"/>
                <a:ea typeface="+mn-lt"/>
                <a:cs typeface="+mn-lt"/>
              </a:rPr>
              <a:t>, </a:t>
            </a:r>
            <a:r>
              <a:rPr lang="en-US" sz="1400" b="1" dirty="0">
                <a:latin typeface="Arial"/>
                <a:ea typeface="+mn-lt"/>
                <a:cs typeface="+mn-lt"/>
              </a:rPr>
              <a:t>more</a:t>
            </a:r>
            <a:r>
              <a:rPr lang="en-US" sz="1400" dirty="0">
                <a:latin typeface="Arial"/>
                <a:ea typeface="+mn-lt"/>
                <a:cs typeface="+mn-lt"/>
              </a:rPr>
              <a:t>, and </a:t>
            </a:r>
            <a:r>
              <a:rPr lang="en-US" sz="1400" b="1" dirty="0">
                <a:latin typeface="Arial"/>
                <a:ea typeface="+mn-lt"/>
                <a:cs typeface="+mn-lt"/>
              </a:rPr>
              <a:t>less</a:t>
            </a:r>
            <a:endParaRPr lang="en-US" sz="1400" dirty="0">
              <a:latin typeface="Arial"/>
              <a:cs typeface="Arial"/>
            </a:endParaRPr>
          </a:p>
          <a:p>
            <a:pPr marL="285750" indent="-285750">
              <a:buFont typeface="Arial"/>
              <a:buChar char="•"/>
            </a:pPr>
            <a:r>
              <a:rPr lang="en-US" sz="1400" dirty="0">
                <a:latin typeface="Arial"/>
                <a:ea typeface="+mn-lt"/>
                <a:cs typeface="+mn-lt"/>
              </a:rPr>
              <a:t>Log Files and Syslog</a:t>
            </a:r>
            <a:endParaRPr lang="en-US" sz="1400" dirty="0">
              <a:latin typeface="Arial"/>
              <a:cs typeface="Arial"/>
            </a:endParaRPr>
          </a:p>
          <a:p>
            <a:pPr marL="285750" indent="-285750">
              <a:buFont typeface="Arial"/>
              <a:buChar char="•"/>
            </a:pPr>
            <a:r>
              <a:rPr lang="en-US" sz="1400" dirty="0">
                <a:latin typeface="Arial"/>
                <a:ea typeface="+mn-lt"/>
                <a:cs typeface="+mn-lt"/>
              </a:rPr>
              <a:t>Log Files and </a:t>
            </a:r>
            <a:r>
              <a:rPr lang="en-US" sz="1400" b="1" dirty="0" err="1">
                <a:latin typeface="Arial"/>
                <a:ea typeface="+mn-lt"/>
                <a:cs typeface="+mn-lt"/>
              </a:rPr>
              <a:t>journalctl</a:t>
            </a:r>
            <a:endParaRPr lang="en-US" sz="1400" dirty="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6002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4.3 Mitigating Common Network Attacks</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Mitigating Common Network Attacks</a:t>
            </a:r>
            <a:endParaRPr lang="en-US" sz="1600"/>
          </a:p>
        </p:txBody>
      </p:sp>
      <p:sp>
        <p:nvSpPr>
          <p:cNvPr id="3" name="Text 0"/>
          <p:cNvSpPr>
            <a:spLocks noGrp="1"/>
          </p:cNvSpPr>
          <p:nvPr>
            <p:ph type="body" idx="100" hasCustomPrompt="1"/>
          </p:nvPr>
        </p:nvSpPr>
        <p:spPr>
          <a:xfrm>
            <a:off x="0" y="274320"/>
            <a:ext cx="9144000" cy="5029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Defending the Network</a:t>
            </a:r>
            <a:endParaRPr lang="en-US" sz="2200"/>
          </a:p>
        </p:txBody>
      </p:sp>
      <p:sp>
        <p:nvSpPr>
          <p:cNvPr id="5" name="Text 2"/>
          <p:cNvSpPr/>
          <p:nvPr/>
        </p:nvSpPr>
        <p:spPr>
          <a:xfrm>
            <a:off x="455414" y="905470"/>
            <a:ext cx="8229600" cy="3660834"/>
          </a:xfrm>
          <a:prstGeom prst="rect">
            <a:avLst/>
          </a:prstGeom>
          <a:noFill/>
          <a:ln/>
        </p:spPr>
        <p:txBody>
          <a:bodyPr wrap="square" lIns="91440" tIns="45720" rIns="91440" bIns="45720" rtlCol="0" anchor="t"/>
          <a:lstStyle/>
          <a:p>
            <a:r>
              <a:rPr lang="en-US" sz="1400" dirty="0">
                <a:latin typeface="Arial"/>
                <a:ea typeface="+mn-lt"/>
                <a:cs typeface="+mn-lt"/>
              </a:rPr>
              <a:t>Constant vigilance and ongoing education are required to defend your network against attack. </a:t>
            </a:r>
            <a:endParaRPr lang="en-US" sz="1400" dirty="0">
              <a:latin typeface="Arial"/>
              <a:ea typeface="+mn-lt"/>
              <a:cs typeface="Arial"/>
            </a:endParaRPr>
          </a:p>
          <a:p>
            <a:endParaRPr lang="en-US" sz="1400" dirty="0">
              <a:latin typeface="Arial"/>
              <a:ea typeface="+mn-lt"/>
              <a:cs typeface="+mn-lt"/>
            </a:endParaRPr>
          </a:p>
          <a:p>
            <a:r>
              <a:rPr lang="en-US" sz="1400" dirty="0">
                <a:latin typeface="Arial"/>
                <a:ea typeface="+mn-lt"/>
                <a:cs typeface="+mn-lt"/>
              </a:rPr>
              <a:t>The best practices for securing a network are:</a:t>
            </a:r>
            <a:endParaRPr lang="en-US" sz="1400" dirty="0">
              <a:latin typeface="Arial"/>
              <a:cs typeface="Arial"/>
            </a:endParaRPr>
          </a:p>
          <a:p>
            <a:endParaRPr lang="en-US" sz="1400">
              <a:latin typeface="Arial"/>
              <a:ea typeface="+mn-lt"/>
              <a:cs typeface="+mn-lt"/>
            </a:endParaRPr>
          </a:p>
          <a:p>
            <a:pPr marL="285750" indent="-285750">
              <a:buFont typeface="Arial"/>
              <a:buChar char="•"/>
            </a:pPr>
            <a:r>
              <a:rPr lang="en-US" sz="1400" dirty="0">
                <a:latin typeface="Arial"/>
                <a:ea typeface="+mn-lt"/>
                <a:cs typeface="+mn-lt"/>
              </a:rPr>
              <a:t>Develop a written security policy for the company.</a:t>
            </a:r>
            <a:endParaRPr lang="en-US" sz="1400" dirty="0">
              <a:latin typeface="Arial"/>
              <a:cs typeface="Arial"/>
            </a:endParaRPr>
          </a:p>
          <a:p>
            <a:pPr marL="285750" indent="-285750">
              <a:buFont typeface="Arial"/>
              <a:buChar char="•"/>
            </a:pPr>
            <a:r>
              <a:rPr lang="en-US" sz="1400" dirty="0">
                <a:latin typeface="Arial"/>
                <a:ea typeface="+mn-lt"/>
                <a:cs typeface="+mn-lt"/>
              </a:rPr>
              <a:t>Educate employees about the risks of social engineering, and develop strategies to validate identities over the phone, via email, or in person.</a:t>
            </a:r>
            <a:endParaRPr lang="en-US" sz="1400" dirty="0">
              <a:latin typeface="Arial"/>
              <a:cs typeface="Arial"/>
            </a:endParaRPr>
          </a:p>
          <a:p>
            <a:pPr marL="285750" indent="-285750">
              <a:buFont typeface="Arial"/>
              <a:buChar char="•"/>
            </a:pPr>
            <a:r>
              <a:rPr lang="en-US" sz="1400" dirty="0">
                <a:latin typeface="Arial"/>
                <a:ea typeface="+mn-lt"/>
                <a:cs typeface="+mn-lt"/>
              </a:rPr>
              <a:t>Control physical access to systems.</a:t>
            </a:r>
            <a:endParaRPr lang="en-US" sz="1400" dirty="0">
              <a:latin typeface="Arial"/>
              <a:cs typeface="Arial"/>
            </a:endParaRPr>
          </a:p>
          <a:p>
            <a:pPr marL="285750" indent="-285750">
              <a:buFont typeface="Arial"/>
              <a:buChar char="•"/>
            </a:pPr>
            <a:r>
              <a:rPr lang="en-US" sz="1400" dirty="0">
                <a:latin typeface="Arial"/>
                <a:ea typeface="+mn-lt"/>
                <a:cs typeface="+mn-lt"/>
              </a:rPr>
              <a:t>Use strong passwords and change them often.</a:t>
            </a:r>
            <a:endParaRPr lang="en-US" sz="1400" dirty="0">
              <a:latin typeface="Arial"/>
              <a:cs typeface="Arial"/>
            </a:endParaRPr>
          </a:p>
          <a:p>
            <a:pPr marL="285750" indent="-285750">
              <a:buFont typeface="Arial"/>
              <a:buChar char="•"/>
            </a:pPr>
            <a:r>
              <a:rPr lang="en-US" sz="1400" dirty="0">
                <a:latin typeface="Arial"/>
                <a:ea typeface="+mn-lt"/>
                <a:cs typeface="+mn-lt"/>
              </a:rPr>
              <a:t>Encrypt and password-protect sensitive data.</a:t>
            </a:r>
            <a:endParaRPr lang="en-US" sz="1400" dirty="0">
              <a:latin typeface="Arial"/>
              <a:cs typeface="Arial"/>
            </a:endParaRPr>
          </a:p>
          <a:p>
            <a:pPr marL="285750" indent="-285750">
              <a:buFont typeface="Arial"/>
              <a:buChar char="•"/>
            </a:pPr>
            <a:r>
              <a:rPr lang="en-US" sz="1400" dirty="0">
                <a:latin typeface="Arial"/>
                <a:ea typeface="+mn-lt"/>
                <a:cs typeface="+mn-lt"/>
              </a:rPr>
              <a:t>Implement security hardware and software such as firewalls, IPS devices, VPN devices, antivirus software, and content filtering.</a:t>
            </a:r>
            <a:endParaRPr lang="en-US" sz="1400" dirty="0">
              <a:latin typeface="Arial"/>
              <a:cs typeface="Arial"/>
            </a:endParaRPr>
          </a:p>
          <a:p>
            <a:pPr marL="285750" indent="-285750">
              <a:buFont typeface="Arial"/>
              <a:buChar char="•"/>
            </a:pPr>
            <a:r>
              <a:rPr lang="en-US" sz="1400" dirty="0">
                <a:latin typeface="Arial"/>
                <a:ea typeface="+mn-lt"/>
                <a:cs typeface="+mn-lt"/>
              </a:rPr>
              <a:t>Perform backups and test the backed-up files on a regular basis.</a:t>
            </a:r>
            <a:endParaRPr lang="en-US" sz="1400" dirty="0">
              <a:latin typeface="Arial"/>
              <a:cs typeface="Arial"/>
            </a:endParaRPr>
          </a:p>
          <a:p>
            <a:pPr marL="285750" indent="-285750">
              <a:buFont typeface="Arial"/>
              <a:buChar char="•"/>
            </a:pPr>
            <a:r>
              <a:rPr lang="en-US" sz="1400" dirty="0">
                <a:latin typeface="Arial"/>
                <a:ea typeface="+mn-lt"/>
                <a:cs typeface="+mn-lt"/>
              </a:rPr>
              <a:t>Shut down unnecessary services and ports.</a:t>
            </a:r>
            <a:endParaRPr lang="en-US" sz="1400" dirty="0">
              <a:latin typeface="Arial"/>
              <a:cs typeface="Arial"/>
            </a:endParaRPr>
          </a:p>
          <a:p>
            <a:pPr marL="285750" indent="-285750">
              <a:buFont typeface="Arial"/>
              <a:buChar char="•"/>
            </a:pPr>
            <a:r>
              <a:rPr lang="en-US" sz="1400" dirty="0">
                <a:latin typeface="Arial"/>
                <a:ea typeface="+mn-lt"/>
                <a:cs typeface="+mn-lt"/>
              </a:rPr>
              <a:t>Keep patches up-to-date by installing them weekly or daily, if possible, to prevent buffer overflow and privilege escalation attacks.</a:t>
            </a:r>
            <a:endParaRPr lang="en-US" sz="1400" dirty="0">
              <a:latin typeface="Arial"/>
              <a:cs typeface="Arial"/>
            </a:endParaRPr>
          </a:p>
          <a:p>
            <a:pPr marL="285750" indent="-285750">
              <a:buFont typeface="Arial"/>
              <a:buChar char="•"/>
            </a:pPr>
            <a:r>
              <a:rPr lang="en-US" sz="1400" dirty="0">
                <a:latin typeface="Arial"/>
                <a:ea typeface="+mn-lt"/>
                <a:cs typeface="+mn-lt"/>
              </a:rPr>
              <a:t>Perform security audits to test the network.</a:t>
            </a:r>
            <a:endParaRPr lang="en-US" sz="1400" dirty="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Mitigating Common Network Attacks</a:t>
            </a:r>
            <a:endParaRPr lang="en-US" sz="1600"/>
          </a:p>
        </p:txBody>
      </p:sp>
      <p:sp>
        <p:nvSpPr>
          <p:cNvPr id="3" name="Text 0"/>
          <p:cNvSpPr>
            <a:spLocks noGrp="1"/>
          </p:cNvSpPr>
          <p:nvPr>
            <p:ph type="body" idx="100" hasCustomPrompt="1"/>
          </p:nvPr>
        </p:nvSpPr>
        <p:spPr>
          <a:xfrm>
            <a:off x="0" y="274320"/>
            <a:ext cx="9144000" cy="5334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Mitigating Malware</a:t>
            </a:r>
            <a:endParaRPr lang="en-US" sz="2200"/>
          </a:p>
        </p:txBody>
      </p:sp>
      <p:sp>
        <p:nvSpPr>
          <p:cNvPr id="5" name="Text 2"/>
          <p:cNvSpPr/>
          <p:nvPr/>
        </p:nvSpPr>
        <p:spPr>
          <a:xfrm>
            <a:off x="293669" y="1063004"/>
            <a:ext cx="8229600" cy="3164815"/>
          </a:xfrm>
          <a:prstGeom prst="rect">
            <a:avLst/>
          </a:prstGeom>
          <a:noFill/>
          <a:ln/>
        </p:spPr>
        <p:txBody>
          <a:bodyPr wrap="square" lIns="91440" tIns="45720" rIns="91440" bIns="45720" rtlCol="0" anchor="t"/>
          <a:lstStyle/>
          <a:p>
            <a:r>
              <a:rPr lang="en-US" sz="1400" dirty="0">
                <a:latin typeface="Arial"/>
                <a:ea typeface="+mn-lt"/>
                <a:cs typeface="+mn-lt"/>
              </a:rPr>
              <a:t>Malware, including viruses, worms, and Trojan horses, can cause serious problems on networks and end devices. </a:t>
            </a:r>
            <a:endParaRPr lang="en-US" sz="1400">
              <a:latin typeface="Arial"/>
              <a:ea typeface="+mn-lt"/>
              <a:cs typeface="Arial"/>
            </a:endParaRPr>
          </a:p>
          <a:p>
            <a:endParaRPr lang="en-US" sz="1400">
              <a:latin typeface="Arial"/>
              <a:ea typeface="+mn-lt"/>
              <a:cs typeface="+mn-lt"/>
            </a:endParaRPr>
          </a:p>
          <a:p>
            <a:r>
              <a:rPr lang="en-US" sz="1400" dirty="0">
                <a:latin typeface="Arial"/>
                <a:ea typeface="+mn-lt"/>
                <a:cs typeface="+mn-lt"/>
              </a:rPr>
              <a:t>Network administrators have several means (or countermeasures) of mitigating these attacks:</a:t>
            </a:r>
            <a:endParaRPr lang="en-US" sz="1400" dirty="0">
              <a:latin typeface="Arial"/>
              <a:cs typeface="Arial"/>
            </a:endParaRPr>
          </a:p>
          <a:p>
            <a:endParaRPr lang="en-US" sz="1400" dirty="0">
              <a:latin typeface="Arial"/>
              <a:ea typeface="+mn-lt"/>
              <a:cs typeface="+mn-lt"/>
            </a:endParaRPr>
          </a:p>
          <a:p>
            <a:r>
              <a:rPr lang="en-US" sz="1400" b="1" dirty="0">
                <a:latin typeface="Arial"/>
                <a:ea typeface="+mn-lt"/>
                <a:cs typeface="+mn-lt"/>
              </a:rPr>
              <a:t>Antivirus software</a:t>
            </a:r>
            <a:endParaRPr lang="en-US" sz="1400" dirty="0">
              <a:latin typeface="Arial"/>
              <a:ea typeface="+mn-lt"/>
              <a:cs typeface="Arial"/>
            </a:endParaRPr>
          </a:p>
          <a:p>
            <a:pPr marL="285750" indent="-285750">
              <a:buFont typeface="Arial"/>
              <a:buChar char="•"/>
            </a:pPr>
            <a:r>
              <a:rPr lang="en-US" sz="1400" dirty="0">
                <a:latin typeface="Arial"/>
                <a:ea typeface="+mn-lt"/>
                <a:cs typeface="+mn-lt"/>
              </a:rPr>
              <a:t>It helps prevent hosts from getting infected and spreading malicious code by detecting and eliminating viruses. </a:t>
            </a:r>
            <a:endParaRPr lang="en-US" sz="1400">
              <a:latin typeface="Arial"/>
              <a:ea typeface="+mn-lt"/>
              <a:cs typeface="Arial"/>
            </a:endParaRPr>
          </a:p>
          <a:p>
            <a:pPr marL="285750" indent="-285750">
              <a:buFont typeface="Arial"/>
              <a:buChar char="•"/>
            </a:pPr>
            <a:r>
              <a:rPr lang="en-US" sz="1400" dirty="0">
                <a:latin typeface="Arial"/>
                <a:ea typeface="+mn-lt"/>
                <a:cs typeface="+mn-lt"/>
              </a:rPr>
              <a:t>They do not prevent viruses from entering the network, so a network security professional must be aware of the major viruses and keep track of security updates.</a:t>
            </a:r>
            <a:endParaRPr lang="en-US" sz="1400" dirty="0">
              <a:latin typeface="Arial"/>
              <a:cs typeface="Arial"/>
            </a:endParaRPr>
          </a:p>
          <a:p>
            <a:endParaRPr lang="en-US" sz="1400" dirty="0">
              <a:latin typeface="Arial"/>
              <a:ea typeface="+mn-lt"/>
              <a:cs typeface="+mn-lt"/>
            </a:endParaRPr>
          </a:p>
          <a:p>
            <a:r>
              <a:rPr lang="en-US" sz="1400" b="1" dirty="0">
                <a:latin typeface="Arial"/>
                <a:ea typeface="+mn-lt"/>
                <a:cs typeface="+mn-lt"/>
              </a:rPr>
              <a:t>Prevent malware files from entering the network </a:t>
            </a:r>
            <a:endParaRPr lang="en-US" sz="1400" dirty="0">
              <a:latin typeface="Arial"/>
              <a:ea typeface="+mn-lt"/>
              <a:cs typeface="+mn-lt"/>
            </a:endParaRPr>
          </a:p>
          <a:p>
            <a:pPr marL="285750" indent="-285750">
              <a:buFont typeface="Arial"/>
              <a:buChar char="•"/>
            </a:pPr>
            <a:r>
              <a:rPr lang="en-US" sz="1400" dirty="0">
                <a:latin typeface="Arial"/>
                <a:ea typeface="+mn-lt"/>
                <a:cs typeface="+mn-lt"/>
              </a:rPr>
              <a:t>Security devices at the network perimeter can identify and remove known malware files based on their indicators of compromise.  </a:t>
            </a:r>
            <a:endParaRPr lang="en-US" sz="1400">
              <a:latin typeface="Arial"/>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9406" y="8097"/>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Mitigating Common Network Attacks</a:t>
            </a:r>
            <a:endParaRPr lang="en-US" sz="1600" dirty="0"/>
          </a:p>
        </p:txBody>
      </p:sp>
      <p:sp>
        <p:nvSpPr>
          <p:cNvPr id="3" name="Text 0"/>
          <p:cNvSpPr>
            <a:spLocks noGrp="1"/>
          </p:cNvSpPr>
          <p:nvPr>
            <p:ph type="body" idx="100" hasCustomPrompt="1"/>
          </p:nvPr>
        </p:nvSpPr>
        <p:spPr>
          <a:xfrm>
            <a:off x="9406" y="320517"/>
            <a:ext cx="9144000" cy="53292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Mitigating Worms</a:t>
            </a:r>
            <a:endParaRPr lang="en-US" sz="2200" dirty="0"/>
          </a:p>
        </p:txBody>
      </p:sp>
      <p:pic>
        <p:nvPicPr>
          <p:cNvPr id="5" name="Picture 5" descr="Graphical user interface, diagram&#10;&#10;Description automatically generated">
            <a:extLst>
              <a:ext uri="{FF2B5EF4-FFF2-40B4-BE49-F238E27FC236}">
                <a16:creationId xmlns:a16="http://schemas.microsoft.com/office/drawing/2014/main" id="{E9BA50CD-7558-586F-4372-5A452B486C27}"/>
              </a:ext>
            </a:extLst>
          </p:cNvPr>
          <p:cNvPicPr>
            <a:picLocks noChangeAspect="1"/>
          </p:cNvPicPr>
          <p:nvPr/>
        </p:nvPicPr>
        <p:blipFill rotWithShape="1">
          <a:blip r:embed="rId3"/>
          <a:srcRect l="15235" t="23540" r="14519" b="17701"/>
          <a:stretch/>
        </p:blipFill>
        <p:spPr>
          <a:xfrm>
            <a:off x="118142" y="1085851"/>
            <a:ext cx="5313755" cy="2500954"/>
          </a:xfrm>
          <a:prstGeom prst="rect">
            <a:avLst/>
          </a:prstGeom>
        </p:spPr>
      </p:pic>
      <p:sp>
        <p:nvSpPr>
          <p:cNvPr id="4" name="TextBox 3">
            <a:extLst>
              <a:ext uri="{FF2B5EF4-FFF2-40B4-BE49-F238E27FC236}">
                <a16:creationId xmlns:a16="http://schemas.microsoft.com/office/drawing/2014/main" id="{AE81E323-1121-C9BF-41FA-730D352EF22A}"/>
              </a:ext>
            </a:extLst>
          </p:cNvPr>
          <p:cNvSpPr txBox="1"/>
          <p:nvPr/>
        </p:nvSpPr>
        <p:spPr>
          <a:xfrm>
            <a:off x="5604341" y="1202847"/>
            <a:ext cx="3250001" cy="27392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latin typeface="Arial"/>
                <a:cs typeface="Arial"/>
              </a:rPr>
              <a:t>Worms are more network-based than viruses.</a:t>
            </a:r>
            <a:endParaRPr lang="pt-BR" dirty="0">
              <a:latin typeface="Calibri" panose="020F0502020204030204"/>
              <a:cs typeface="Calibri" panose="020F0502020204030204"/>
            </a:endParaRPr>
          </a:p>
          <a:p>
            <a:endParaRPr lang="pt-BR" dirty="0">
              <a:latin typeface="Calibri" panose="020F0502020204030204"/>
              <a:cs typeface="Calibri" panose="020F0502020204030204"/>
            </a:endParaRPr>
          </a:p>
          <a:p>
            <a:pPr marL="285750" indent="-285750">
              <a:buFont typeface="Arial"/>
              <a:buChar char="•"/>
            </a:pPr>
            <a:r>
              <a:rPr lang="en-US" sz="1400" dirty="0">
                <a:latin typeface="Arial"/>
                <a:cs typeface="Arial"/>
              </a:rPr>
              <a:t>Worm mitigation requires diligence and coordination on the part of network security professionals.</a:t>
            </a:r>
            <a:endParaRPr lang="pt-BR" dirty="0">
              <a:cs typeface="Calibri"/>
            </a:endParaRPr>
          </a:p>
          <a:p>
            <a:pPr marL="285750" indent="-285750">
              <a:buFont typeface="Arial"/>
              <a:buChar char="•"/>
            </a:pPr>
            <a:endParaRPr lang="en-US" sz="1400" dirty="0">
              <a:latin typeface="Arial"/>
              <a:cs typeface="Arial"/>
            </a:endParaRPr>
          </a:p>
          <a:p>
            <a:pPr marL="285750" indent="-285750">
              <a:buFont typeface="Arial"/>
              <a:buChar char="•"/>
            </a:pPr>
            <a:r>
              <a:rPr lang="en-US" sz="1400" dirty="0">
                <a:latin typeface="Arial"/>
                <a:cs typeface="Arial"/>
              </a:rPr>
              <a:t>As shown in the figure, the response to a worm attack can be broken down into four phases: containment, inoculation, quarantine, and treatment.</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39</a:t>
            </a:fld>
            <a:endParaRPr lang="en-US"/>
          </a:p>
        </p:txBody>
      </p:sp>
    </p:spTree>
    <p:extLst>
      <p:ext uri="{BB962C8B-B14F-4D97-AF65-F5344CB8AC3E}">
        <p14:creationId xmlns:p14="http://schemas.microsoft.com/office/powerpoint/2010/main" val="1364361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Mitigating Common Network Attacks</a:t>
            </a:r>
            <a:endParaRPr lang="en-US" sz="1600" dirty="0"/>
          </a:p>
        </p:txBody>
      </p:sp>
      <p:sp>
        <p:nvSpPr>
          <p:cNvPr id="3" name="Text 0"/>
          <p:cNvSpPr>
            <a:spLocks noGrp="1"/>
          </p:cNvSpPr>
          <p:nvPr>
            <p:ph type="body" idx="100" hasCustomPrompt="1"/>
          </p:nvPr>
        </p:nvSpPr>
        <p:spPr>
          <a:xfrm>
            <a:off x="0" y="274320"/>
            <a:ext cx="9144000" cy="375250"/>
          </a:xfrm>
          <a:prstGeom prst="rect">
            <a:avLst/>
          </a:prstGeom>
          <a:noFill/>
          <a:ln/>
        </p:spPr>
        <p:txBody>
          <a:bodyPr wrap="square" lIns="91440" tIns="45720" rIns="91440" bIns="45720" rtlCol="0" anchor="t"/>
          <a:lstStyle/>
          <a:p>
            <a:r>
              <a:rPr lang="en-US" sz="2200" dirty="0">
                <a:solidFill>
                  <a:srgbClr val="024C69"/>
                </a:solidFill>
                <a:latin typeface="Arial"/>
                <a:cs typeface="Arial"/>
              </a:rPr>
              <a:t>Mitigating Worms</a:t>
            </a:r>
            <a:r>
              <a:rPr lang="en-US" dirty="0">
                <a:latin typeface="Arial"/>
                <a:cs typeface="Arial"/>
              </a:rPr>
              <a:t> (Cont.)</a:t>
            </a:r>
            <a:endParaRPr lang="en-US" sz="2200" dirty="0"/>
          </a:p>
        </p:txBody>
      </p:sp>
      <p:graphicFrame>
        <p:nvGraphicFramePr>
          <p:cNvPr id="31" name="Table 0"/>
          <p:cNvGraphicFramePr>
            <a:graphicFrameLocks noGrp="1"/>
          </p:cNvGraphicFramePr>
          <p:nvPr>
            <p:extLst>
              <p:ext uri="{D42A27DB-BD31-4B8C-83A1-F6EECF244321}">
                <p14:modId xmlns:p14="http://schemas.microsoft.com/office/powerpoint/2010/main" val="1820331756"/>
              </p:ext>
            </p:extLst>
          </p:nvPr>
        </p:nvGraphicFramePr>
        <p:xfrm>
          <a:off x="118229" y="809030"/>
          <a:ext cx="8961119" cy="3200400"/>
        </p:xfrm>
        <a:graphic>
          <a:graphicData uri="http://schemas.openxmlformats.org/drawingml/2006/table">
            <a:tbl>
              <a:tblPr/>
              <a:tblGrid>
                <a:gridCol w="1454727">
                  <a:extLst>
                    <a:ext uri="{9D8B030D-6E8A-4147-A177-3AD203B41FA5}">
                      <a16:colId xmlns:a16="http://schemas.microsoft.com/office/drawing/2014/main" val="20000"/>
                    </a:ext>
                  </a:extLst>
                </a:gridCol>
                <a:gridCol w="7506392">
                  <a:extLst>
                    <a:ext uri="{9D8B030D-6E8A-4147-A177-3AD203B41FA5}">
                      <a16:colId xmlns:a16="http://schemas.microsoft.com/office/drawing/2014/main" val="20001"/>
                    </a:ext>
                  </a:extLst>
                </a:gridCol>
              </a:tblGrid>
              <a:tr h="0">
                <a:tc>
                  <a:txBody>
                    <a:bodyPr/>
                    <a:lstStyle/>
                    <a:p>
                      <a:r>
                        <a:rPr lang="en-US" sz="1200" kern="1200" dirty="0">
                          <a:solidFill>
                            <a:schemeClr val="bg1"/>
                          </a:solidFill>
                          <a:latin typeface="Arial"/>
                          <a:ea typeface="+mn-lt"/>
                          <a:cs typeface="+mn-lt"/>
                        </a:rPr>
                        <a:t>Phase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kern="1200" dirty="0">
                          <a:solidFill>
                            <a:schemeClr val="bg1"/>
                          </a:solidFill>
                          <a:latin typeface="Arial"/>
                          <a:ea typeface="+mn-lt"/>
                          <a:cs typeface="+mn-lt"/>
                        </a:rPr>
                        <a:t>Response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dirty="0">
                          <a:solidFill>
                            <a:schemeClr val="tx1"/>
                          </a:solidFill>
                          <a:latin typeface="Arial"/>
                          <a:ea typeface="+mn-lt"/>
                          <a:cs typeface="+mn-lt"/>
                        </a:rPr>
                        <a:t>1. Containment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lt"/>
                          <a:cs typeface="+mn-lt"/>
                        </a:rPr>
                        <a:t>The containment phase involves limiting the spread of a worm infection to areas of the network that are already affected. This requires compartmentalization and segmentation of the network to slow down or stop the worm and to prevent currently infected hosts from targeting and infecting other systems. Containment requires using both outgoing and incoming ACLs on routers and firewalls at control points within the network.</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kern="1200" dirty="0">
                          <a:solidFill>
                            <a:schemeClr val="tx1"/>
                          </a:solidFill>
                          <a:latin typeface="Arial"/>
                          <a:ea typeface="+mn-lt"/>
                          <a:cs typeface="+mn-lt"/>
                        </a:rPr>
                        <a:t>2. Inoculation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lt"/>
                          <a:cs typeface="+mn-lt"/>
                        </a:rPr>
                        <a:t>The inoculation phase runs parallel to, or after, the containment phase. During the inoculation phase, all uninfected systems are patched with the appropriate vendor patch. The inoculation process further deprives the worm of any available targets.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kern="1200" dirty="0">
                          <a:solidFill>
                            <a:schemeClr val="tx1"/>
                          </a:solidFill>
                          <a:latin typeface="Arial"/>
                          <a:ea typeface="+mn-lt"/>
                          <a:cs typeface="+mn-lt"/>
                        </a:rPr>
                        <a:t>3. Quarantine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lt"/>
                          <a:cs typeface="+mn-lt"/>
                        </a:rPr>
                        <a:t>The quarantine phase involves tracking down and identifying infected machines within the contained areas and disconnecting, blocking, or removing them. This isolates these systems appropriately for the treatment phase.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kern="1200" dirty="0">
                          <a:solidFill>
                            <a:schemeClr val="tx1"/>
                          </a:solidFill>
                          <a:latin typeface="Arial"/>
                          <a:ea typeface="+mn-lt"/>
                          <a:cs typeface="+mn-lt"/>
                        </a:rPr>
                        <a:t>4. Treatment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dirty="0">
                          <a:solidFill>
                            <a:schemeClr val="tx1"/>
                          </a:solidFill>
                          <a:latin typeface="Arial"/>
                          <a:ea typeface="+mn-lt"/>
                          <a:cs typeface="+mn-lt"/>
                        </a:rPr>
                        <a:t>The treatment phase involves actively disinfecting infected systems. This can involve terminating the worm process, removing modified files or system settings that the worm introduced, and patching the vulnerability the worm used to exploit the system. Alternatively, in more severe cases, the system may need to be reinstalled to ensure that the worm and its by-products are removed.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Mitigating Common Network Attacks</a:t>
            </a:r>
            <a:endParaRPr lang="en-US" sz="1600" dirty="0"/>
          </a:p>
        </p:txBody>
      </p:sp>
      <p:sp>
        <p:nvSpPr>
          <p:cNvPr id="3" name="Text 0"/>
          <p:cNvSpPr>
            <a:spLocks noGrp="1"/>
          </p:cNvSpPr>
          <p:nvPr>
            <p:ph type="body" idx="100" hasCustomPrompt="1"/>
          </p:nvPr>
        </p:nvSpPr>
        <p:spPr>
          <a:xfrm>
            <a:off x="0" y="274320"/>
            <a:ext cx="9144000" cy="526212"/>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Mitigating Reconnaissance Attacks</a:t>
            </a:r>
            <a:endParaRPr lang="en-US" sz="2200" dirty="0"/>
          </a:p>
        </p:txBody>
      </p:sp>
      <p:sp>
        <p:nvSpPr>
          <p:cNvPr id="5" name="Text 2"/>
          <p:cNvSpPr/>
          <p:nvPr/>
        </p:nvSpPr>
        <p:spPr>
          <a:xfrm>
            <a:off x="392906" y="914400"/>
            <a:ext cx="8229600" cy="3509872"/>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mn-lt"/>
              </a:rPr>
              <a:t>Reconnaissance attacks are typically the precursor to other attacks that have the intent of gaining unauthorized access to a network or disrupting network functionality. </a:t>
            </a:r>
            <a:endParaRPr lang="pt-BR" dirty="0"/>
          </a:p>
          <a:p>
            <a:endParaRPr lang="en-US" sz="1400" dirty="0">
              <a:latin typeface="Arial"/>
              <a:ea typeface="+mn-lt"/>
              <a:cs typeface="+mn-lt"/>
            </a:endParaRPr>
          </a:p>
          <a:p>
            <a:pPr marL="285750" indent="-285750">
              <a:buFont typeface="Arial"/>
              <a:buChar char="•"/>
            </a:pPr>
            <a:r>
              <a:rPr lang="en-US" sz="1400" dirty="0">
                <a:latin typeface="Arial"/>
                <a:ea typeface="+mn-lt"/>
                <a:cs typeface="+mn-lt"/>
              </a:rPr>
              <a:t>A variety of technologies and devices can be used to monitor this type of activity and generate an alarm. </a:t>
            </a:r>
          </a:p>
          <a:p>
            <a:endParaRPr lang="en-US" sz="1400" dirty="0">
              <a:latin typeface="Arial"/>
              <a:ea typeface="+mn-lt"/>
              <a:cs typeface="+mn-lt"/>
            </a:endParaRPr>
          </a:p>
          <a:p>
            <a:pPr marL="285750" indent="-285750">
              <a:buFont typeface="Arial"/>
              <a:buChar char="•"/>
            </a:pPr>
            <a:r>
              <a:rPr lang="en-US" sz="1400" dirty="0">
                <a:latin typeface="Arial"/>
                <a:ea typeface="+mn-lt"/>
                <a:cs typeface="+mn-lt"/>
              </a:rPr>
              <a:t>Cisco’s ASA provides intrusion prevention in a standalone device. Additionally, enterprise routers, such as Cisco Integrated Services Routers (ISR), support network-based intrusion prevention with additional software.</a:t>
            </a:r>
            <a:endParaRPr lang="en-US" sz="1400" dirty="0">
              <a:latin typeface="Arial"/>
              <a:cs typeface="Calibri"/>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Reconnaissance attacks can be mitigated in several ways, including the following:</a:t>
            </a:r>
            <a:endParaRPr lang="en-US" sz="1400" dirty="0">
              <a:latin typeface="Arial"/>
              <a:cs typeface="Calibri"/>
            </a:endParaRPr>
          </a:p>
          <a:p>
            <a:pPr marL="742950" lvl="1" indent="-285750">
              <a:buFont typeface="Arial"/>
              <a:buChar char="•"/>
            </a:pPr>
            <a:r>
              <a:rPr lang="en-US" sz="1400" dirty="0">
                <a:latin typeface="Arial"/>
                <a:ea typeface="+mn-lt"/>
                <a:cs typeface="+mn-lt"/>
              </a:rPr>
              <a:t>Implementing authentication to ensure proper access.</a:t>
            </a:r>
            <a:endParaRPr lang="en-US" sz="1400" dirty="0">
              <a:latin typeface="Arial"/>
              <a:cs typeface="Calibri"/>
            </a:endParaRPr>
          </a:p>
          <a:p>
            <a:pPr marL="742950" lvl="1" indent="-285750">
              <a:buFont typeface="Arial"/>
              <a:buChar char="•"/>
            </a:pPr>
            <a:r>
              <a:rPr lang="en-US" sz="1400" dirty="0">
                <a:latin typeface="Arial"/>
                <a:ea typeface="+mn-lt"/>
                <a:cs typeface="+mn-lt"/>
              </a:rPr>
              <a:t>Using encryption to render packet sniffer attacks useless.</a:t>
            </a:r>
            <a:endParaRPr lang="en-US" sz="1400" dirty="0">
              <a:latin typeface="Arial"/>
              <a:cs typeface="Calibri"/>
            </a:endParaRPr>
          </a:p>
          <a:p>
            <a:pPr marL="742950" lvl="1" indent="-285750">
              <a:buFont typeface="Arial"/>
              <a:buChar char="•"/>
            </a:pPr>
            <a:r>
              <a:rPr lang="en-US" sz="1400" dirty="0">
                <a:latin typeface="Arial"/>
                <a:ea typeface="+mn-lt"/>
                <a:cs typeface="+mn-lt"/>
              </a:rPr>
              <a:t>Using anti-sniffer tools to detect packet sniffer attacks.</a:t>
            </a:r>
            <a:endParaRPr lang="en-US" sz="1400" dirty="0">
              <a:latin typeface="Arial"/>
              <a:cs typeface="Calibri"/>
            </a:endParaRPr>
          </a:p>
          <a:p>
            <a:pPr marL="742950" lvl="1" indent="-285750">
              <a:buFont typeface="Arial"/>
              <a:buChar char="•"/>
            </a:pPr>
            <a:r>
              <a:rPr lang="en-US" sz="1400" dirty="0">
                <a:latin typeface="Arial"/>
                <a:ea typeface="+mn-lt"/>
                <a:cs typeface="+mn-lt"/>
              </a:rPr>
              <a:t>Implementing a switched infrastructure.</a:t>
            </a:r>
            <a:endParaRPr lang="en-US" sz="1400" dirty="0">
              <a:latin typeface="Arial"/>
              <a:cs typeface="Calibri"/>
            </a:endParaRPr>
          </a:p>
          <a:p>
            <a:pPr marL="742950" lvl="1" indent="-285750">
              <a:buFont typeface="Arial"/>
              <a:buChar char="•"/>
            </a:pPr>
            <a:r>
              <a:rPr lang="en-US" sz="1400" dirty="0">
                <a:latin typeface="Arial"/>
                <a:ea typeface="+mn-lt"/>
                <a:cs typeface="+mn-lt"/>
              </a:rPr>
              <a:t>Using a firewall and IPS.</a:t>
            </a:r>
            <a:endParaRPr lang="en-US" sz="1400" dirty="0">
              <a:latin typeface="Arial"/>
              <a:cs typeface="Calibri"/>
            </a:endParaRPr>
          </a:p>
          <a:p>
            <a:pPr marL="285750" indent="-285750">
              <a:buFont typeface="Arial"/>
              <a:buChar char="•"/>
            </a:pPr>
            <a:endParaRPr lang="en-US" sz="1400" dirty="0">
              <a:latin typeface="Arial"/>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Mitigating Common Network Attacks</a:t>
            </a:r>
            <a:endParaRPr lang="en-US" sz="1600"/>
          </a:p>
        </p:txBody>
      </p:sp>
      <p:sp>
        <p:nvSpPr>
          <p:cNvPr id="3" name="Text 0"/>
          <p:cNvSpPr>
            <a:spLocks noGrp="1"/>
          </p:cNvSpPr>
          <p:nvPr>
            <p:ph type="body" idx="100" hasCustomPrompt="1"/>
          </p:nvPr>
        </p:nvSpPr>
        <p:spPr>
          <a:xfrm>
            <a:off x="0" y="274320"/>
            <a:ext cx="9144000" cy="493863"/>
          </a:xfrm>
          <a:prstGeom prst="rect">
            <a:avLst/>
          </a:prstGeom>
          <a:noFill/>
          <a:ln/>
        </p:spPr>
        <p:txBody>
          <a:bodyPr wrap="square" lIns="91440" tIns="45720" rIns="91440" bIns="45720" rtlCol="0" anchor="t"/>
          <a:lstStyle/>
          <a:p>
            <a:r>
              <a:rPr lang="en-US" sz="2200" dirty="0">
                <a:solidFill>
                  <a:srgbClr val="024C69"/>
                </a:solidFill>
                <a:latin typeface="Arial"/>
                <a:cs typeface="Arial"/>
              </a:rPr>
              <a:t>Mitigating Reconnaissance Attacks</a:t>
            </a:r>
            <a:r>
              <a:rPr lang="en-US">
                <a:latin typeface="Arial"/>
                <a:cs typeface="Arial"/>
              </a:rPr>
              <a:t> (Cont.)</a:t>
            </a:r>
            <a:endParaRPr lang="en-US" sz="2200"/>
          </a:p>
        </p:txBody>
      </p:sp>
      <p:sp>
        <p:nvSpPr>
          <p:cNvPr id="5" name="Text 2"/>
          <p:cNvSpPr/>
          <p:nvPr/>
        </p:nvSpPr>
        <p:spPr>
          <a:xfrm>
            <a:off x="347584" y="933607"/>
            <a:ext cx="8229600" cy="3693183"/>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Arial"/>
              </a:rPr>
              <a:t>Anti-sniffer software and hardware tools detect changes in the response time of hosts to determine whether the hosts are processing more traffic than their own traffic loads would indicate.</a:t>
            </a:r>
            <a:endParaRPr lang="en-US" sz="1400" dirty="0">
              <a:latin typeface="Calibri" panose="020F0502020204030204"/>
              <a:ea typeface="+mn-lt"/>
              <a:cs typeface="Arial"/>
            </a:endParaRPr>
          </a:p>
          <a:p>
            <a:endParaRPr lang="en-US" sz="1400" dirty="0">
              <a:latin typeface="Arial"/>
              <a:ea typeface="+mn-lt"/>
              <a:cs typeface="Arial"/>
            </a:endParaRPr>
          </a:p>
          <a:p>
            <a:pPr marL="285750" indent="-285750">
              <a:buFont typeface="Arial"/>
              <a:buChar char="•"/>
            </a:pPr>
            <a:r>
              <a:rPr lang="en-US" sz="1400" dirty="0">
                <a:latin typeface="Arial"/>
                <a:ea typeface="+mn-lt"/>
                <a:cs typeface="Arial"/>
              </a:rPr>
              <a:t>While this does not eliminate the threat, as part of an overall mitigation system, it can reduce the number of instances of threat.</a:t>
            </a:r>
            <a:endParaRPr lang="en-US" sz="1400" dirty="0">
              <a:ea typeface="+mn-lt"/>
              <a:cs typeface="Arial"/>
            </a:endParaRPr>
          </a:p>
          <a:p>
            <a:endParaRPr lang="en-US" sz="1400">
              <a:latin typeface="Arial"/>
              <a:ea typeface="+mn-lt"/>
              <a:cs typeface="Arial"/>
            </a:endParaRPr>
          </a:p>
          <a:p>
            <a:pPr marL="285750" indent="-285750">
              <a:buFont typeface="Arial"/>
              <a:buChar char="•"/>
            </a:pPr>
            <a:r>
              <a:rPr lang="en-US" sz="1400" dirty="0">
                <a:latin typeface="Arial"/>
                <a:ea typeface="+mn-lt"/>
                <a:cs typeface="Arial"/>
              </a:rPr>
              <a:t>Encryption is also effective for mitigating packet sniffer attacks. If traffic is encrypted, using a packet sniffer is of little use because captured data is not readable.</a:t>
            </a:r>
            <a:endParaRPr lang="en-US" sz="1400" dirty="0">
              <a:ea typeface="+mn-lt"/>
              <a:cs typeface="Arial"/>
            </a:endParaRPr>
          </a:p>
          <a:p>
            <a:endParaRPr lang="en-US" sz="1400">
              <a:latin typeface="Arial"/>
              <a:ea typeface="+mn-lt"/>
              <a:cs typeface="Arial"/>
            </a:endParaRPr>
          </a:p>
          <a:p>
            <a:pPr marL="285750" indent="-285750">
              <a:buFont typeface="Arial"/>
              <a:buChar char="•"/>
            </a:pPr>
            <a:r>
              <a:rPr lang="en-US" sz="1400" dirty="0">
                <a:latin typeface="Arial"/>
                <a:ea typeface="+mn-lt"/>
                <a:cs typeface="Arial"/>
              </a:rPr>
              <a:t>It is impossible to mitigate port scanning but using an IPS and firewall can limit the information that can be discovered with a port scanner. </a:t>
            </a:r>
            <a:endParaRPr lang="en-US" sz="1400" dirty="0">
              <a:latin typeface="Calibri" panose="020F0502020204030204"/>
              <a:ea typeface="+mn-lt"/>
              <a:cs typeface="Arial"/>
            </a:endParaRPr>
          </a:p>
          <a:p>
            <a:pPr marL="285750" indent="-285750">
              <a:buFont typeface="Arial"/>
              <a:buChar char="•"/>
            </a:pPr>
            <a:endParaRPr lang="en-US" sz="1400" dirty="0">
              <a:latin typeface="Arial"/>
              <a:ea typeface="+mn-lt"/>
              <a:cs typeface="Arial"/>
            </a:endParaRPr>
          </a:p>
          <a:p>
            <a:pPr marL="285750" indent="-285750">
              <a:buFont typeface="Arial"/>
              <a:buChar char="•"/>
            </a:pPr>
            <a:r>
              <a:rPr lang="en-US" sz="1400" dirty="0">
                <a:latin typeface="Arial"/>
                <a:ea typeface="+mn-lt"/>
                <a:cs typeface="Arial"/>
              </a:rPr>
              <a:t>Ping sweeps can be stopped if ICMP echo and echo-reply are turned off on edge routers; however, when these services are turned off, network diagnostic data is lost. </a:t>
            </a:r>
            <a:endParaRPr lang="en-US" sz="1400">
              <a:latin typeface="Calibri" panose="020F0502020204030204"/>
              <a:ea typeface="+mn-lt"/>
              <a:cs typeface="Arial"/>
            </a:endParaRPr>
          </a:p>
          <a:p>
            <a:pPr marL="285750" indent="-285750">
              <a:buFont typeface="Arial"/>
              <a:buChar char="•"/>
            </a:pPr>
            <a:endParaRPr lang="en-US" sz="1400" dirty="0">
              <a:latin typeface="Arial"/>
              <a:ea typeface="+mn-lt"/>
              <a:cs typeface="Arial"/>
            </a:endParaRPr>
          </a:p>
          <a:p>
            <a:pPr marL="285750" indent="-285750">
              <a:buFont typeface="Arial"/>
              <a:buChar char="•"/>
            </a:pPr>
            <a:r>
              <a:rPr lang="en-US" sz="1400" dirty="0">
                <a:latin typeface="Arial"/>
                <a:ea typeface="+mn-lt"/>
                <a:cs typeface="Arial"/>
              </a:rPr>
              <a:t>Additionally, port scans can be run without full ping sweeps. The scans simply take longer because inactive IP addresses are also scanned.</a:t>
            </a:r>
            <a:endParaRPr lang="en-US" sz="1400">
              <a:ea typeface="+mn-lt"/>
              <a:cs typeface="Arial"/>
            </a:endParaRPr>
          </a:p>
          <a:p>
            <a:pPr>
              <a:lnSpc>
                <a:spcPts val="2000"/>
              </a:lnSpc>
            </a:pPr>
            <a:endParaRPr lang="en-US" sz="1400">
              <a:ea typeface="+mn-lt"/>
              <a:cs typeface="+mn-lt"/>
            </a:endParaRPr>
          </a:p>
          <a:p>
            <a:endParaRPr lang="en-US" sz="1400">
              <a:latin typeface="Arial"/>
              <a:cs typeface="Calibri"/>
            </a:endParaRPr>
          </a:p>
          <a:p>
            <a:pPr marL="285750" indent="-285750">
              <a:buFont typeface="Arial"/>
              <a:buChar char="•"/>
            </a:pPr>
            <a:endParaRPr lang="en-US" sz="1400">
              <a:latin typeface="Arial"/>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42</a:t>
            </a:fld>
            <a:endParaRPr lang="en-US"/>
          </a:p>
        </p:txBody>
      </p:sp>
    </p:spTree>
    <p:extLst>
      <p:ext uri="{BB962C8B-B14F-4D97-AF65-F5344CB8AC3E}">
        <p14:creationId xmlns:p14="http://schemas.microsoft.com/office/powerpoint/2010/main" val="1788858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Mitigating Common Network Attacks</a:t>
            </a:r>
            <a:endParaRPr lang="en-US" sz="1600"/>
          </a:p>
        </p:txBody>
      </p:sp>
      <p:sp>
        <p:nvSpPr>
          <p:cNvPr id="3" name="Text 0"/>
          <p:cNvSpPr>
            <a:spLocks noGrp="1"/>
          </p:cNvSpPr>
          <p:nvPr>
            <p:ph type="body" idx="100" hasCustomPrompt="1"/>
          </p:nvPr>
        </p:nvSpPr>
        <p:spPr>
          <a:xfrm>
            <a:off x="0" y="274320"/>
            <a:ext cx="9144000" cy="38862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Mitigating Access Attacks</a:t>
            </a:r>
            <a:endParaRPr lang="en-US" sz="2200"/>
          </a:p>
        </p:txBody>
      </p:sp>
      <p:sp>
        <p:nvSpPr>
          <p:cNvPr id="5" name="Text 2"/>
          <p:cNvSpPr/>
          <p:nvPr/>
        </p:nvSpPr>
        <p:spPr>
          <a:xfrm>
            <a:off x="293669" y="877165"/>
            <a:ext cx="8229600" cy="3509872"/>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mn-lt"/>
              </a:rPr>
              <a:t>Techniques for mitigating access attacks: strong password security, principle of minimum trust, cryptography, and applying operating system and application patches.</a:t>
            </a:r>
            <a:endParaRPr lang="pt-BR" dirty="0"/>
          </a:p>
          <a:p>
            <a:endParaRPr lang="en-US" sz="1400" dirty="0">
              <a:latin typeface="Arial"/>
              <a:ea typeface="+mn-lt"/>
              <a:cs typeface="+mn-lt"/>
            </a:endParaRPr>
          </a:p>
          <a:p>
            <a:pPr marL="285750" indent="-285750">
              <a:buFont typeface="Arial"/>
              <a:buChar char="•"/>
            </a:pPr>
            <a:r>
              <a:rPr lang="en-US" sz="1400" dirty="0">
                <a:latin typeface="Arial"/>
                <a:ea typeface="+mn-lt"/>
                <a:cs typeface="+mn-lt"/>
              </a:rPr>
              <a:t>A surprising number of access attacks are carried out through simple password guessing or brute-force dictionary attacks against passwords. To defend against this, create and enforce a strong authentication policy.</a:t>
            </a:r>
            <a:endParaRPr lang="en-US" dirty="0">
              <a:latin typeface="Calibri" panose="020F0502020204030204"/>
              <a:ea typeface="+mn-lt"/>
              <a:cs typeface="+mn-lt"/>
            </a:endParaRPr>
          </a:p>
          <a:p>
            <a:endParaRPr lang="en-US" sz="1400" dirty="0">
              <a:latin typeface="Arial"/>
              <a:ea typeface="+mn-lt"/>
              <a:cs typeface="+mn-lt"/>
            </a:endParaRPr>
          </a:p>
          <a:p>
            <a:pPr marL="742950" lvl="1" indent="-285750">
              <a:buFont typeface="Arial"/>
              <a:buChar char="•"/>
            </a:pPr>
            <a:r>
              <a:rPr lang="en-US" sz="1400" b="1" dirty="0">
                <a:latin typeface="Arial"/>
                <a:ea typeface="+mn-lt"/>
                <a:cs typeface="+mn-lt"/>
              </a:rPr>
              <a:t>Use strong passwords</a:t>
            </a:r>
            <a:r>
              <a:rPr lang="en-US" sz="1400" dirty="0">
                <a:latin typeface="Arial"/>
                <a:ea typeface="+mn-lt"/>
                <a:cs typeface="+mn-lt"/>
              </a:rPr>
              <a:t> - They are at least eight characters and contain uppercase letters, lowercase letters, numbers, and special characters.</a:t>
            </a:r>
          </a:p>
          <a:p>
            <a:pPr marL="742950" lvl="1" indent="-285750">
              <a:buFont typeface="Arial"/>
              <a:buChar char="•"/>
            </a:pPr>
            <a:r>
              <a:rPr lang="en-US" sz="1400" b="1" dirty="0">
                <a:latin typeface="Arial"/>
                <a:ea typeface="+mn-lt"/>
                <a:cs typeface="+mn-lt"/>
              </a:rPr>
              <a:t>Disable accounts after a specified number of unsuccessful logins has occurred</a:t>
            </a:r>
            <a:r>
              <a:rPr lang="en-US" sz="1400" dirty="0">
                <a:latin typeface="Arial"/>
                <a:ea typeface="+mn-lt"/>
                <a:cs typeface="+mn-lt"/>
              </a:rPr>
              <a:t> - This helps to prevent continuous password attempts.</a:t>
            </a:r>
          </a:p>
          <a:p>
            <a:endParaRPr lang="en-US" sz="1400" dirty="0">
              <a:latin typeface="Arial"/>
              <a:ea typeface="+mn-lt"/>
              <a:cs typeface="+mn-lt"/>
            </a:endParaRPr>
          </a:p>
          <a:p>
            <a:pPr marL="285750" indent="-285750">
              <a:buFont typeface="Arial"/>
              <a:buChar char="•"/>
            </a:pPr>
            <a:r>
              <a:rPr lang="en-US" sz="1400" dirty="0">
                <a:latin typeface="Arial"/>
                <a:ea typeface="+mn-lt"/>
                <a:cs typeface="+mn-lt"/>
              </a:rPr>
              <a:t>The network should also be designed using the principle of minimum trust. This means that systems should not use one another unnecessarily. </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Mitigating Common Network Attacks</a:t>
            </a:r>
            <a:endParaRPr lang="en-US" sz="1600" dirty="0"/>
          </a:p>
        </p:txBody>
      </p:sp>
      <p:sp>
        <p:nvSpPr>
          <p:cNvPr id="3" name="Text 0"/>
          <p:cNvSpPr>
            <a:spLocks noGrp="1"/>
          </p:cNvSpPr>
          <p:nvPr>
            <p:ph type="body" idx="100" hasCustomPrompt="1"/>
          </p:nvPr>
        </p:nvSpPr>
        <p:spPr>
          <a:xfrm>
            <a:off x="0" y="274320"/>
            <a:ext cx="9144000" cy="526212"/>
          </a:xfrm>
          <a:prstGeom prst="rect">
            <a:avLst/>
          </a:prstGeom>
          <a:noFill/>
          <a:ln/>
        </p:spPr>
        <p:txBody>
          <a:bodyPr wrap="square" lIns="91440" tIns="45720" rIns="91440" bIns="45720" rtlCol="0" anchor="t"/>
          <a:lstStyle/>
          <a:p>
            <a:r>
              <a:rPr lang="en-US" sz="2200" dirty="0">
                <a:solidFill>
                  <a:srgbClr val="024C69"/>
                </a:solidFill>
                <a:latin typeface="Arial"/>
                <a:cs typeface="Arial"/>
              </a:rPr>
              <a:t>Mitigating Access Attacks</a:t>
            </a:r>
            <a:r>
              <a:rPr lang="en-US" dirty="0">
                <a:latin typeface="Arial"/>
                <a:cs typeface="Arial"/>
              </a:rPr>
              <a:t> (Cont.)</a:t>
            </a:r>
            <a:endParaRPr lang="en-US" sz="2200" dirty="0"/>
          </a:p>
        </p:txBody>
      </p:sp>
      <p:sp>
        <p:nvSpPr>
          <p:cNvPr id="5" name="Text 2"/>
          <p:cNvSpPr/>
          <p:nvPr/>
        </p:nvSpPr>
        <p:spPr>
          <a:xfrm>
            <a:off x="455414" y="934190"/>
            <a:ext cx="8229600" cy="3100117"/>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Arial"/>
              </a:rPr>
              <a:t>Cryptography is a critical component of any modern secure network. The more that traffic is encrypted, the fewer opportunities hackers have for intercepting data with man-in-the-middle attacks.</a:t>
            </a:r>
            <a:endParaRPr lang="en-US" sz="1400" dirty="0">
              <a:latin typeface="Calibri" panose="020F0502020204030204"/>
              <a:ea typeface="+mn-lt"/>
              <a:cs typeface="Arial"/>
            </a:endParaRPr>
          </a:p>
          <a:p>
            <a:pPr marL="285750" indent="-285750">
              <a:buFont typeface="Arial"/>
              <a:buChar char="•"/>
            </a:pPr>
            <a:endParaRPr lang="en-US" sz="1400" dirty="0">
              <a:latin typeface="Arial"/>
              <a:ea typeface="+mn-lt"/>
              <a:cs typeface="Arial"/>
            </a:endParaRPr>
          </a:p>
          <a:p>
            <a:pPr marL="285750" indent="-285750">
              <a:buFont typeface="Arial"/>
              <a:buChar char="•"/>
            </a:pPr>
            <a:r>
              <a:rPr lang="en-US" sz="1400" dirty="0">
                <a:latin typeface="Arial"/>
                <a:ea typeface="+mn-lt"/>
                <a:cs typeface="Arial"/>
              </a:rPr>
              <a:t>The use of encrypted or hashed authentication protocols, along with a strong password policy, greatly reduces the probability of successful access attacks.</a:t>
            </a:r>
            <a:endParaRPr lang="en-US" sz="1400" dirty="0">
              <a:latin typeface="Calibri" panose="020F0502020204030204"/>
              <a:ea typeface="+mn-lt"/>
              <a:cs typeface="Arial"/>
            </a:endParaRPr>
          </a:p>
          <a:p>
            <a:pPr marL="285750" indent="-285750">
              <a:buFont typeface="Arial"/>
              <a:buChar char="•"/>
            </a:pPr>
            <a:endParaRPr lang="en-US" sz="1400" dirty="0">
              <a:latin typeface="Arial"/>
              <a:ea typeface="+mn-lt"/>
              <a:cs typeface="Arial"/>
            </a:endParaRPr>
          </a:p>
          <a:p>
            <a:pPr marL="285750" indent="-285750">
              <a:buFont typeface="Arial"/>
              <a:buChar char="•"/>
            </a:pPr>
            <a:r>
              <a:rPr lang="en-US" sz="1400" dirty="0">
                <a:latin typeface="Arial"/>
                <a:ea typeface="+mn-lt"/>
                <a:cs typeface="Arial"/>
              </a:rPr>
              <a:t>Educate employees about the risks of social engineering, and develop strategies to validate identities over the phone, via email, or in person. </a:t>
            </a:r>
            <a:endParaRPr lang="en-US" sz="1400" dirty="0">
              <a:latin typeface="Calibri" panose="020F0502020204030204"/>
              <a:ea typeface="+mn-lt"/>
              <a:cs typeface="Arial"/>
            </a:endParaRPr>
          </a:p>
          <a:p>
            <a:pPr marL="285750" indent="-285750">
              <a:buFont typeface="Arial"/>
              <a:buChar char="•"/>
            </a:pPr>
            <a:endParaRPr lang="en-US" sz="1400" dirty="0">
              <a:latin typeface="Arial"/>
              <a:ea typeface="+mn-lt"/>
              <a:cs typeface="Arial"/>
            </a:endParaRPr>
          </a:p>
          <a:p>
            <a:pPr marL="285750" indent="-285750">
              <a:buFont typeface="Arial"/>
              <a:buChar char="•"/>
            </a:pPr>
            <a:r>
              <a:rPr lang="en-US" sz="1400" dirty="0">
                <a:latin typeface="Arial"/>
                <a:ea typeface="+mn-lt"/>
                <a:cs typeface="Arial"/>
              </a:rPr>
              <a:t>Multifactor authentication (MFA) has become increasingly common and requires two or more independent means of verification. </a:t>
            </a:r>
            <a:endParaRPr lang="en-US" sz="1400" dirty="0">
              <a:latin typeface="Calibri" panose="020F0502020204030204"/>
              <a:ea typeface="+mn-lt"/>
              <a:cs typeface="Arial"/>
            </a:endParaRPr>
          </a:p>
          <a:p>
            <a:pPr marL="285750" indent="-285750">
              <a:buFont typeface="Arial"/>
              <a:buChar char="•"/>
            </a:pPr>
            <a:endParaRPr lang="en-US" sz="1400" dirty="0">
              <a:latin typeface="Arial"/>
              <a:ea typeface="+mn-lt"/>
              <a:cs typeface="Arial"/>
            </a:endParaRPr>
          </a:p>
          <a:p>
            <a:pPr marL="285750" indent="-285750">
              <a:buFont typeface="Arial"/>
              <a:buChar char="•"/>
            </a:pPr>
            <a:r>
              <a:rPr lang="en-US" sz="1400" dirty="0">
                <a:latin typeface="Arial"/>
                <a:ea typeface="+mn-lt"/>
                <a:cs typeface="Arial"/>
              </a:rPr>
              <a:t>Access attacks can be detected by reviewing logs, bandwidth utilization, and process loads.</a:t>
            </a:r>
            <a:endParaRPr lang="en-US" sz="1400" dirty="0">
              <a:latin typeface="Calibri" panose="020F0502020204030204"/>
              <a:ea typeface="+mn-lt"/>
              <a:cs typeface="Arial"/>
            </a:endParaRPr>
          </a:p>
          <a:p>
            <a:pPr>
              <a:lnSpc>
                <a:spcPts val="2000"/>
              </a:lnSpc>
            </a:pPr>
            <a:endParaRPr lang="en-US" sz="1400" dirty="0">
              <a:ea typeface="+mn-lt"/>
              <a:cs typeface="+mn-lt"/>
            </a:endParaRPr>
          </a:p>
          <a:p>
            <a:endParaRPr lang="en-US" sz="1400" dirty="0">
              <a:latin typeface="Arial"/>
              <a:ea typeface="+mn-lt"/>
              <a:cs typeface="+mn-lt"/>
            </a:endParaRPr>
          </a:p>
          <a:p>
            <a:endParaRPr lang="en-US" sz="1400" dirty="0">
              <a:latin typeface="Arial"/>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44</a:t>
            </a:fld>
            <a:endParaRPr lang="en-US"/>
          </a:p>
        </p:txBody>
      </p:sp>
    </p:spTree>
    <p:extLst>
      <p:ext uri="{BB962C8B-B14F-4D97-AF65-F5344CB8AC3E}">
        <p14:creationId xmlns:p14="http://schemas.microsoft.com/office/powerpoint/2010/main" val="41718230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Mitigating Common Network Attacks</a:t>
            </a:r>
            <a:endParaRPr lang="en-US" sz="1600"/>
          </a:p>
        </p:txBody>
      </p:sp>
      <p:sp>
        <p:nvSpPr>
          <p:cNvPr id="3" name="Text 0"/>
          <p:cNvSpPr>
            <a:spLocks noGrp="1"/>
          </p:cNvSpPr>
          <p:nvPr>
            <p:ph type="body" idx="100" hasCustomPrompt="1"/>
          </p:nvPr>
        </p:nvSpPr>
        <p:spPr>
          <a:xfrm>
            <a:off x="0" y="274320"/>
            <a:ext cx="9144000" cy="56388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Mitigating DoS Attacks</a:t>
            </a:r>
            <a:endParaRPr lang="en-US" sz="2200"/>
          </a:p>
        </p:txBody>
      </p:sp>
      <p:sp>
        <p:nvSpPr>
          <p:cNvPr id="5" name="Text 2"/>
          <p:cNvSpPr/>
          <p:nvPr/>
        </p:nvSpPr>
        <p:spPr>
          <a:xfrm>
            <a:off x="416799" y="1134988"/>
            <a:ext cx="8229600" cy="2571750"/>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mn-lt"/>
              </a:rPr>
              <a:t>To minimize the number of DoS attacks, a network utilization software package should be always running and required by the organization’s network security policy. </a:t>
            </a:r>
          </a:p>
          <a:p>
            <a:pPr marL="285750" indent="-285750">
              <a:buFont typeface="Arial"/>
              <a:buChar char="•"/>
            </a:pPr>
            <a:endParaRPr lang="en-US" sz="1400" dirty="0">
              <a:latin typeface="Arial"/>
              <a:ea typeface="+mn-lt"/>
              <a:cs typeface="+mn-lt"/>
            </a:endParaRPr>
          </a:p>
          <a:p>
            <a:pPr marL="285750" indent="-285750">
              <a:buFont typeface="Arial"/>
              <a:buChar char="•"/>
            </a:pPr>
            <a:r>
              <a:rPr lang="en-US" sz="1400" dirty="0">
                <a:latin typeface="Arial"/>
                <a:ea typeface="+mn-lt"/>
                <a:cs typeface="+mn-lt"/>
              </a:rPr>
              <a:t>DoS attacks can lead to problems in the network segments of the computers being attacked. </a:t>
            </a:r>
            <a:endParaRPr lang="en-US" sz="1400" dirty="0">
              <a:latin typeface="Arial"/>
              <a:ea typeface="+mn-lt"/>
              <a:cs typeface="Arial"/>
            </a:endParaRPr>
          </a:p>
          <a:p>
            <a:pPr marL="285750" indent="-285750">
              <a:buFont typeface="Arial"/>
              <a:buChar char="•"/>
            </a:pPr>
            <a:endParaRPr lang="en-US" sz="1400" dirty="0">
              <a:latin typeface="Arial"/>
              <a:ea typeface="+mn-lt"/>
              <a:cs typeface="+mn-lt"/>
            </a:endParaRPr>
          </a:p>
          <a:p>
            <a:pPr marL="285750" indent="-285750">
              <a:buFont typeface="Arial"/>
              <a:buChar char="•"/>
            </a:pPr>
            <a:r>
              <a:rPr lang="en-US" sz="1400" dirty="0">
                <a:latin typeface="Arial"/>
                <a:ea typeface="+mn-lt"/>
                <a:cs typeface="+mn-lt"/>
              </a:rPr>
              <a:t>Historically, DoS attacks were sourced from spoofed addresses. </a:t>
            </a:r>
            <a:endParaRPr lang="en-US" sz="1400" dirty="0">
              <a:latin typeface="Arial"/>
              <a:ea typeface="+mn-lt"/>
              <a:cs typeface="Arial"/>
            </a:endParaRPr>
          </a:p>
          <a:p>
            <a:pPr marL="285750" indent="-285750">
              <a:buFont typeface="Arial"/>
              <a:buChar char="•"/>
            </a:pPr>
            <a:endParaRPr lang="en-US" sz="1400" dirty="0">
              <a:latin typeface="Arial"/>
              <a:ea typeface="+mn-lt"/>
              <a:cs typeface="Calibri"/>
            </a:endParaRPr>
          </a:p>
          <a:p>
            <a:pPr marL="285750" indent="-285750">
              <a:buFont typeface="Arial"/>
              <a:buChar char="•"/>
            </a:pPr>
            <a:r>
              <a:rPr lang="en-US" sz="1400" dirty="0">
                <a:latin typeface="Arial"/>
                <a:ea typeface="+mn-lt"/>
                <a:cs typeface="+mn-lt"/>
              </a:rPr>
              <a:t>Cisco routers and switches support several anti-spoofing technologies, such as port security, DHCP snooping, IP Source Guard, Dynamic Address Resolution Protocol (DAI) Inspection, and access control lists (ACLs).</a:t>
            </a:r>
            <a:endParaRPr lang="en-US" sz="1400" dirty="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Mitigating Common Network Attacks</a:t>
            </a:r>
            <a:endParaRPr lang="en-US" sz="1600"/>
          </a:p>
        </p:txBody>
      </p:sp>
      <p:sp>
        <p:nvSpPr>
          <p:cNvPr id="3" name="Text 0"/>
          <p:cNvSpPr>
            <a:spLocks noGrp="1"/>
          </p:cNvSpPr>
          <p:nvPr>
            <p:ph type="body" idx="100" hasCustomPrompt="1"/>
          </p:nvPr>
        </p:nvSpPr>
        <p:spPr>
          <a:xfrm>
            <a:off x="0" y="274320"/>
            <a:ext cx="9144000" cy="59436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Lab - Recommend Threat Mitigation Measures</a:t>
            </a:r>
            <a:endParaRPr lang="en-US" sz="2200"/>
          </a:p>
        </p:txBody>
      </p:sp>
      <p:sp>
        <p:nvSpPr>
          <p:cNvPr id="5" name="Text 2"/>
          <p:cNvSpPr/>
          <p:nvPr/>
        </p:nvSpPr>
        <p:spPr>
          <a:xfrm>
            <a:off x="242768" y="1143000"/>
            <a:ext cx="8229600" cy="2571750"/>
          </a:xfrm>
          <a:prstGeom prst="rect">
            <a:avLst/>
          </a:prstGeom>
          <a:noFill/>
          <a:ln/>
        </p:spPr>
        <p:txBody>
          <a:bodyPr wrap="square" lIns="91440" tIns="45720" rIns="91440" bIns="45720" rtlCol="0" anchor="t"/>
          <a:lstStyle/>
          <a:p>
            <a:r>
              <a:rPr lang="en-US" sz="1400" dirty="0">
                <a:latin typeface="Arial"/>
                <a:ea typeface="+mn-lt"/>
                <a:cs typeface="+mn-lt"/>
              </a:rPr>
              <a:t>In this lab, you will complete the following objectives:</a:t>
            </a:r>
            <a:endParaRPr lang="en-US" sz="1400" dirty="0">
              <a:latin typeface="Arial"/>
              <a:cs typeface="Arial"/>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Part 1: Review an Incident at a Video Production Company</a:t>
            </a:r>
            <a:endParaRPr lang="en-US" sz="1400" dirty="0">
              <a:latin typeface="Arial"/>
              <a:cs typeface="Arial"/>
            </a:endParaRPr>
          </a:p>
          <a:p>
            <a:pPr marL="285750" indent="-285750">
              <a:buFont typeface="Arial"/>
              <a:buChar char="•"/>
            </a:pPr>
            <a:r>
              <a:rPr lang="en-US" sz="1400" dirty="0">
                <a:latin typeface="Arial"/>
                <a:ea typeface="+mn-lt"/>
                <a:cs typeface="+mn-lt"/>
              </a:rPr>
              <a:t>Part 2: Review an Incident at a Retail Company</a:t>
            </a:r>
            <a:endParaRPr lang="en-US" sz="1400" dirty="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6383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4.4 Attacking What We Do Summary</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Attacking What We Do Summary</a:t>
            </a:r>
            <a:endParaRPr lang="en-US" sz="1600"/>
          </a:p>
        </p:txBody>
      </p:sp>
      <p:sp>
        <p:nvSpPr>
          <p:cNvPr id="3" name="Text 0"/>
          <p:cNvSpPr>
            <a:spLocks noGrp="1"/>
          </p:cNvSpPr>
          <p:nvPr>
            <p:ph type="body" idx="100" hasCustomPrompt="1"/>
          </p:nvPr>
        </p:nvSpPr>
        <p:spPr>
          <a:xfrm>
            <a:off x="0" y="274320"/>
            <a:ext cx="9144000" cy="45762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Did I Learn in this Module?</a:t>
            </a:r>
            <a:endParaRPr lang="en-US" sz="2200"/>
          </a:p>
        </p:txBody>
      </p:sp>
      <p:sp>
        <p:nvSpPr>
          <p:cNvPr id="5" name="Text 2"/>
          <p:cNvSpPr/>
          <p:nvPr/>
        </p:nvSpPr>
        <p:spPr>
          <a:xfrm>
            <a:off x="275614" y="731945"/>
            <a:ext cx="8229600" cy="3690706"/>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mn-lt"/>
              </a:rPr>
              <a:t>The DNS protocol defines an automated service that matches resource names with the required numeric IP host address A Gratuitous ARP is</a:t>
            </a:r>
            <a:r>
              <a:rPr lang="en-US" sz="1400" dirty="0">
                <a:latin typeface="Arial"/>
                <a:ea typeface="+mn-lt"/>
                <a:cs typeface="Arial"/>
              </a:rPr>
              <a:t> an unsolicited ARP Reply that can be sent by any client.    </a:t>
            </a:r>
            <a:endParaRPr lang="en-US" dirty="0">
              <a:latin typeface="Calibri" panose="020F0502020204030204"/>
              <a:ea typeface="+mn-lt"/>
              <a:cs typeface="Calibri" panose="020F0502020204030204"/>
            </a:endParaRPr>
          </a:p>
          <a:p>
            <a:pPr marL="285750" indent="-285750">
              <a:buFont typeface="Arial"/>
              <a:buChar char="•"/>
            </a:pPr>
            <a:r>
              <a:rPr lang="en-US" sz="1400" dirty="0">
                <a:latin typeface="Arial"/>
                <a:ea typeface="+mn-lt"/>
                <a:cs typeface="Calibri"/>
              </a:rPr>
              <a:t>A</a:t>
            </a:r>
            <a:r>
              <a:rPr lang="en-US" sz="1400" dirty="0">
                <a:latin typeface="Arial"/>
                <a:ea typeface="+mn-lt"/>
                <a:cs typeface="+mn-lt"/>
              </a:rPr>
              <a:t> DHCP spoofing attack occurs when a rogue DHCP server is connected to the network and provides false IP configuration parameters to legitimate clients. </a:t>
            </a:r>
            <a:endParaRPr lang="en-US">
              <a:cs typeface="Calibri"/>
            </a:endParaRPr>
          </a:p>
          <a:p>
            <a:pPr marL="285750" indent="-285750">
              <a:buFont typeface="Arial,Sans-Serif"/>
              <a:buChar char="•"/>
            </a:pPr>
            <a:r>
              <a:rPr lang="en-US" sz="1400" dirty="0">
                <a:latin typeface="Arial"/>
                <a:ea typeface="+mn-lt"/>
                <a:cs typeface="Arial"/>
              </a:rPr>
              <a:t>Code injection and SQL injection attacks exploit insufficiently validated input fields to send commands to databases or other applications to gain access to private information.  </a:t>
            </a:r>
          </a:p>
          <a:p>
            <a:pPr marL="285750" indent="-285750">
              <a:buFont typeface="Arial,Sans-Serif"/>
              <a:buChar char="•"/>
            </a:pPr>
            <a:r>
              <a:rPr lang="en-US" sz="1400" dirty="0">
                <a:latin typeface="Arial"/>
                <a:cs typeface="Arial"/>
              </a:rPr>
              <a:t>Cross-Site Scripting (XSS) attacks occur when browsers execute malicious scripts on the client and provide threat actors with access to sensitive information on the local host. </a:t>
            </a:r>
            <a:endParaRPr lang="en-US" sz="1400">
              <a:ea typeface="+mn-lt"/>
              <a:cs typeface="+mn-lt"/>
            </a:endParaRPr>
          </a:p>
          <a:p>
            <a:pPr marL="285750" indent="-285750">
              <a:buFont typeface="Arial,Sans-Serif"/>
              <a:buChar char="•"/>
            </a:pPr>
            <a:r>
              <a:rPr lang="en-US" sz="1400" dirty="0">
                <a:latin typeface="Arial"/>
                <a:cs typeface="Arial"/>
              </a:rPr>
              <a:t>Antivirus software is the primary means of mitigating virus and Trojan horse attacks. </a:t>
            </a:r>
            <a:endParaRPr lang="en-US" sz="1400">
              <a:ea typeface="+mn-lt"/>
              <a:cs typeface="+mn-lt"/>
            </a:endParaRPr>
          </a:p>
          <a:p>
            <a:pPr marL="285750" indent="-285750">
              <a:buFont typeface="Arial,Sans-Serif"/>
              <a:buChar char="•"/>
            </a:pPr>
            <a:r>
              <a:rPr lang="en-US" sz="1400" dirty="0">
                <a:latin typeface="Arial"/>
                <a:cs typeface="Arial"/>
              </a:rPr>
              <a:t>Worm attack response can be broken down into four phases: containment, inoculation, quarantine, and treatment. </a:t>
            </a:r>
            <a:endParaRPr lang="en-US" sz="1400">
              <a:ea typeface="+mn-lt"/>
              <a:cs typeface="+mn-lt"/>
            </a:endParaRPr>
          </a:p>
          <a:p>
            <a:pPr marL="285750" indent="-285750">
              <a:buFont typeface="Arial,Sans-Serif"/>
              <a:buChar char="•"/>
            </a:pPr>
            <a:r>
              <a:rPr lang="en-US" sz="1400" dirty="0">
                <a:latin typeface="Arial"/>
                <a:cs typeface="Arial"/>
              </a:rPr>
              <a:t>Reconnaissance attack mitigation can include access authentication, encryption, and the use of anti-sniffer tools, firewalls, and IPS. </a:t>
            </a:r>
            <a:endParaRPr lang="en-US" dirty="0">
              <a:latin typeface="Calibri" panose="020F0502020204030204"/>
              <a:cs typeface="Calibri"/>
            </a:endParaRPr>
          </a:p>
          <a:p>
            <a:pPr marL="285750" indent="-285750">
              <a:buFont typeface="Arial,Sans-Serif"/>
              <a:buChar char="•"/>
            </a:pPr>
            <a:r>
              <a:rPr lang="en-US" sz="1400" dirty="0">
                <a:latin typeface="Arial"/>
                <a:cs typeface="Arial"/>
              </a:rPr>
              <a:t>Network security best practices can include employee education, the use of strong passwords and encryptions, backup file testing, unnecessary service and port shutdowns, updating patches, and performing security audits. </a:t>
            </a:r>
            <a:endParaRPr lang="en-US" dirty="0">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dirty="0">
                <a:latin typeface="Arial"/>
                <a:ea typeface="ＭＳ Ｐゴシック"/>
              </a:rPr>
              <a:t>Module 4</a:t>
            </a:r>
            <a:br>
              <a:rPr lang="en-US" dirty="0">
                <a:latin typeface="Arial" charset="0"/>
              </a:rPr>
            </a:br>
            <a:r>
              <a:rPr lang="en-US" dirty="0">
                <a:latin typeface="Arial"/>
                <a:ea typeface="ＭＳ Ｐゴシック"/>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416866512"/>
              </p:ext>
            </p:extLst>
          </p:nvPr>
        </p:nvGraphicFramePr>
        <p:xfrm>
          <a:off x="122896" y="798513"/>
          <a:ext cx="6368568" cy="3551545"/>
        </p:xfrm>
        <a:graphic>
          <a:graphicData uri="http://schemas.openxmlformats.org/drawingml/2006/table">
            <a:tbl>
              <a:tblPr firstRow="1" bandRow="1">
                <a:tableStyleId>{F5AB1C69-6EDB-4FF4-983F-18BD219EF322}</a:tableStyleId>
              </a:tblPr>
              <a:tblGrid>
                <a:gridCol w="3184284">
                  <a:extLst>
                    <a:ext uri="{9D8B030D-6E8A-4147-A177-3AD203B41FA5}">
                      <a16:colId xmlns:a16="http://schemas.microsoft.com/office/drawing/2014/main" val="2731093094"/>
                    </a:ext>
                  </a:extLst>
                </a:gridCol>
                <a:gridCol w="3184284">
                  <a:extLst>
                    <a:ext uri="{9D8B030D-6E8A-4147-A177-3AD203B41FA5}">
                      <a16:colId xmlns:a16="http://schemas.microsoft.com/office/drawing/2014/main" val="2353496225"/>
                    </a:ext>
                  </a:extLst>
                </a:gridCol>
              </a:tblGrid>
              <a:tr h="3551545">
                <a:tc>
                  <a:txBody>
                    <a:bodyPr/>
                    <a:lstStyle/>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ARP Cache Poisoning </a:t>
                      </a:r>
                      <a:endParaRPr lang="en-US" dirty="0">
                        <a:solidFill>
                          <a:schemeClr val="tx2">
                            <a:lumMod val="50000"/>
                          </a:schemeClr>
                        </a:solidFill>
                      </a:endParaRP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DNS open resolver attacks </a:t>
                      </a:r>
                      <a:endParaRPr lang="en-US" dirty="0">
                        <a:solidFill>
                          <a:schemeClr val="tx2">
                            <a:lumMod val="50000"/>
                          </a:schemeClr>
                        </a:solidFill>
                      </a:endParaRP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DNS stealth attacks </a:t>
                      </a:r>
                      <a:endParaRPr lang="en-US" dirty="0">
                        <a:solidFill>
                          <a:schemeClr val="tx2">
                            <a:lumMod val="50000"/>
                          </a:schemeClr>
                        </a:solidFill>
                      </a:endParaRP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DNS domain shadowing attacks </a:t>
                      </a:r>
                      <a:endParaRPr lang="en-US" dirty="0">
                        <a:solidFill>
                          <a:schemeClr val="tx2">
                            <a:lumMod val="50000"/>
                          </a:schemeClr>
                        </a:solidFill>
                      </a:endParaRP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DNS tunneling attacks </a:t>
                      </a:r>
                      <a:endParaRPr lang="en-US" dirty="0">
                        <a:solidFill>
                          <a:schemeClr val="tx2">
                            <a:lumMod val="50000"/>
                          </a:schemeClr>
                        </a:solidFill>
                      </a:endParaRP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Fast Flux </a:t>
                      </a:r>
                      <a:endParaRPr lang="en-US" b="0" baseline="0" dirty="0">
                        <a:solidFill>
                          <a:schemeClr val="tx2">
                            <a:lumMod val="50000"/>
                          </a:schemeClr>
                        </a:solidFill>
                        <a:latin typeface="+mn-lt"/>
                      </a:endParaRP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Double IP Flux</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Domain Generation Algorithms</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DHCP Spoofing Attack</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 DHCP Discovery Message</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DNS Traffic</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DNS Query Traffic</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DNS Response Traffic</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Enterprise Services</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HTTPS</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Informational 1xx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Successful Redirection 3xx</a:t>
                      </a: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Client Error 4xx</a:t>
                      </a:r>
                      <a:endParaRPr lang="en-US" sz="1400" b="0" i="0" u="none" strike="noStrike" noProof="0" dirty="0">
                        <a:solidFill>
                          <a:schemeClr val="tx2">
                            <a:lumMod val="50000"/>
                          </a:schemeClr>
                        </a:solidFill>
                        <a:latin typeface="+mn-lt"/>
                      </a:endParaRPr>
                    </a:p>
                    <a:p>
                      <a:pPr marL="285750" lvl="0" indent="-285750" algn="l">
                        <a:lnSpc>
                          <a:spcPct val="100000"/>
                        </a:lnSpc>
                        <a:spcBef>
                          <a:spcPts val="0"/>
                        </a:spcBef>
                        <a:spcAft>
                          <a:spcPts val="0"/>
                        </a:spcAft>
                        <a:buFont typeface="Arial"/>
                        <a:buChar char="•"/>
                      </a:pPr>
                      <a:r>
                        <a:rPr lang="en-US" sz="1400" b="0" i="0" u="none" strike="noStrike" baseline="0" noProof="0" dirty="0">
                          <a:solidFill>
                            <a:schemeClr val="tx2">
                              <a:lumMod val="50000"/>
                            </a:schemeClr>
                          </a:solidFill>
                        </a:rPr>
                        <a:t>Server Error 5xx</a:t>
                      </a:r>
                      <a:endParaRPr lang="en-US" sz="1400" b="0" i="0" u="none" strike="noStrike" noProof="0" dirty="0">
                        <a:solidFill>
                          <a:schemeClr val="tx2">
                            <a:lumMod val="50000"/>
                          </a:schemeClr>
                        </a:solidFill>
                        <a:latin typeface="+mn-lt"/>
                      </a:endParaRP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Open Web Application Security Project (OWASP)</a:t>
                      </a:r>
                      <a:endParaRPr lang="en-US" dirty="0">
                        <a:solidFill>
                          <a:schemeClr val="tx2">
                            <a:lumMod val="50000"/>
                          </a:schemeClr>
                        </a:solidFill>
                      </a:endParaRP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Malicious </a:t>
                      </a:r>
                      <a:r>
                        <a:rPr lang="en-US" sz="1400" b="0" i="0" u="none" strike="noStrike" kern="1200" noProof="0" dirty="0" err="1">
                          <a:solidFill>
                            <a:schemeClr val="tx2">
                              <a:lumMod val="50000"/>
                            </a:schemeClr>
                          </a:solidFill>
                        </a:rPr>
                        <a:t>iFrames</a:t>
                      </a:r>
                      <a:endParaRPr lang="en-US" sz="1400" b="0" i="0" u="none" strike="noStrike" kern="1200" noProof="0" dirty="0">
                        <a:solidFill>
                          <a:schemeClr val="tx2">
                            <a:lumMod val="50000"/>
                          </a:schemeClr>
                        </a:solidFill>
                      </a:endParaRP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 HTTP 302 Cushioning</a:t>
                      </a: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 Domain Shadowing</a:t>
                      </a: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 Attachment-based attacks</a:t>
                      </a: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 Open mail relay</a:t>
                      </a: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 Homoglyphs</a:t>
                      </a:r>
                    </a:p>
                    <a:p>
                      <a:pPr marL="285750" lvl="0" indent="-285750" algn="l">
                        <a:lnSpc>
                          <a:spcPct val="100000"/>
                        </a:lnSpc>
                        <a:spcBef>
                          <a:spcPts val="0"/>
                        </a:spcBef>
                        <a:spcAft>
                          <a:spcPts val="0"/>
                        </a:spcAft>
                        <a:buFont typeface="Arial"/>
                        <a:buChar char="•"/>
                      </a:pPr>
                      <a:r>
                        <a:rPr lang="en-US" sz="1400" b="0" i="0" u="none" strike="noStrike" kern="1200" noProof="0" dirty="0">
                          <a:solidFill>
                            <a:schemeClr val="tx2">
                              <a:lumMod val="50000"/>
                            </a:schemeClr>
                          </a:solidFill>
                        </a:rPr>
                        <a:t> Client-side Scripting</a:t>
                      </a:r>
                    </a:p>
                    <a:p>
                      <a:pPr marL="0" lvl="0" indent="0" algn="l">
                        <a:lnSpc>
                          <a:spcPct val="100000"/>
                        </a:lnSpc>
                        <a:spcBef>
                          <a:spcPts val="0"/>
                        </a:spcBef>
                        <a:spcAft>
                          <a:spcPts val="0"/>
                        </a:spcAft>
                        <a:buClr>
                          <a:srgbClr val="FFFFFF"/>
                        </a:buClr>
                        <a:buFont typeface="Arial,Sans-Serif" panose="020B0604020202020204" pitchFamily="34" charset="0"/>
                        <a:buChar char="•"/>
                      </a:pPr>
                      <a:endParaRPr lang="en-US" sz="1400" b="1" i="0" u="none" strike="noStrike" kern="1200" noProof="0" dirty="0">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921304915"/>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72FA7496D6DA479E8285E92D89F7A2" ma:contentTypeVersion="15" ma:contentTypeDescription="Create a new document." ma:contentTypeScope="" ma:versionID="cc03c34962dc7a1ce1ea79212ad1f1fe">
  <xsd:schema xmlns:xsd="http://www.w3.org/2001/XMLSchema" xmlns:xs="http://www.w3.org/2001/XMLSchema" xmlns:p="http://schemas.microsoft.com/office/2006/metadata/properties" xmlns:ns2="4596d6c2-6208-40c1-97d7-a7a8de7b2e7e" xmlns:ns3="663c561b-9ed7-4eff-a44a-420ee4b9be56" targetNamespace="http://schemas.microsoft.com/office/2006/metadata/properties" ma:root="true" ma:fieldsID="f297ccd91f930ebf464e3ef2d8f03a81" ns2:_="" ns3:_="">
    <xsd:import namespace="4596d6c2-6208-40c1-97d7-a7a8de7b2e7e"/>
    <xsd:import namespace="663c561b-9ed7-4eff-a44a-420ee4b9be5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6d6c2-6208-40c1-97d7-a7a8de7b2e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744fc2b-25fb-49a1-97aa-3319922cdb6c}" ma:internalName="TaxCatchAll" ma:showField="CatchAllData" ma:web="4596d6c2-6208-40c1-97d7-a7a8de7b2e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63c561b-9ed7-4eff-a44a-420ee4b9be5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63c561b-9ed7-4eff-a44a-420ee4b9be56">
      <Terms xmlns="http://schemas.microsoft.com/office/infopath/2007/PartnerControls"/>
    </lcf76f155ced4ddcb4097134ff3c332f>
    <TaxCatchAll xmlns="4596d6c2-6208-40c1-97d7-a7a8de7b2e7e" xsi:nil="true"/>
    <SharedWithUsers xmlns="4596d6c2-6208-40c1-97d7-a7a8de7b2e7e">
      <UserInfo>
        <DisplayName/>
        <AccountId xsi:nil="true"/>
        <AccountType/>
      </UserInfo>
    </SharedWithUsers>
    <MediaLengthInSeconds xmlns="663c561b-9ed7-4eff-a44a-420ee4b9be56" xsi:nil="true"/>
  </documentManagement>
</p:properties>
</file>

<file path=customXml/itemProps1.xml><?xml version="1.0" encoding="utf-8"?>
<ds:datastoreItem xmlns:ds="http://schemas.openxmlformats.org/officeDocument/2006/customXml" ds:itemID="{CF342A35-77FB-4C32-97EA-CA49B424223B}"/>
</file>

<file path=customXml/itemProps2.xml><?xml version="1.0" encoding="utf-8"?>
<ds:datastoreItem xmlns:ds="http://schemas.openxmlformats.org/officeDocument/2006/customXml" ds:itemID="{43C7C604-BB9B-42A9-84BA-54148874B7A6}">
  <ds:schemaRefs>
    <ds:schemaRef ds:uri="http://schemas.microsoft.com/sharepoint/v3/contenttype/forms"/>
  </ds:schemaRefs>
</ds:datastoreItem>
</file>

<file path=customXml/itemProps3.xml><?xml version="1.0" encoding="utf-8"?>
<ds:datastoreItem xmlns:ds="http://schemas.openxmlformats.org/officeDocument/2006/customXml" ds:itemID="{1A9A486E-C753-45FE-A316-43C4234B2E6E}">
  <ds:schemaRefs>
    <ds:schemaRef ds:uri="http://schemas.microsoft.com/office/2006/documentManagement/types"/>
    <ds:schemaRef ds:uri="810553ce-449d-4340-bb0a-414d416a9b51"/>
    <ds:schemaRef ds:uri="http://purl.org/dc/dcmitype/"/>
    <ds:schemaRef ds:uri="http://schemas.microsoft.com/office/infopath/2007/PartnerControls"/>
    <ds:schemaRef ds:uri="http://purl.org/dc/terms/"/>
    <ds:schemaRef ds:uri="http://schemas.openxmlformats.org/package/2006/metadata/core-properties"/>
    <ds:schemaRef ds:uri="http://www.w3.org/XML/1998/namespace"/>
    <ds:schemaRef ds:uri="20a0b39e-fcd0-423b-9f17-9d26d967be51"/>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5656</TotalTime>
  <Words>6063</Words>
  <Application>Microsoft Office PowerPoint</Application>
  <PresentationFormat>On-screen Show (16:9)</PresentationFormat>
  <Paragraphs>638</Paragraphs>
  <Slides>49</Slides>
  <Notes>49</Notes>
  <HiddenSlides>10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49</vt:i4>
      </vt:variant>
    </vt:vector>
  </HeadingPairs>
  <TitlesOfParts>
    <vt:vector size="56" baseType="lpstr">
      <vt:lpstr>Arial</vt:lpstr>
      <vt:lpstr>Arial,Sans-Serif</vt:lpstr>
      <vt:lpstr>Calibri</vt:lpstr>
      <vt:lpstr>CiscoSans ExtraLight</vt:lpstr>
      <vt:lpstr>Wingdings</vt:lpstr>
      <vt:lpstr>Office Theme</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4 New Terms and Commands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Anna Bolen -X (abolen - UNICON INC at Cisco)</cp:lastModifiedBy>
  <cp:revision>999</cp:revision>
  <dcterms:created xsi:type="dcterms:W3CDTF">2022-10-03T22:07:09Z</dcterms:created>
  <dcterms:modified xsi:type="dcterms:W3CDTF">2023-03-30T15:56:34Z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2104900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