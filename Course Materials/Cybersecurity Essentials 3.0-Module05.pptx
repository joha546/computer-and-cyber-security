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sldIdLst>
    <p:sldId id="256" r:id="rId5"/>
    <p:sldId id="257" r:id="rId6"/>
    <p:sldId id="295" r:id="rId7"/>
    <p:sldId id="1072" r:id="rId8"/>
    <p:sldId id="259" r:id="rId9"/>
    <p:sldId id="1073" r:id="rId10"/>
    <p:sldId id="261" r:id="rId11"/>
    <p:sldId id="1078" r:id="rId12"/>
    <p:sldId id="262" r:id="rId13"/>
    <p:sldId id="1075" r:id="rId14"/>
    <p:sldId id="263" r:id="rId15"/>
    <p:sldId id="264" r:id="rId16"/>
    <p:sldId id="265" r:id="rId17"/>
    <p:sldId id="266" r:id="rId18"/>
    <p:sldId id="267" r:id="rId19"/>
    <p:sldId id="268" r:id="rId20"/>
    <p:sldId id="1076" r:id="rId21"/>
    <p:sldId id="269" r:id="rId22"/>
    <p:sldId id="271" r:id="rId23"/>
    <p:sldId id="273" r:id="rId24"/>
    <p:sldId id="274" r:id="rId25"/>
    <p:sldId id="275" r:id="rId26"/>
    <p:sldId id="276" r:id="rId27"/>
    <p:sldId id="277" r:id="rId28"/>
    <p:sldId id="278" r:id="rId29"/>
    <p:sldId id="280" r:id="rId30"/>
    <p:sldId id="281" r:id="rId31"/>
    <p:sldId id="282" r:id="rId32"/>
    <p:sldId id="1077" r:id="rId33"/>
    <p:sldId id="283" r:id="rId34"/>
    <p:sldId id="284" r:id="rId35"/>
    <p:sldId id="285" r:id="rId36"/>
    <p:sldId id="286" r:id="rId37"/>
    <p:sldId id="287" r:id="rId38"/>
    <p:sldId id="288" r:id="rId39"/>
    <p:sldId id="290" r:id="rId40"/>
    <p:sldId id="291" r:id="rId41"/>
    <p:sldId id="292" r:id="rId42"/>
    <p:sldId id="293" r:id="rId43"/>
    <p:sldId id="294"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31CCBEBE-11CE-F1BF-0C9B-F972ACE97E89}" name="ecuyang@gmail.com" initials="e" userId="ecuyang@gmail.com"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A88FBA-A8F3-40C6-AC03-20783E864CB7}" v="1" dt="2023-03-30T15:59:36.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271" autoAdjust="0"/>
  </p:normalViewPr>
  <p:slideViewPr>
    <p:cSldViewPr snapToGrid="0" snapToObjects="1">
      <p:cViewPr varScale="1">
        <p:scale>
          <a:sx n="102" d="100"/>
          <a:sy n="102" d="100"/>
        </p:scale>
        <p:origin x="34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e Nelson" userId="S::brie_elearningdoc.com#ext#@cisco.onmicrosoft.com::712abed6-64c6-4c4c-80f1-14676a42bb74" providerId="AD" clId="Web-{DA489FF3-D247-7393-69A0-C85073A8B4F0}"/>
    <pc:docChg chg="modSld">
      <pc:chgData name="Brie Nelson" userId="S::brie_elearningdoc.com#ext#@cisco.onmicrosoft.com::712abed6-64c6-4c4c-80f1-14676a42bb74" providerId="AD" clId="Web-{DA489FF3-D247-7393-69A0-C85073A8B4F0}" dt="2022-11-02T11:47:59.996" v="13" actId="14100"/>
      <pc:docMkLst>
        <pc:docMk/>
      </pc:docMkLst>
      <pc:sldChg chg="modSp">
        <pc:chgData name="Brie Nelson" userId="S::brie_elearningdoc.com#ext#@cisco.onmicrosoft.com::712abed6-64c6-4c4c-80f1-14676a42bb74" providerId="AD" clId="Web-{DA489FF3-D247-7393-69A0-C85073A8B4F0}" dt="2022-11-02T11:47:59.996" v="13" actId="14100"/>
        <pc:sldMkLst>
          <pc:docMk/>
          <pc:sldMk cId="0" sldId="259"/>
        </pc:sldMkLst>
        <pc:spChg chg="mod">
          <ac:chgData name="Brie Nelson" userId="S::brie_elearningdoc.com#ext#@cisco.onmicrosoft.com::712abed6-64c6-4c4c-80f1-14676a42bb74" providerId="AD" clId="Web-{DA489FF3-D247-7393-69A0-C85073A8B4F0}" dt="2022-11-02T11:47:12.839" v="5" actId="20577"/>
          <ac:spMkLst>
            <pc:docMk/>
            <pc:sldMk cId="0" sldId="259"/>
            <ac:spMk id="2" creationId="{00000000-0000-0000-0000-000000000000}"/>
          </ac:spMkLst>
        </pc:spChg>
        <pc:spChg chg="mod">
          <ac:chgData name="Brie Nelson" userId="S::brie_elearningdoc.com#ext#@cisco.onmicrosoft.com::712abed6-64c6-4c4c-80f1-14676a42bb74" providerId="AD" clId="Web-{DA489FF3-D247-7393-69A0-C85073A8B4F0}" dt="2022-11-02T11:47:59.996" v="13" actId="14100"/>
          <ac:spMkLst>
            <pc:docMk/>
            <pc:sldMk cId="0" sldId="259"/>
            <ac:spMk id="3" creationId="{00000000-0000-0000-0000-000000000000}"/>
          </ac:spMkLst>
        </pc:spChg>
      </pc:sldChg>
    </pc:docChg>
  </pc:docChgLst>
  <pc:docChgLst>
    <pc:chgData name="Cláudia Naumann" userId="S::naumann_nce.ufrj.br#ext#@cisco.onmicrosoft.com::2c14c15b-0266-4182-83e5-84c7c06e2959" providerId="AD" clId="Web-{9FB4DF3C-F5BB-3808-72B6-3AFE1873171F}"/>
    <pc:docChg chg="modSld">
      <pc:chgData name="Cláudia Naumann" userId="S::naumann_nce.ufrj.br#ext#@cisco.onmicrosoft.com::2c14c15b-0266-4182-83e5-84c7c06e2959" providerId="AD" clId="Web-{9FB4DF3C-F5BB-3808-72B6-3AFE1873171F}" dt="2022-10-16T23:47:06.264" v="161" actId="1076"/>
      <pc:docMkLst>
        <pc:docMk/>
      </pc:docMkLst>
      <pc:sldChg chg="modSp">
        <pc:chgData name="Cláudia Naumann" userId="S::naumann_nce.ufrj.br#ext#@cisco.onmicrosoft.com::2c14c15b-0266-4182-83e5-84c7c06e2959" providerId="AD" clId="Web-{9FB4DF3C-F5BB-3808-72B6-3AFE1873171F}" dt="2022-10-16T23:47:06.264" v="161" actId="1076"/>
        <pc:sldMkLst>
          <pc:docMk/>
          <pc:sldMk cId="0" sldId="293"/>
        </pc:sldMkLst>
        <pc:spChg chg="mod">
          <ac:chgData name="Cláudia Naumann" userId="S::naumann_nce.ufrj.br#ext#@cisco.onmicrosoft.com::2c14c15b-0266-4182-83e5-84c7c06e2959" providerId="AD" clId="Web-{9FB4DF3C-F5BB-3808-72B6-3AFE1873171F}" dt="2022-10-16T23:47:06.264" v="161" actId="1076"/>
          <ac:spMkLst>
            <pc:docMk/>
            <pc:sldMk cId="0" sldId="293"/>
            <ac:spMk id="4" creationId="{E57D004C-7DD7-503B-9FD0-1660B30ABEF5}"/>
          </ac:spMkLst>
        </pc:spChg>
      </pc:sldChg>
    </pc:docChg>
  </pc:docChgLst>
  <pc:docChgLst>
    <pc:chgData name="Cláudia Naumann" userId="S::naumann_nce.ufrj.br#ext#@cisco.onmicrosoft.com::2c14c15b-0266-4182-83e5-84c7c06e2959" providerId="AD" clId="Web-{E74F1736-F9DB-1033-FE9F-6B10751E9069}"/>
    <pc:docChg chg="modSld">
      <pc:chgData name="Cláudia Naumann" userId="S::naumann_nce.ufrj.br#ext#@cisco.onmicrosoft.com::2c14c15b-0266-4182-83e5-84c7c06e2959" providerId="AD" clId="Web-{E74F1736-F9DB-1033-FE9F-6B10751E9069}" dt="2022-10-21T18:05:30.220" v="101" actId="1076"/>
      <pc:docMkLst>
        <pc:docMk/>
      </pc:docMkLst>
      <pc:sldChg chg="modSp">
        <pc:chgData name="Cláudia Naumann" userId="S::naumann_nce.ufrj.br#ext#@cisco.onmicrosoft.com::2c14c15b-0266-4182-83e5-84c7c06e2959" providerId="AD" clId="Web-{E74F1736-F9DB-1033-FE9F-6B10751E9069}" dt="2022-10-21T18:05:30.220" v="101" actId="1076"/>
        <pc:sldMkLst>
          <pc:docMk/>
          <pc:sldMk cId="0" sldId="1073"/>
        </pc:sldMkLst>
        <pc:graphicFrameChg chg="mod modGraphic">
          <ac:chgData name="Cláudia Naumann" userId="S::naumann_nce.ufrj.br#ext#@cisco.onmicrosoft.com::2c14c15b-0266-4182-83e5-84c7c06e2959" providerId="AD" clId="Web-{E74F1736-F9DB-1033-FE9F-6B10751E9069}" dt="2022-10-21T18:05:30.220" v="101" actId="1076"/>
          <ac:graphicFrameMkLst>
            <pc:docMk/>
            <pc:sldMk cId="0" sldId="1073"/>
            <ac:graphicFrameMk id="4" creationId="{40064EF4-EE2B-342C-EA9E-699582F380FF}"/>
          </ac:graphicFrameMkLst>
        </pc:graphicFrameChg>
      </pc:sldChg>
    </pc:docChg>
  </pc:docChgLst>
  <pc:docChgLst>
    <pc:chgData name="Cláudia Naumann" userId="S::naumann_nce.ufrj.br#ext#@cisco.onmicrosoft.com::2c14c15b-0266-4182-83e5-84c7c06e2959" providerId="AD" clId="Web-{108848C7-8918-0ACE-E4F9-864D0B024ED5}"/>
    <pc:docChg chg="modSld">
      <pc:chgData name="Cláudia Naumann" userId="S::naumann_nce.ufrj.br#ext#@cisco.onmicrosoft.com::2c14c15b-0266-4182-83e5-84c7c06e2959" providerId="AD" clId="Web-{108848C7-8918-0ACE-E4F9-864D0B024ED5}" dt="2022-10-17T16:06:40.363" v="579" actId="20577"/>
      <pc:docMkLst>
        <pc:docMk/>
      </pc:docMkLst>
      <pc:sldChg chg="modSp">
        <pc:chgData name="Cláudia Naumann" userId="S::naumann_nce.ufrj.br#ext#@cisco.onmicrosoft.com::2c14c15b-0266-4182-83e5-84c7c06e2959" providerId="AD" clId="Web-{108848C7-8918-0ACE-E4F9-864D0B024ED5}" dt="2022-10-17T15:22:14.990" v="330" actId="20577"/>
        <pc:sldMkLst>
          <pc:docMk/>
          <pc:sldMk cId="0" sldId="264"/>
        </pc:sldMkLst>
        <pc:spChg chg="mod">
          <ac:chgData name="Cláudia Naumann" userId="S::naumann_nce.ufrj.br#ext#@cisco.onmicrosoft.com::2c14c15b-0266-4182-83e5-84c7c06e2959" providerId="AD" clId="Web-{108848C7-8918-0ACE-E4F9-864D0B024ED5}" dt="2022-10-17T15:22:14.990" v="330" actId="20577"/>
          <ac:spMkLst>
            <pc:docMk/>
            <pc:sldMk cId="0" sldId="264"/>
            <ac:spMk id="5" creationId="{00000000-0000-0000-0000-000000000000}"/>
          </ac:spMkLst>
        </pc:spChg>
      </pc:sldChg>
      <pc:sldChg chg="modSp">
        <pc:chgData name="Cláudia Naumann" userId="S::naumann_nce.ufrj.br#ext#@cisco.onmicrosoft.com::2c14c15b-0266-4182-83e5-84c7c06e2959" providerId="AD" clId="Web-{108848C7-8918-0ACE-E4F9-864D0B024ED5}" dt="2022-10-17T15:23:00.288" v="334" actId="20577"/>
        <pc:sldMkLst>
          <pc:docMk/>
          <pc:sldMk cId="0" sldId="265"/>
        </pc:sldMkLst>
        <pc:spChg chg="mod">
          <ac:chgData name="Cláudia Naumann" userId="S::naumann_nce.ufrj.br#ext#@cisco.onmicrosoft.com::2c14c15b-0266-4182-83e5-84c7c06e2959" providerId="AD" clId="Web-{108848C7-8918-0ACE-E4F9-864D0B024ED5}" dt="2022-10-17T15:23:00.288" v="334" actId="20577"/>
          <ac:spMkLst>
            <pc:docMk/>
            <pc:sldMk cId="0" sldId="265"/>
            <ac:spMk id="4" creationId="{B0AFC8F7-6786-28DA-4B29-648CC519E827}"/>
          </ac:spMkLst>
        </pc:spChg>
      </pc:sldChg>
      <pc:sldChg chg="modSp">
        <pc:chgData name="Cláudia Naumann" userId="S::naumann_nce.ufrj.br#ext#@cisco.onmicrosoft.com::2c14c15b-0266-4182-83e5-84c7c06e2959" providerId="AD" clId="Web-{108848C7-8918-0ACE-E4F9-864D0B024ED5}" dt="2022-10-17T15:27:50.671" v="384" actId="20577"/>
        <pc:sldMkLst>
          <pc:docMk/>
          <pc:sldMk cId="0" sldId="267"/>
        </pc:sldMkLst>
        <pc:spChg chg="mod">
          <ac:chgData name="Cláudia Naumann" userId="S::naumann_nce.ufrj.br#ext#@cisco.onmicrosoft.com::2c14c15b-0266-4182-83e5-84c7c06e2959" providerId="AD" clId="Web-{108848C7-8918-0ACE-E4F9-864D0B024ED5}" dt="2022-10-17T15:27:50.671" v="384" actId="20577"/>
          <ac:spMkLst>
            <pc:docMk/>
            <pc:sldMk cId="0" sldId="267"/>
            <ac:spMk id="5" creationId="{00000000-0000-0000-0000-000000000000}"/>
          </ac:spMkLst>
        </pc:spChg>
      </pc:sldChg>
      <pc:sldChg chg="modSp">
        <pc:chgData name="Cláudia Naumann" userId="S::naumann_nce.ufrj.br#ext#@cisco.onmicrosoft.com::2c14c15b-0266-4182-83e5-84c7c06e2959" providerId="AD" clId="Web-{108848C7-8918-0ACE-E4F9-864D0B024ED5}" dt="2022-10-17T15:34:16.479" v="401" actId="20577"/>
        <pc:sldMkLst>
          <pc:docMk/>
          <pc:sldMk cId="0" sldId="276"/>
        </pc:sldMkLst>
        <pc:spChg chg="mod">
          <ac:chgData name="Cláudia Naumann" userId="S::naumann_nce.ufrj.br#ext#@cisco.onmicrosoft.com::2c14c15b-0266-4182-83e5-84c7c06e2959" providerId="AD" clId="Web-{108848C7-8918-0ACE-E4F9-864D0B024ED5}" dt="2022-10-17T15:34:16.479" v="401" actId="20577"/>
          <ac:spMkLst>
            <pc:docMk/>
            <pc:sldMk cId="0" sldId="276"/>
            <ac:spMk id="5" creationId="{00000000-0000-0000-0000-000000000000}"/>
          </ac:spMkLst>
        </pc:spChg>
      </pc:sldChg>
      <pc:sldChg chg="modSp">
        <pc:chgData name="Cláudia Naumann" userId="S::naumann_nce.ufrj.br#ext#@cisco.onmicrosoft.com::2c14c15b-0266-4182-83e5-84c7c06e2959" providerId="AD" clId="Web-{108848C7-8918-0ACE-E4F9-864D0B024ED5}" dt="2022-10-17T15:40:45.990" v="444" actId="20577"/>
        <pc:sldMkLst>
          <pc:docMk/>
          <pc:sldMk cId="0" sldId="278"/>
        </pc:sldMkLst>
        <pc:spChg chg="mod">
          <ac:chgData name="Cláudia Naumann" userId="S::naumann_nce.ufrj.br#ext#@cisco.onmicrosoft.com::2c14c15b-0266-4182-83e5-84c7c06e2959" providerId="AD" clId="Web-{108848C7-8918-0ACE-E4F9-864D0B024ED5}" dt="2022-10-17T15:40:45.990" v="444" actId="20577"/>
          <ac:spMkLst>
            <pc:docMk/>
            <pc:sldMk cId="0" sldId="278"/>
            <ac:spMk id="5" creationId="{00000000-0000-0000-0000-000000000000}"/>
          </ac:spMkLst>
        </pc:spChg>
        <pc:picChg chg="mod">
          <ac:chgData name="Cláudia Naumann" userId="S::naumann_nce.ufrj.br#ext#@cisco.onmicrosoft.com::2c14c15b-0266-4182-83e5-84c7c06e2959" providerId="AD" clId="Web-{108848C7-8918-0ACE-E4F9-864D0B024ED5}" dt="2022-10-17T15:40:05.755" v="437" actId="1076"/>
          <ac:picMkLst>
            <pc:docMk/>
            <pc:sldMk cId="0" sldId="278"/>
            <ac:picMk id="4" creationId="{1B3F0E82-A053-30A3-68E6-0C1DDC275856}"/>
          </ac:picMkLst>
        </pc:picChg>
      </pc:sldChg>
      <pc:sldChg chg="modSp">
        <pc:chgData name="Cláudia Naumann" userId="S::naumann_nce.ufrj.br#ext#@cisco.onmicrosoft.com::2c14c15b-0266-4182-83e5-84c7c06e2959" providerId="AD" clId="Web-{108848C7-8918-0ACE-E4F9-864D0B024ED5}" dt="2022-10-17T15:42:02.211" v="448" actId="20577"/>
        <pc:sldMkLst>
          <pc:docMk/>
          <pc:sldMk cId="0" sldId="282"/>
        </pc:sldMkLst>
        <pc:spChg chg="mod">
          <ac:chgData name="Cláudia Naumann" userId="S::naumann_nce.ufrj.br#ext#@cisco.onmicrosoft.com::2c14c15b-0266-4182-83e5-84c7c06e2959" providerId="AD" clId="Web-{108848C7-8918-0ACE-E4F9-864D0B024ED5}" dt="2022-10-17T15:42:02.211" v="448" actId="20577"/>
          <ac:spMkLst>
            <pc:docMk/>
            <pc:sldMk cId="0" sldId="282"/>
            <ac:spMk id="5" creationId="{00000000-0000-0000-0000-000000000000}"/>
          </ac:spMkLst>
        </pc:spChg>
      </pc:sldChg>
      <pc:sldChg chg="modSp">
        <pc:chgData name="Cláudia Naumann" userId="S::naumann_nce.ufrj.br#ext#@cisco.onmicrosoft.com::2c14c15b-0266-4182-83e5-84c7c06e2959" providerId="AD" clId="Web-{108848C7-8918-0ACE-E4F9-864D0B024ED5}" dt="2022-10-17T15:49:26.521" v="495" actId="20577"/>
        <pc:sldMkLst>
          <pc:docMk/>
          <pc:sldMk cId="0" sldId="283"/>
        </pc:sldMkLst>
        <pc:spChg chg="mod">
          <ac:chgData name="Cláudia Naumann" userId="S::naumann_nce.ufrj.br#ext#@cisco.onmicrosoft.com::2c14c15b-0266-4182-83e5-84c7c06e2959" providerId="AD" clId="Web-{108848C7-8918-0ACE-E4F9-864D0B024ED5}" dt="2022-10-17T15:49:26.521" v="495" actId="20577"/>
          <ac:spMkLst>
            <pc:docMk/>
            <pc:sldMk cId="0" sldId="283"/>
            <ac:spMk id="5" creationId="{00000000-0000-0000-0000-000000000000}"/>
          </ac:spMkLst>
        </pc:spChg>
      </pc:sldChg>
      <pc:sldChg chg="modSp">
        <pc:chgData name="Cláudia Naumann" userId="S::naumann_nce.ufrj.br#ext#@cisco.onmicrosoft.com::2c14c15b-0266-4182-83e5-84c7c06e2959" providerId="AD" clId="Web-{108848C7-8918-0ACE-E4F9-864D0B024ED5}" dt="2022-10-17T15:54:30.733" v="533" actId="20577"/>
        <pc:sldMkLst>
          <pc:docMk/>
          <pc:sldMk cId="0" sldId="285"/>
        </pc:sldMkLst>
        <pc:spChg chg="mod">
          <ac:chgData name="Cláudia Naumann" userId="S::naumann_nce.ufrj.br#ext#@cisco.onmicrosoft.com::2c14c15b-0266-4182-83e5-84c7c06e2959" providerId="AD" clId="Web-{108848C7-8918-0ACE-E4F9-864D0B024ED5}" dt="2022-10-17T15:54:30.733" v="533" actId="20577"/>
          <ac:spMkLst>
            <pc:docMk/>
            <pc:sldMk cId="0" sldId="285"/>
            <ac:spMk id="5" creationId="{00000000-0000-0000-0000-000000000000}"/>
          </ac:spMkLst>
        </pc:spChg>
      </pc:sldChg>
      <pc:sldChg chg="modSp">
        <pc:chgData name="Cláudia Naumann" userId="S::naumann_nce.ufrj.br#ext#@cisco.onmicrosoft.com::2c14c15b-0266-4182-83e5-84c7c06e2959" providerId="AD" clId="Web-{108848C7-8918-0ACE-E4F9-864D0B024ED5}" dt="2022-10-17T16:06:40.363" v="579" actId="20577"/>
        <pc:sldMkLst>
          <pc:docMk/>
          <pc:sldMk cId="0" sldId="286"/>
        </pc:sldMkLst>
        <pc:spChg chg="mod">
          <ac:chgData name="Cláudia Naumann" userId="S::naumann_nce.ufrj.br#ext#@cisco.onmicrosoft.com::2c14c15b-0266-4182-83e5-84c7c06e2959" providerId="AD" clId="Web-{108848C7-8918-0ACE-E4F9-864D0B024ED5}" dt="2022-10-17T16:06:40.363" v="579" actId="20577"/>
          <ac:spMkLst>
            <pc:docMk/>
            <pc:sldMk cId="0" sldId="286"/>
            <ac:spMk id="5" creationId="{00000000-0000-0000-0000-000000000000}"/>
          </ac:spMkLst>
        </pc:spChg>
      </pc:sldChg>
      <pc:sldChg chg="modSp">
        <pc:chgData name="Cláudia Naumann" userId="S::naumann_nce.ufrj.br#ext#@cisco.onmicrosoft.com::2c14c15b-0266-4182-83e5-84c7c06e2959" providerId="AD" clId="Web-{108848C7-8918-0ACE-E4F9-864D0B024ED5}" dt="2022-10-17T15:04:58.007" v="60" actId="20577"/>
        <pc:sldMkLst>
          <pc:docMk/>
          <pc:sldMk cId="0" sldId="293"/>
        </pc:sldMkLst>
        <pc:spChg chg="mod">
          <ac:chgData name="Cláudia Naumann" userId="S::naumann_nce.ufrj.br#ext#@cisco.onmicrosoft.com::2c14c15b-0266-4182-83e5-84c7c06e2959" providerId="AD" clId="Web-{108848C7-8918-0ACE-E4F9-864D0B024ED5}" dt="2022-10-17T15:04:58.007" v="60" actId="20577"/>
          <ac:spMkLst>
            <pc:docMk/>
            <pc:sldMk cId="0" sldId="293"/>
            <ac:spMk id="4" creationId="{E57D004C-7DD7-503B-9FD0-1660B30ABEF5}"/>
          </ac:spMkLst>
        </pc:spChg>
      </pc:sldChg>
      <pc:sldChg chg="modSp">
        <pc:chgData name="Cláudia Naumann" userId="S::naumann_nce.ufrj.br#ext#@cisco.onmicrosoft.com::2c14c15b-0266-4182-83e5-84c7c06e2959" providerId="AD" clId="Web-{108848C7-8918-0ACE-E4F9-864D0B024ED5}" dt="2022-10-17T15:20:17.564" v="329" actId="20577"/>
        <pc:sldMkLst>
          <pc:docMk/>
          <pc:sldMk cId="0" sldId="294"/>
        </pc:sldMkLst>
        <pc:spChg chg="mod">
          <ac:chgData name="Cláudia Naumann" userId="S::naumann_nce.ufrj.br#ext#@cisco.onmicrosoft.com::2c14c15b-0266-4182-83e5-84c7c06e2959" providerId="AD" clId="Web-{108848C7-8918-0ACE-E4F9-864D0B024ED5}" dt="2022-10-17T15:20:17.564" v="329" actId="20577"/>
          <ac:spMkLst>
            <pc:docMk/>
            <pc:sldMk cId="0" sldId="294"/>
            <ac:spMk id="5" creationId="{00000000-0000-0000-0000-000000000000}"/>
          </ac:spMkLst>
        </pc:spChg>
      </pc:sldChg>
      <pc:sldChg chg="modSp">
        <pc:chgData name="Cláudia Naumann" userId="S::naumann_nce.ufrj.br#ext#@cisco.onmicrosoft.com::2c14c15b-0266-4182-83e5-84c7c06e2959" providerId="AD" clId="Web-{108848C7-8918-0ACE-E4F9-864D0B024ED5}" dt="2022-10-17T15:28:50.438" v="385"/>
        <pc:sldMkLst>
          <pc:docMk/>
          <pc:sldMk cId="2901809984" sldId="1076"/>
        </pc:sldMkLst>
        <pc:spChg chg="mod">
          <ac:chgData name="Cláudia Naumann" userId="S::naumann_nce.ufrj.br#ext#@cisco.onmicrosoft.com::2c14c15b-0266-4182-83e5-84c7c06e2959" providerId="AD" clId="Web-{108848C7-8918-0ACE-E4F9-864D0B024ED5}" dt="2022-10-17T15:28:50.438" v="385"/>
          <ac:spMkLst>
            <pc:docMk/>
            <pc:sldMk cId="2901809984" sldId="1076"/>
            <ac:spMk id="5" creationId="{00000000-0000-0000-0000-000000000000}"/>
          </ac:spMkLst>
        </pc:spChg>
      </pc:sldChg>
      <pc:sldChg chg="modSp">
        <pc:chgData name="Cláudia Naumann" userId="S::naumann_nce.ufrj.br#ext#@cisco.onmicrosoft.com::2c14c15b-0266-4182-83e5-84c7c06e2959" providerId="AD" clId="Web-{108848C7-8918-0ACE-E4F9-864D0B024ED5}" dt="2022-10-17T15:42:23.055" v="451" actId="1076"/>
        <pc:sldMkLst>
          <pc:docMk/>
          <pc:sldMk cId="468257439" sldId="1077"/>
        </pc:sldMkLst>
        <pc:spChg chg="mod">
          <ac:chgData name="Cláudia Naumann" userId="S::naumann_nce.ufrj.br#ext#@cisco.onmicrosoft.com::2c14c15b-0266-4182-83e5-84c7c06e2959" providerId="AD" clId="Web-{108848C7-8918-0ACE-E4F9-864D0B024ED5}" dt="2022-10-17T15:42:19.477" v="450" actId="14100"/>
          <ac:spMkLst>
            <pc:docMk/>
            <pc:sldMk cId="468257439" sldId="1077"/>
            <ac:spMk id="5" creationId="{00000000-0000-0000-0000-000000000000}"/>
          </ac:spMkLst>
        </pc:spChg>
        <pc:picChg chg="mod">
          <ac:chgData name="Cláudia Naumann" userId="S::naumann_nce.ufrj.br#ext#@cisco.onmicrosoft.com::2c14c15b-0266-4182-83e5-84c7c06e2959" providerId="AD" clId="Web-{108848C7-8918-0ACE-E4F9-864D0B024ED5}" dt="2022-10-17T15:42:23.055" v="451" actId="1076"/>
          <ac:picMkLst>
            <pc:docMk/>
            <pc:sldMk cId="468257439" sldId="1077"/>
            <ac:picMk id="4" creationId="{4A9F3F66-1659-BD88-3A5F-DB926B815B16}"/>
          </ac:picMkLst>
        </pc:picChg>
      </pc:sldChg>
    </pc:docChg>
  </pc:docChgLst>
  <pc:docChgLst>
    <pc:chgData name="Cláudia Naumann" userId="S::naumann_nce.ufrj.br#ext#@cisco.onmicrosoft.com::2c14c15b-0266-4182-83e5-84c7c06e2959" providerId="AD" clId="Web-{3C658346-BCA7-5739-E9E6-F5FCD7DA28B5}"/>
    <pc:docChg chg="modSld">
      <pc:chgData name="Cláudia Naumann" userId="S::naumann_nce.ufrj.br#ext#@cisco.onmicrosoft.com::2c14c15b-0266-4182-83e5-84c7c06e2959" providerId="AD" clId="Web-{3C658346-BCA7-5739-E9E6-F5FCD7DA28B5}" dt="2022-10-20T17:40:25.614" v="11" actId="1076"/>
      <pc:docMkLst>
        <pc:docMk/>
      </pc:docMkLst>
      <pc:sldChg chg="modSp">
        <pc:chgData name="Cláudia Naumann" userId="S::naumann_nce.ufrj.br#ext#@cisco.onmicrosoft.com::2c14c15b-0266-4182-83e5-84c7c06e2959" providerId="AD" clId="Web-{3C658346-BCA7-5739-E9E6-F5FCD7DA28B5}" dt="2022-10-20T17:39:28.784" v="4"/>
        <pc:sldMkLst>
          <pc:docMk/>
          <pc:sldMk cId="0" sldId="265"/>
        </pc:sldMkLst>
        <pc:graphicFrameChg chg="mod modGraphic">
          <ac:chgData name="Cláudia Naumann" userId="S::naumann_nce.ufrj.br#ext#@cisco.onmicrosoft.com::2c14c15b-0266-4182-83e5-84c7c06e2959" providerId="AD" clId="Web-{3C658346-BCA7-5739-E9E6-F5FCD7DA28B5}" dt="2022-10-20T17:39:28.784" v="4"/>
          <ac:graphicFrameMkLst>
            <pc:docMk/>
            <pc:sldMk cId="0" sldId="265"/>
            <ac:graphicFrameMk id="11" creationId="{00000000-0000-0000-0000-000000000000}"/>
          </ac:graphicFrameMkLst>
        </pc:graphicFrameChg>
      </pc:sldChg>
      <pc:sldChg chg="modSp">
        <pc:chgData name="Cláudia Naumann" userId="S::naumann_nce.ufrj.br#ext#@cisco.onmicrosoft.com::2c14c15b-0266-4182-83e5-84c7c06e2959" providerId="AD" clId="Web-{3C658346-BCA7-5739-E9E6-F5FCD7DA28B5}" dt="2022-10-20T17:40:25.614" v="11" actId="1076"/>
        <pc:sldMkLst>
          <pc:docMk/>
          <pc:sldMk cId="0" sldId="284"/>
        </pc:sldMkLst>
        <pc:graphicFrameChg chg="mod modGraphic">
          <ac:chgData name="Cláudia Naumann" userId="S::naumann_nce.ufrj.br#ext#@cisco.onmicrosoft.com::2c14c15b-0266-4182-83e5-84c7c06e2959" providerId="AD" clId="Web-{3C658346-BCA7-5739-E9E6-F5FCD7DA28B5}" dt="2022-10-20T17:40:25.614" v="11" actId="1076"/>
          <ac:graphicFrameMkLst>
            <pc:docMk/>
            <pc:sldMk cId="0" sldId="284"/>
            <ac:graphicFrameMk id="30" creationId="{00000000-0000-0000-0000-000000000000}"/>
          </ac:graphicFrameMkLst>
        </pc:graphicFrameChg>
      </pc:sldChg>
    </pc:docChg>
  </pc:docChgLst>
  <pc:docChgLst>
    <pc:chgData name="Anna Bolen -X (abolen - UNICON INC at Cisco)" userId="8fcf5b57-97b6-40ce-9683-275924855fa8" providerId="ADAL" clId="{E6A88FBA-A8F3-40C6-AC03-20783E864CB7}"/>
    <pc:docChg chg="modSld">
      <pc:chgData name="Anna Bolen -X (abolen - UNICON INC at Cisco)" userId="8fcf5b57-97b6-40ce-9683-275924855fa8" providerId="ADAL" clId="{E6A88FBA-A8F3-40C6-AC03-20783E864CB7}" dt="2023-03-30T15:59:36.567" v="0"/>
      <pc:docMkLst>
        <pc:docMk/>
      </pc:docMkLst>
      <pc:sldChg chg="modSp modNotes">
        <pc:chgData name="Anna Bolen -X (abolen - UNICON INC at Cisco)" userId="8fcf5b57-97b6-40ce-9683-275924855fa8" providerId="ADAL" clId="{E6A88FBA-A8F3-40C6-AC03-20783E864CB7}" dt="2023-03-30T15:59:36.567" v="0"/>
        <pc:sldMkLst>
          <pc:docMk/>
          <pc:sldMk cId="0" sldId="256"/>
        </pc:sldMkLst>
        <pc:spChg chg="mod">
          <ac:chgData name="Anna Bolen -X (abolen - UNICON INC at Cisco)" userId="8fcf5b57-97b6-40ce-9683-275924855fa8" providerId="ADAL" clId="{E6A88FBA-A8F3-40C6-AC03-20783E864CB7}" dt="2023-03-30T15:59:36.567" v="0"/>
          <ac:spMkLst>
            <pc:docMk/>
            <pc:sldMk cId="0" sldId="256"/>
            <ac:spMk id="4" creationId="{00000000-0000-0000-0000-000000000000}"/>
          </ac:spMkLst>
        </pc:spChg>
      </pc:sldChg>
      <pc:sldChg chg="modSp modNotes">
        <pc:chgData name="Anna Bolen -X (abolen - UNICON INC at Cisco)" userId="8fcf5b57-97b6-40ce-9683-275924855fa8" providerId="ADAL" clId="{E6A88FBA-A8F3-40C6-AC03-20783E864CB7}" dt="2023-03-30T15:59:36.567" v="0"/>
        <pc:sldMkLst>
          <pc:docMk/>
          <pc:sldMk cId="0" sldId="262"/>
        </pc:sldMkLst>
        <pc:spChg chg="mod">
          <ac:chgData name="Anna Bolen -X (abolen - UNICON INC at Cisco)" userId="8fcf5b57-97b6-40ce-9683-275924855fa8" providerId="ADAL" clId="{E6A88FBA-A8F3-40C6-AC03-20783E864CB7}" dt="2023-03-30T15:59:36.567" v="0"/>
          <ac:spMkLst>
            <pc:docMk/>
            <pc:sldMk cId="0" sldId="262"/>
            <ac:spMk id="3" creationId="{00000000-0000-0000-0000-000000000000}"/>
          </ac:spMkLst>
        </pc:spChg>
      </pc:sldChg>
    </pc:docChg>
  </pc:docChgLst>
  <pc:docChgLst>
    <pc:chgData name="Brie Nelson" userId="S::brie_elearningdoc.com#ext#@cisco.onmicrosoft.com::712abed6-64c6-4c4c-80f1-14676a42bb74" providerId="AD" clId="Web-{23DE614F-C4C2-8BDD-142C-106FCC9B477B}"/>
    <pc:docChg chg="modSld">
      <pc:chgData name="Brie Nelson" userId="S::brie_elearningdoc.com#ext#@cisco.onmicrosoft.com::712abed6-64c6-4c4c-80f1-14676a42bb74" providerId="AD" clId="Web-{23DE614F-C4C2-8BDD-142C-106FCC9B477B}" dt="2022-11-01T18:18:38.824" v="0"/>
      <pc:docMkLst>
        <pc:docMk/>
      </pc:docMkLst>
      <pc:sldChg chg="modSp">
        <pc:chgData name="Brie Nelson" userId="S::brie_elearningdoc.com#ext#@cisco.onmicrosoft.com::712abed6-64c6-4c4c-80f1-14676a42bb74" providerId="AD" clId="Web-{23DE614F-C4C2-8BDD-142C-106FCC9B477B}" dt="2022-11-01T18:18:38.824" v="0"/>
        <pc:sldMkLst>
          <pc:docMk/>
          <pc:sldMk cId="0" sldId="295"/>
        </pc:sldMkLst>
        <pc:graphicFrameChg chg="modGraphic">
          <ac:chgData name="Brie Nelson" userId="S::brie_elearningdoc.com#ext#@cisco.onmicrosoft.com::712abed6-64c6-4c4c-80f1-14676a42bb74" providerId="AD" clId="Web-{23DE614F-C4C2-8BDD-142C-106FCC9B477B}" dt="2022-11-01T18:18:38.824" v="0"/>
          <ac:graphicFrameMkLst>
            <pc:docMk/>
            <pc:sldMk cId="0" sldId="295"/>
            <ac:graphicFrameMk id="6" creationId="{CEA739AB-83E7-3356-BA00-BC3B68876B93}"/>
          </ac:graphicFrameMkLst>
        </pc:graphicFrameChg>
      </pc:sldChg>
    </pc:docChg>
  </pc:docChgLst>
  <pc:docChgLst>
    <pc:chgData name="Brie Nelson" userId="S::brie_elearningdoc.com#ext#@cisco.onmicrosoft.com::712abed6-64c6-4c4c-80f1-14676a42bb74" providerId="AD" clId="Web-{FE7B98BD-7C8D-B475-4EF1-81EF734AE365}"/>
    <pc:docChg chg="modSld">
      <pc:chgData name="Brie Nelson" userId="S::brie_elearningdoc.com#ext#@cisco.onmicrosoft.com::712abed6-64c6-4c4c-80f1-14676a42bb74" providerId="AD" clId="Web-{FE7B98BD-7C8D-B475-4EF1-81EF734AE365}" dt="2022-11-01T17:26:10.335" v="91" actId="20577"/>
      <pc:docMkLst>
        <pc:docMk/>
      </pc:docMkLst>
      <pc:sldChg chg="modSp">
        <pc:chgData name="Brie Nelson" userId="S::brie_elearningdoc.com#ext#@cisco.onmicrosoft.com::712abed6-64c6-4c4c-80f1-14676a42bb74" providerId="AD" clId="Web-{FE7B98BD-7C8D-B475-4EF1-81EF734AE365}" dt="2022-11-01T16:17:45.813" v="3" actId="20577"/>
        <pc:sldMkLst>
          <pc:docMk/>
          <pc:sldMk cId="0" sldId="271"/>
        </pc:sldMkLst>
        <pc:spChg chg="mod">
          <ac:chgData name="Brie Nelson" userId="S::brie_elearningdoc.com#ext#@cisco.onmicrosoft.com::712abed6-64c6-4c4c-80f1-14676a42bb74" providerId="AD" clId="Web-{FE7B98BD-7C8D-B475-4EF1-81EF734AE365}" dt="2022-11-01T16:17:45.813" v="3" actId="20577"/>
          <ac:spMkLst>
            <pc:docMk/>
            <pc:sldMk cId="0" sldId="271"/>
            <ac:spMk id="5" creationId="{00000000-0000-0000-0000-000000000000}"/>
          </ac:spMkLst>
        </pc:spChg>
        <pc:picChg chg="mod">
          <ac:chgData name="Brie Nelson" userId="S::brie_elearningdoc.com#ext#@cisco.onmicrosoft.com::712abed6-64c6-4c4c-80f1-14676a42bb74" providerId="AD" clId="Web-{FE7B98BD-7C8D-B475-4EF1-81EF734AE365}" dt="2022-11-01T16:09:40.862" v="1" actId="14100"/>
          <ac:picMkLst>
            <pc:docMk/>
            <pc:sldMk cId="0" sldId="271"/>
            <ac:picMk id="4" creationId="{AC328A41-BA14-FDAE-CAD9-24EAFABECB94}"/>
          </ac:picMkLst>
        </pc:picChg>
      </pc:sldChg>
      <pc:sldChg chg="modSp">
        <pc:chgData name="Brie Nelson" userId="S::brie_elearningdoc.com#ext#@cisco.onmicrosoft.com::712abed6-64c6-4c4c-80f1-14676a42bb74" providerId="AD" clId="Web-{FE7B98BD-7C8D-B475-4EF1-81EF734AE365}" dt="2022-11-01T16:18:53.128" v="5" actId="1076"/>
        <pc:sldMkLst>
          <pc:docMk/>
          <pc:sldMk cId="0" sldId="274"/>
        </pc:sldMkLst>
        <pc:spChg chg="mod">
          <ac:chgData name="Brie Nelson" userId="S::brie_elearningdoc.com#ext#@cisco.onmicrosoft.com::712abed6-64c6-4c4c-80f1-14676a42bb74" providerId="AD" clId="Web-{FE7B98BD-7C8D-B475-4EF1-81EF734AE365}" dt="2022-11-01T16:18:53.128" v="5" actId="1076"/>
          <ac:spMkLst>
            <pc:docMk/>
            <pc:sldMk cId="0" sldId="274"/>
            <ac:spMk id="5" creationId="{00000000-0000-0000-0000-000000000000}"/>
          </ac:spMkLst>
        </pc:spChg>
      </pc:sldChg>
      <pc:sldChg chg="modSp">
        <pc:chgData name="Brie Nelson" userId="S::brie_elearningdoc.com#ext#@cisco.onmicrosoft.com::712abed6-64c6-4c4c-80f1-14676a42bb74" providerId="AD" clId="Web-{FE7B98BD-7C8D-B475-4EF1-81EF734AE365}" dt="2022-11-01T16:19:19.426" v="6" actId="1076"/>
        <pc:sldMkLst>
          <pc:docMk/>
          <pc:sldMk cId="0" sldId="275"/>
        </pc:sldMkLst>
        <pc:spChg chg="mod">
          <ac:chgData name="Brie Nelson" userId="S::brie_elearningdoc.com#ext#@cisco.onmicrosoft.com::712abed6-64c6-4c4c-80f1-14676a42bb74" providerId="AD" clId="Web-{FE7B98BD-7C8D-B475-4EF1-81EF734AE365}" dt="2022-11-01T16:19:19.426" v="6" actId="1076"/>
          <ac:spMkLst>
            <pc:docMk/>
            <pc:sldMk cId="0" sldId="275"/>
            <ac:spMk id="5" creationId="{00000000-0000-0000-0000-000000000000}"/>
          </ac:spMkLst>
        </pc:spChg>
      </pc:sldChg>
      <pc:sldChg chg="modSp">
        <pc:chgData name="Brie Nelson" userId="S::brie_elearningdoc.com#ext#@cisco.onmicrosoft.com::712abed6-64c6-4c4c-80f1-14676a42bb74" providerId="AD" clId="Web-{FE7B98BD-7C8D-B475-4EF1-81EF734AE365}" dt="2022-11-01T16:21:48.867" v="7" actId="1076"/>
        <pc:sldMkLst>
          <pc:docMk/>
          <pc:sldMk cId="0" sldId="276"/>
        </pc:sldMkLst>
        <pc:spChg chg="mod">
          <ac:chgData name="Brie Nelson" userId="S::brie_elearningdoc.com#ext#@cisco.onmicrosoft.com::712abed6-64c6-4c4c-80f1-14676a42bb74" providerId="AD" clId="Web-{FE7B98BD-7C8D-B475-4EF1-81EF734AE365}" dt="2022-11-01T16:21:48.867" v="7" actId="1076"/>
          <ac:spMkLst>
            <pc:docMk/>
            <pc:sldMk cId="0" sldId="276"/>
            <ac:spMk id="5" creationId="{00000000-0000-0000-0000-000000000000}"/>
          </ac:spMkLst>
        </pc:spChg>
      </pc:sldChg>
      <pc:sldChg chg="modSp">
        <pc:chgData name="Brie Nelson" userId="S::brie_elearningdoc.com#ext#@cisco.onmicrosoft.com::712abed6-64c6-4c4c-80f1-14676a42bb74" providerId="AD" clId="Web-{FE7B98BD-7C8D-B475-4EF1-81EF734AE365}" dt="2022-11-01T16:25:56.796" v="10" actId="20577"/>
        <pc:sldMkLst>
          <pc:docMk/>
          <pc:sldMk cId="0" sldId="277"/>
        </pc:sldMkLst>
        <pc:spChg chg="mod">
          <ac:chgData name="Brie Nelson" userId="S::brie_elearningdoc.com#ext#@cisco.onmicrosoft.com::712abed6-64c6-4c4c-80f1-14676a42bb74" providerId="AD" clId="Web-{FE7B98BD-7C8D-B475-4EF1-81EF734AE365}" dt="2022-11-01T16:25:56.796" v="10" actId="20577"/>
          <ac:spMkLst>
            <pc:docMk/>
            <pc:sldMk cId="0" sldId="277"/>
            <ac:spMk id="5" creationId="{00000000-0000-0000-0000-000000000000}"/>
          </ac:spMkLst>
        </pc:spChg>
      </pc:sldChg>
      <pc:sldChg chg="modSp">
        <pc:chgData name="Brie Nelson" userId="S::brie_elearningdoc.com#ext#@cisco.onmicrosoft.com::712abed6-64c6-4c4c-80f1-14676a42bb74" providerId="AD" clId="Web-{FE7B98BD-7C8D-B475-4EF1-81EF734AE365}" dt="2022-11-01T16:31:47.978" v="19" actId="20577"/>
        <pc:sldMkLst>
          <pc:docMk/>
          <pc:sldMk cId="0" sldId="278"/>
        </pc:sldMkLst>
        <pc:spChg chg="mod">
          <ac:chgData name="Brie Nelson" userId="S::brie_elearningdoc.com#ext#@cisco.onmicrosoft.com::712abed6-64c6-4c4c-80f1-14676a42bb74" providerId="AD" clId="Web-{FE7B98BD-7C8D-B475-4EF1-81EF734AE365}" dt="2022-11-01T16:31:47.978" v="19" actId="20577"/>
          <ac:spMkLst>
            <pc:docMk/>
            <pc:sldMk cId="0" sldId="278"/>
            <ac:spMk id="5" creationId="{00000000-0000-0000-0000-000000000000}"/>
          </ac:spMkLst>
        </pc:spChg>
      </pc:sldChg>
      <pc:sldChg chg="modSp">
        <pc:chgData name="Brie Nelson" userId="S::brie_elearningdoc.com#ext#@cisco.onmicrosoft.com::712abed6-64c6-4c4c-80f1-14676a42bb74" providerId="AD" clId="Web-{FE7B98BD-7C8D-B475-4EF1-81EF734AE365}" dt="2022-11-01T16:35:06.405" v="20" actId="1076"/>
        <pc:sldMkLst>
          <pc:docMk/>
          <pc:sldMk cId="0" sldId="281"/>
        </pc:sldMkLst>
        <pc:spChg chg="mod">
          <ac:chgData name="Brie Nelson" userId="S::brie_elearningdoc.com#ext#@cisco.onmicrosoft.com::712abed6-64c6-4c4c-80f1-14676a42bb74" providerId="AD" clId="Web-{FE7B98BD-7C8D-B475-4EF1-81EF734AE365}" dt="2022-11-01T16:35:06.405" v="20" actId="1076"/>
          <ac:spMkLst>
            <pc:docMk/>
            <pc:sldMk cId="0" sldId="281"/>
            <ac:spMk id="5" creationId="{00000000-0000-0000-0000-000000000000}"/>
          </ac:spMkLst>
        </pc:spChg>
      </pc:sldChg>
      <pc:sldChg chg="modSp">
        <pc:chgData name="Brie Nelson" userId="S::brie_elearningdoc.com#ext#@cisco.onmicrosoft.com::712abed6-64c6-4c4c-80f1-14676a42bb74" providerId="AD" clId="Web-{FE7B98BD-7C8D-B475-4EF1-81EF734AE365}" dt="2022-11-01T16:38:09.645" v="22" actId="1076"/>
        <pc:sldMkLst>
          <pc:docMk/>
          <pc:sldMk cId="0" sldId="282"/>
        </pc:sldMkLst>
        <pc:spChg chg="mod">
          <ac:chgData name="Brie Nelson" userId="S::brie_elearningdoc.com#ext#@cisco.onmicrosoft.com::712abed6-64c6-4c4c-80f1-14676a42bb74" providerId="AD" clId="Web-{FE7B98BD-7C8D-B475-4EF1-81EF734AE365}" dt="2022-11-01T16:38:09.645" v="22" actId="1076"/>
          <ac:spMkLst>
            <pc:docMk/>
            <pc:sldMk cId="0" sldId="282"/>
            <ac:spMk id="5" creationId="{00000000-0000-0000-0000-000000000000}"/>
          </ac:spMkLst>
        </pc:spChg>
      </pc:sldChg>
      <pc:sldChg chg="modSp">
        <pc:chgData name="Brie Nelson" userId="S::brie_elearningdoc.com#ext#@cisco.onmicrosoft.com::712abed6-64c6-4c4c-80f1-14676a42bb74" providerId="AD" clId="Web-{FE7B98BD-7C8D-B475-4EF1-81EF734AE365}" dt="2022-11-01T16:46:10.439" v="27" actId="20577"/>
        <pc:sldMkLst>
          <pc:docMk/>
          <pc:sldMk cId="0" sldId="283"/>
        </pc:sldMkLst>
        <pc:spChg chg="mod">
          <ac:chgData name="Brie Nelson" userId="S::brie_elearningdoc.com#ext#@cisco.onmicrosoft.com::712abed6-64c6-4c4c-80f1-14676a42bb74" providerId="AD" clId="Web-{FE7B98BD-7C8D-B475-4EF1-81EF734AE365}" dt="2022-11-01T16:46:10.439" v="27" actId="20577"/>
          <ac:spMkLst>
            <pc:docMk/>
            <pc:sldMk cId="0" sldId="283"/>
            <ac:spMk id="5" creationId="{00000000-0000-0000-0000-000000000000}"/>
          </ac:spMkLst>
        </pc:spChg>
      </pc:sldChg>
      <pc:sldChg chg="modSp">
        <pc:chgData name="Brie Nelson" userId="S::brie_elearningdoc.com#ext#@cisco.onmicrosoft.com::712abed6-64c6-4c4c-80f1-14676a42bb74" providerId="AD" clId="Web-{FE7B98BD-7C8D-B475-4EF1-81EF734AE365}" dt="2022-11-01T16:49:55.289" v="37"/>
        <pc:sldMkLst>
          <pc:docMk/>
          <pc:sldMk cId="0" sldId="284"/>
        </pc:sldMkLst>
        <pc:graphicFrameChg chg="mod modGraphic">
          <ac:chgData name="Brie Nelson" userId="S::brie_elearningdoc.com#ext#@cisco.onmicrosoft.com::712abed6-64c6-4c4c-80f1-14676a42bb74" providerId="AD" clId="Web-{FE7B98BD-7C8D-B475-4EF1-81EF734AE365}" dt="2022-11-01T16:49:55.289" v="37"/>
          <ac:graphicFrameMkLst>
            <pc:docMk/>
            <pc:sldMk cId="0" sldId="284"/>
            <ac:graphicFrameMk id="30" creationId="{00000000-0000-0000-0000-000000000000}"/>
          </ac:graphicFrameMkLst>
        </pc:graphicFrameChg>
      </pc:sldChg>
      <pc:sldChg chg="modSp">
        <pc:chgData name="Brie Nelson" userId="S::brie_elearningdoc.com#ext#@cisco.onmicrosoft.com::712abed6-64c6-4c4c-80f1-14676a42bb74" providerId="AD" clId="Web-{FE7B98BD-7C8D-B475-4EF1-81EF734AE365}" dt="2022-11-01T16:58:10.475" v="54" actId="20577"/>
        <pc:sldMkLst>
          <pc:docMk/>
          <pc:sldMk cId="0" sldId="285"/>
        </pc:sldMkLst>
        <pc:spChg chg="mod">
          <ac:chgData name="Brie Nelson" userId="S::brie_elearningdoc.com#ext#@cisco.onmicrosoft.com::712abed6-64c6-4c4c-80f1-14676a42bb74" providerId="AD" clId="Web-{FE7B98BD-7C8D-B475-4EF1-81EF734AE365}" dt="2022-11-01T16:58:10.475" v="54" actId="20577"/>
          <ac:spMkLst>
            <pc:docMk/>
            <pc:sldMk cId="0" sldId="285"/>
            <ac:spMk id="5" creationId="{00000000-0000-0000-0000-000000000000}"/>
          </ac:spMkLst>
        </pc:spChg>
      </pc:sldChg>
      <pc:sldChg chg="modSp">
        <pc:chgData name="Brie Nelson" userId="S::brie_elearningdoc.com#ext#@cisco.onmicrosoft.com::712abed6-64c6-4c4c-80f1-14676a42bb74" providerId="AD" clId="Web-{FE7B98BD-7C8D-B475-4EF1-81EF734AE365}" dt="2022-11-01T17:07:15.537" v="61" actId="20577"/>
        <pc:sldMkLst>
          <pc:docMk/>
          <pc:sldMk cId="0" sldId="286"/>
        </pc:sldMkLst>
        <pc:spChg chg="mod">
          <ac:chgData name="Brie Nelson" userId="S::brie_elearningdoc.com#ext#@cisco.onmicrosoft.com::712abed6-64c6-4c4c-80f1-14676a42bb74" providerId="AD" clId="Web-{FE7B98BD-7C8D-B475-4EF1-81EF734AE365}" dt="2022-11-01T17:07:15.537" v="61" actId="20577"/>
          <ac:spMkLst>
            <pc:docMk/>
            <pc:sldMk cId="0" sldId="286"/>
            <ac:spMk id="5" creationId="{00000000-0000-0000-0000-000000000000}"/>
          </ac:spMkLst>
        </pc:spChg>
      </pc:sldChg>
      <pc:sldChg chg="modSp">
        <pc:chgData name="Brie Nelson" userId="S::brie_elearningdoc.com#ext#@cisco.onmicrosoft.com::712abed6-64c6-4c4c-80f1-14676a42bb74" providerId="AD" clId="Web-{FE7B98BD-7C8D-B475-4EF1-81EF734AE365}" dt="2022-11-01T17:09:58.464" v="66" actId="20577"/>
        <pc:sldMkLst>
          <pc:docMk/>
          <pc:sldMk cId="0" sldId="287"/>
        </pc:sldMkLst>
        <pc:spChg chg="mod">
          <ac:chgData name="Brie Nelson" userId="S::brie_elearningdoc.com#ext#@cisco.onmicrosoft.com::712abed6-64c6-4c4c-80f1-14676a42bb74" providerId="AD" clId="Web-{FE7B98BD-7C8D-B475-4EF1-81EF734AE365}" dt="2022-11-01T17:09:58.464" v="66" actId="20577"/>
          <ac:spMkLst>
            <pc:docMk/>
            <pc:sldMk cId="0" sldId="287"/>
            <ac:spMk id="5" creationId="{00000000-0000-0000-0000-000000000000}"/>
          </ac:spMkLst>
        </pc:spChg>
      </pc:sldChg>
      <pc:sldChg chg="modSp">
        <pc:chgData name="Brie Nelson" userId="S::brie_elearningdoc.com#ext#@cisco.onmicrosoft.com::712abed6-64c6-4c4c-80f1-14676a42bb74" providerId="AD" clId="Web-{FE7B98BD-7C8D-B475-4EF1-81EF734AE365}" dt="2022-11-01T17:12:57.719" v="71" actId="20577"/>
        <pc:sldMkLst>
          <pc:docMk/>
          <pc:sldMk cId="0" sldId="288"/>
        </pc:sldMkLst>
        <pc:spChg chg="mod">
          <ac:chgData name="Brie Nelson" userId="S::brie_elearningdoc.com#ext#@cisco.onmicrosoft.com::712abed6-64c6-4c4c-80f1-14676a42bb74" providerId="AD" clId="Web-{FE7B98BD-7C8D-B475-4EF1-81EF734AE365}" dt="2022-11-01T17:12:57.719" v="71" actId="20577"/>
          <ac:spMkLst>
            <pc:docMk/>
            <pc:sldMk cId="0" sldId="288"/>
            <ac:spMk id="5" creationId="{00000000-0000-0000-0000-000000000000}"/>
          </ac:spMkLst>
        </pc:spChg>
      </pc:sldChg>
      <pc:sldChg chg="modSp">
        <pc:chgData name="Brie Nelson" userId="S::brie_elearningdoc.com#ext#@cisco.onmicrosoft.com::712abed6-64c6-4c4c-80f1-14676a42bb74" providerId="AD" clId="Web-{FE7B98BD-7C8D-B475-4EF1-81EF734AE365}" dt="2022-11-01T17:13:11.141" v="74" actId="1076"/>
        <pc:sldMkLst>
          <pc:docMk/>
          <pc:sldMk cId="0" sldId="290"/>
        </pc:sldMkLst>
        <pc:spChg chg="mod">
          <ac:chgData name="Brie Nelson" userId="S::brie_elearningdoc.com#ext#@cisco.onmicrosoft.com::712abed6-64c6-4c4c-80f1-14676a42bb74" providerId="AD" clId="Web-{FE7B98BD-7C8D-B475-4EF1-81EF734AE365}" dt="2022-11-01T17:13:11.141" v="74" actId="1076"/>
          <ac:spMkLst>
            <pc:docMk/>
            <pc:sldMk cId="0" sldId="290"/>
            <ac:spMk id="5" creationId="{00000000-0000-0000-0000-000000000000}"/>
          </ac:spMkLst>
        </pc:spChg>
      </pc:sldChg>
      <pc:sldChg chg="modSp">
        <pc:chgData name="Brie Nelson" userId="S::brie_elearningdoc.com#ext#@cisco.onmicrosoft.com::712abed6-64c6-4c4c-80f1-14676a42bb74" providerId="AD" clId="Web-{FE7B98BD-7C8D-B475-4EF1-81EF734AE365}" dt="2022-11-01T17:19:34.402" v="84" actId="20577"/>
        <pc:sldMkLst>
          <pc:docMk/>
          <pc:sldMk cId="0" sldId="291"/>
        </pc:sldMkLst>
        <pc:spChg chg="mod">
          <ac:chgData name="Brie Nelson" userId="S::brie_elearningdoc.com#ext#@cisco.onmicrosoft.com::712abed6-64c6-4c4c-80f1-14676a42bb74" providerId="AD" clId="Web-{FE7B98BD-7C8D-B475-4EF1-81EF734AE365}" dt="2022-11-01T17:19:34.402" v="84" actId="20577"/>
          <ac:spMkLst>
            <pc:docMk/>
            <pc:sldMk cId="0" sldId="291"/>
            <ac:spMk id="5" creationId="{00000000-0000-0000-0000-000000000000}"/>
          </ac:spMkLst>
        </pc:spChg>
      </pc:sldChg>
      <pc:sldChg chg="modSp modCm">
        <pc:chgData name="Brie Nelson" userId="S::brie_elearningdoc.com#ext#@cisco.onmicrosoft.com::712abed6-64c6-4c4c-80f1-14676a42bb74" providerId="AD" clId="Web-{FE7B98BD-7C8D-B475-4EF1-81EF734AE365}" dt="2022-11-01T17:26:10.335" v="91" actId="20577"/>
        <pc:sldMkLst>
          <pc:docMk/>
          <pc:sldMk cId="0" sldId="293"/>
        </pc:sldMkLst>
        <pc:spChg chg="mod">
          <ac:chgData name="Brie Nelson" userId="S::brie_elearningdoc.com#ext#@cisco.onmicrosoft.com::712abed6-64c6-4c4c-80f1-14676a42bb74" providerId="AD" clId="Web-{FE7B98BD-7C8D-B475-4EF1-81EF734AE365}" dt="2022-11-01T17:26:10.335" v="91" actId="20577"/>
          <ac:spMkLst>
            <pc:docMk/>
            <pc:sldMk cId="0" sldId="293"/>
            <ac:spMk id="4" creationId="{E57D004C-7DD7-503B-9FD0-1660B30ABEF5}"/>
          </ac:spMkLst>
        </pc:spChg>
      </pc:sldChg>
      <pc:sldChg chg="modSp">
        <pc:chgData name="Brie Nelson" userId="S::brie_elearningdoc.com#ext#@cisco.onmicrosoft.com::712abed6-64c6-4c4c-80f1-14676a42bb74" providerId="AD" clId="Web-{FE7B98BD-7C8D-B475-4EF1-81EF734AE365}" dt="2022-11-01T16:38:38.958" v="23" actId="1076"/>
        <pc:sldMkLst>
          <pc:docMk/>
          <pc:sldMk cId="468257439" sldId="1077"/>
        </pc:sldMkLst>
        <pc:spChg chg="mod">
          <ac:chgData name="Brie Nelson" userId="S::brie_elearningdoc.com#ext#@cisco.onmicrosoft.com::712abed6-64c6-4c4c-80f1-14676a42bb74" providerId="AD" clId="Web-{FE7B98BD-7C8D-B475-4EF1-81EF734AE365}" dt="2022-11-01T16:38:38.958" v="23" actId="1076"/>
          <ac:spMkLst>
            <pc:docMk/>
            <pc:sldMk cId="468257439" sldId="1077"/>
            <ac:spMk id="5" creationId="{00000000-0000-0000-0000-000000000000}"/>
          </ac:spMkLst>
        </pc:spChg>
      </pc:sldChg>
    </pc:docChg>
  </pc:docChgLst>
  <pc:docChgLst>
    <pc:chgData name="Cláudia Naumann" userId="S::naumann_nce.ufrj.br#ext#@cisco.onmicrosoft.com::2c14c15b-0266-4182-83e5-84c7c06e2959" providerId="AD" clId="Web-{18BB8420-8853-CDEB-50DA-7B7D755CAFAB}"/>
    <pc:docChg chg="modSld">
      <pc:chgData name="Cláudia Naumann" userId="S::naumann_nce.ufrj.br#ext#@cisco.onmicrosoft.com::2c14c15b-0266-4182-83e5-84c7c06e2959" providerId="AD" clId="Web-{18BB8420-8853-CDEB-50DA-7B7D755CAFAB}" dt="2022-10-19T18:45:34.504" v="22" actId="20577"/>
      <pc:docMkLst>
        <pc:docMk/>
      </pc:docMkLst>
      <pc:sldChg chg="modSp modNotes">
        <pc:chgData name="Cláudia Naumann" userId="S::naumann_nce.ufrj.br#ext#@cisco.onmicrosoft.com::2c14c15b-0266-4182-83e5-84c7c06e2959" providerId="AD" clId="Web-{18BB8420-8853-CDEB-50DA-7B7D755CAFAB}" dt="2022-10-19T18:44:54.518" v="4"/>
        <pc:sldMkLst>
          <pc:docMk/>
          <pc:sldMk cId="2901809984" sldId="1076"/>
        </pc:sldMkLst>
        <pc:spChg chg="mod">
          <ac:chgData name="Cláudia Naumann" userId="S::naumann_nce.ufrj.br#ext#@cisco.onmicrosoft.com::2c14c15b-0266-4182-83e5-84c7c06e2959" providerId="AD" clId="Web-{18BB8420-8853-CDEB-50DA-7B7D755CAFAB}" dt="2022-10-19T18:44:48.362" v="2" actId="20577"/>
          <ac:spMkLst>
            <pc:docMk/>
            <pc:sldMk cId="2901809984" sldId="1076"/>
            <ac:spMk id="3" creationId="{00000000-0000-0000-0000-000000000000}"/>
          </ac:spMkLst>
        </pc:spChg>
      </pc:sldChg>
      <pc:sldChg chg="modSp modNotes">
        <pc:chgData name="Cláudia Naumann" userId="S::naumann_nce.ufrj.br#ext#@cisco.onmicrosoft.com::2c14c15b-0266-4182-83e5-84c7c06e2959" providerId="AD" clId="Web-{18BB8420-8853-CDEB-50DA-7B7D755CAFAB}" dt="2022-10-19T18:45:34.504" v="22" actId="20577"/>
        <pc:sldMkLst>
          <pc:docMk/>
          <pc:sldMk cId="468257439" sldId="1077"/>
        </pc:sldMkLst>
        <pc:spChg chg="mod">
          <ac:chgData name="Cláudia Naumann" userId="S::naumann_nce.ufrj.br#ext#@cisco.onmicrosoft.com::2c14c15b-0266-4182-83e5-84c7c06e2959" providerId="AD" clId="Web-{18BB8420-8853-CDEB-50DA-7B7D755CAFAB}" dt="2022-10-19T18:45:34.504" v="22" actId="20577"/>
          <ac:spMkLst>
            <pc:docMk/>
            <pc:sldMk cId="468257439" sldId="1077"/>
            <ac:spMk id="3" creationId="{00000000-0000-0000-0000-000000000000}"/>
          </ac:spMkLst>
        </pc:spChg>
      </pc:sldChg>
    </pc:docChg>
  </pc:docChgLst>
  <pc:docChgLst>
    <pc:chgData name="Cláudia Naumann" userId="S::naumann_nce.ufrj.br#ext#@cisco.onmicrosoft.com::2c14c15b-0266-4182-83e5-84c7c06e2959" providerId="AD" clId="Web-{FB2D9B34-BF33-30C9-92D9-AE03290BE888}"/>
    <pc:docChg chg="mod modSld">
      <pc:chgData name="Cláudia Naumann" userId="S::naumann_nce.ufrj.br#ext#@cisco.onmicrosoft.com::2c14c15b-0266-4182-83e5-84c7c06e2959" providerId="AD" clId="Web-{FB2D9B34-BF33-30C9-92D9-AE03290BE888}" dt="2022-10-27T18:20:07.890" v="28" actId="20577"/>
      <pc:docMkLst>
        <pc:docMk/>
      </pc:docMkLst>
      <pc:sldChg chg="modSp modCm">
        <pc:chgData name="Cláudia Naumann" userId="S::naumann_nce.ufrj.br#ext#@cisco.onmicrosoft.com::2c14c15b-0266-4182-83e5-84c7c06e2959" providerId="AD" clId="Web-{FB2D9B34-BF33-30C9-92D9-AE03290BE888}" dt="2022-10-27T18:18:34.216" v="18"/>
        <pc:sldMkLst>
          <pc:docMk/>
          <pc:sldMk cId="0" sldId="276"/>
        </pc:sldMkLst>
        <pc:spChg chg="mod">
          <ac:chgData name="Cláudia Naumann" userId="S::naumann_nce.ufrj.br#ext#@cisco.onmicrosoft.com::2c14c15b-0266-4182-83e5-84c7c06e2959" providerId="AD" clId="Web-{FB2D9B34-BF33-30C9-92D9-AE03290BE888}" dt="2022-10-27T18:18:27.919" v="16" actId="14100"/>
          <ac:spMkLst>
            <pc:docMk/>
            <pc:sldMk cId="0" sldId="276"/>
            <ac:spMk id="5" creationId="{00000000-0000-0000-0000-000000000000}"/>
          </ac:spMkLst>
        </pc:spChg>
      </pc:sldChg>
      <pc:sldChg chg="modSp modCm">
        <pc:chgData name="Cláudia Naumann" userId="S::naumann_nce.ufrj.br#ext#@cisco.onmicrosoft.com::2c14c15b-0266-4182-83e5-84c7c06e2959" providerId="AD" clId="Web-{FB2D9B34-BF33-30C9-92D9-AE03290BE888}" dt="2022-10-27T18:20:07.890" v="28" actId="20577"/>
        <pc:sldMkLst>
          <pc:docMk/>
          <pc:sldMk cId="0" sldId="293"/>
        </pc:sldMkLst>
        <pc:spChg chg="mod">
          <ac:chgData name="Cláudia Naumann" userId="S::naumann_nce.ufrj.br#ext#@cisco.onmicrosoft.com::2c14c15b-0266-4182-83e5-84c7c06e2959" providerId="AD" clId="Web-{FB2D9B34-BF33-30C9-92D9-AE03290BE888}" dt="2022-10-27T18:20:07.890" v="28" actId="20577"/>
          <ac:spMkLst>
            <pc:docMk/>
            <pc:sldMk cId="0" sldId="293"/>
            <ac:spMk id="4" creationId="{E57D004C-7DD7-503B-9FD0-1660B30ABEF5}"/>
          </ac:spMkLst>
        </pc:spChg>
      </pc:sldChg>
    </pc:docChg>
  </pc:docChgLst>
  <pc:docChgLst>
    <pc:chgData name="Anna Bolen -X (abolen - UNICON INC at Cisco)" userId="8fcf5b57-97b6-40ce-9683-275924855fa8" providerId="ADAL" clId="{C3E97B0D-5999-453F-89A9-1363B02FE923}"/>
    <pc:docChg chg="modSld">
      <pc:chgData name="Anna Bolen -X (abolen - UNICON INC at Cisco)" userId="8fcf5b57-97b6-40ce-9683-275924855fa8" providerId="ADAL" clId="{C3E97B0D-5999-453F-89A9-1363B02FE923}" dt="2022-12-16T18:24:57.970" v="18" actId="6549"/>
      <pc:docMkLst>
        <pc:docMk/>
      </pc:docMkLst>
      <pc:sldChg chg="mod modShow">
        <pc:chgData name="Anna Bolen -X (abolen - UNICON INC at Cisco)" userId="8fcf5b57-97b6-40ce-9683-275924855fa8" providerId="ADAL" clId="{C3E97B0D-5999-453F-89A9-1363B02FE923}" dt="2022-12-13T21:12:47.719" v="0" actId="729"/>
        <pc:sldMkLst>
          <pc:docMk/>
          <pc:sldMk cId="0" sldId="256"/>
        </pc:sldMkLst>
      </pc:sldChg>
      <pc:sldChg chg="modSp mod">
        <pc:chgData name="Anna Bolen -X (abolen - UNICON INC at Cisco)" userId="8fcf5b57-97b6-40ce-9683-275924855fa8" providerId="ADAL" clId="{C3E97B0D-5999-453F-89A9-1363B02FE923}" dt="2022-12-16T18:24:57.970" v="18" actId="6549"/>
        <pc:sldMkLst>
          <pc:docMk/>
          <pc:sldMk cId="0" sldId="257"/>
        </pc:sldMkLst>
        <pc:spChg chg="mod">
          <ac:chgData name="Anna Bolen -X (abolen - UNICON INC at Cisco)" userId="8fcf5b57-97b6-40ce-9683-275924855fa8" providerId="ADAL" clId="{C3E97B0D-5999-453F-89A9-1363B02FE923}" dt="2022-12-16T18:24:57.970" v="18" actId="6549"/>
          <ac:spMkLst>
            <pc:docMk/>
            <pc:sldMk cId="0" sldId="257"/>
            <ac:spMk id="3" creationId="{00000000-0000-0000-0000-000000000000}"/>
          </ac:spMkLst>
        </pc:spChg>
      </pc:sldChg>
      <pc:sldChg chg="modSp mod">
        <pc:chgData name="Anna Bolen -X (abolen - UNICON INC at Cisco)" userId="8fcf5b57-97b6-40ce-9683-275924855fa8" providerId="ADAL" clId="{C3E97B0D-5999-453F-89A9-1363B02FE923}" dt="2022-12-16T18:20:00.699" v="17" actId="20577"/>
        <pc:sldMkLst>
          <pc:docMk/>
          <pc:sldMk cId="0" sldId="294"/>
        </pc:sldMkLst>
        <pc:spChg chg="mod">
          <ac:chgData name="Anna Bolen -X (abolen - UNICON INC at Cisco)" userId="8fcf5b57-97b6-40ce-9683-275924855fa8" providerId="ADAL" clId="{C3E97B0D-5999-453F-89A9-1363B02FE923}" dt="2022-12-16T18:20:00.699" v="17" actId="20577"/>
          <ac:spMkLst>
            <pc:docMk/>
            <pc:sldMk cId="0" sldId="294"/>
            <ac:spMk id="2" creationId="{00000000-0000-0000-0000-000000000000}"/>
          </ac:spMkLst>
        </pc:spChg>
        <pc:spChg chg="mod">
          <ac:chgData name="Anna Bolen -X (abolen - UNICON INC at Cisco)" userId="8fcf5b57-97b6-40ce-9683-275924855fa8" providerId="ADAL" clId="{C3E97B0D-5999-453F-89A9-1363B02FE923}" dt="2022-12-16T18:19:53.794" v="1" actId="20577"/>
          <ac:spMkLst>
            <pc:docMk/>
            <pc:sldMk cId="0" sldId="294"/>
            <ac:spMk id="3" creationId="{00000000-0000-0000-0000-000000000000}"/>
          </ac:spMkLst>
        </pc:spChg>
      </pc:sldChg>
    </pc:docChg>
  </pc:docChgLst>
  <pc:docChgLst>
    <pc:chgData name="Anna Bolen -X (abolen - UNICON INC at Cisco)" userId="8fcf5b57-97b6-40ce-9683-275924855fa8" providerId="ADAL" clId="{79D0179F-8FD2-4A74-8101-85682425CF68}"/>
    <pc:docChg chg="undo custSel modSld">
      <pc:chgData name="Anna Bolen -X (abolen - UNICON INC at Cisco)" userId="8fcf5b57-97b6-40ce-9683-275924855fa8" providerId="ADAL" clId="{79D0179F-8FD2-4A74-8101-85682425CF68}" dt="2022-11-07T18:20:12.358" v="26" actId="729"/>
      <pc:docMkLst>
        <pc:docMk/>
      </pc:docMkLst>
      <pc:sldChg chg="modSp mod">
        <pc:chgData name="Anna Bolen -X (abolen - UNICON INC at Cisco)" userId="8fcf5b57-97b6-40ce-9683-275924855fa8" providerId="ADAL" clId="{79D0179F-8FD2-4A74-8101-85682425CF68}" dt="2022-11-03T21:02:04.630" v="0" actId="14100"/>
        <pc:sldMkLst>
          <pc:docMk/>
          <pc:sldMk cId="0" sldId="256"/>
        </pc:sldMkLst>
        <pc:spChg chg="mod">
          <ac:chgData name="Anna Bolen -X (abolen - UNICON INC at Cisco)" userId="8fcf5b57-97b6-40ce-9683-275924855fa8" providerId="ADAL" clId="{79D0179F-8FD2-4A74-8101-85682425CF68}" dt="2022-11-03T21:02:04.630" v="0" actId="14100"/>
          <ac:spMkLst>
            <pc:docMk/>
            <pc:sldMk cId="0" sldId="256"/>
            <ac:spMk id="3" creationId="{00000000-0000-0000-0000-000000000000}"/>
          </ac:spMkLst>
        </pc:spChg>
      </pc:sldChg>
      <pc:sldChg chg="modSp mod modShow">
        <pc:chgData name="Anna Bolen -X (abolen - UNICON INC at Cisco)" userId="8fcf5b57-97b6-40ce-9683-275924855fa8" providerId="ADAL" clId="{79D0179F-8FD2-4A74-8101-85682425CF68}" dt="2022-11-07T18:20:12.358" v="26" actId="729"/>
        <pc:sldMkLst>
          <pc:docMk/>
          <pc:sldMk cId="0" sldId="257"/>
        </pc:sldMkLst>
        <pc:spChg chg="mod">
          <ac:chgData name="Anna Bolen -X (abolen - UNICON INC at Cisco)" userId="8fcf5b57-97b6-40ce-9683-275924855fa8" providerId="ADAL" clId="{79D0179F-8FD2-4A74-8101-85682425CF68}" dt="2022-11-03T21:02:57.931" v="5" actId="20577"/>
          <ac:spMkLst>
            <pc:docMk/>
            <pc:sldMk cId="0" sldId="257"/>
            <ac:spMk id="3" creationId="{00000000-0000-0000-0000-000000000000}"/>
          </ac:spMkLst>
        </pc:spChg>
      </pc:sldChg>
      <pc:sldChg chg="modSp mod modShow">
        <pc:chgData name="Anna Bolen -X (abolen - UNICON INC at Cisco)" userId="8fcf5b57-97b6-40ce-9683-275924855fa8" providerId="ADAL" clId="{79D0179F-8FD2-4A74-8101-85682425CF68}" dt="2022-11-07T18:20:12.358" v="26" actId="729"/>
        <pc:sldMkLst>
          <pc:docMk/>
          <pc:sldMk cId="0" sldId="259"/>
        </pc:sldMkLst>
        <pc:spChg chg="mod">
          <ac:chgData name="Anna Bolen -X (abolen - UNICON INC at Cisco)" userId="8fcf5b57-97b6-40ce-9683-275924855fa8" providerId="ADAL" clId="{79D0179F-8FD2-4A74-8101-85682425CF68}" dt="2022-11-07T18:15:08.196" v="24" actId="14100"/>
          <ac:spMkLst>
            <pc:docMk/>
            <pc:sldMk cId="0" sldId="259"/>
            <ac:spMk id="2" creationId="{00000000-0000-0000-0000-000000000000}"/>
          </ac:spMkLst>
        </pc:spChg>
      </pc:sldChg>
      <pc:sldChg chg="modSp mod modShow">
        <pc:chgData name="Anna Bolen -X (abolen - UNICON INC at Cisco)" userId="8fcf5b57-97b6-40ce-9683-275924855fa8" providerId="ADAL" clId="{79D0179F-8FD2-4A74-8101-85682425CF68}" dt="2022-11-07T18:20:12.358" v="26" actId="729"/>
        <pc:sldMkLst>
          <pc:docMk/>
          <pc:sldMk cId="0" sldId="261"/>
        </pc:sldMkLst>
        <pc:spChg chg="mod">
          <ac:chgData name="Anna Bolen -X (abolen - UNICON INC at Cisco)" userId="8fcf5b57-97b6-40ce-9683-275924855fa8" providerId="ADAL" clId="{79D0179F-8FD2-4A74-8101-85682425CF68}" dt="2022-11-03T21:19:40.511" v="7" actId="2711"/>
          <ac:spMkLst>
            <pc:docMk/>
            <pc:sldMk cId="0" sldId="261"/>
            <ac:spMk id="3" creationId="{00000000-0000-0000-0000-000000000000}"/>
          </ac:spMkLst>
        </pc:spChg>
      </pc:sldChg>
      <pc:sldChg chg="modSp mod">
        <pc:chgData name="Anna Bolen -X (abolen - UNICON INC at Cisco)" userId="8fcf5b57-97b6-40ce-9683-275924855fa8" providerId="ADAL" clId="{79D0179F-8FD2-4A74-8101-85682425CF68}" dt="2022-11-03T21:56:58.240" v="11" actId="14100"/>
        <pc:sldMkLst>
          <pc:docMk/>
          <pc:sldMk cId="0" sldId="262"/>
        </pc:sldMkLst>
        <pc:spChg chg="mod">
          <ac:chgData name="Anna Bolen -X (abolen - UNICON INC at Cisco)" userId="8fcf5b57-97b6-40ce-9683-275924855fa8" providerId="ADAL" clId="{79D0179F-8FD2-4A74-8101-85682425CF68}" dt="2022-11-03T21:56:58.240" v="11" actId="14100"/>
          <ac:spMkLst>
            <pc:docMk/>
            <pc:sldMk cId="0" sldId="262"/>
            <ac:spMk id="2" creationId="{00000000-0000-0000-0000-000000000000}"/>
          </ac:spMkLst>
        </pc:spChg>
      </pc:sldChg>
      <pc:sldChg chg="delCm modCm">
        <pc:chgData name="Anna Bolen -X (abolen - UNICON INC at Cisco)" userId="8fcf5b57-97b6-40ce-9683-275924855fa8" providerId="ADAL" clId="{79D0179F-8FD2-4A74-8101-85682425CF68}" dt="2022-11-03T21:59:02.670" v="13"/>
        <pc:sldMkLst>
          <pc:docMk/>
          <pc:sldMk cId="0" sldId="276"/>
        </pc:sldMkLst>
      </pc:sldChg>
      <pc:sldChg chg="modSp mod">
        <pc:chgData name="Anna Bolen -X (abolen - UNICON INC at Cisco)" userId="8fcf5b57-97b6-40ce-9683-275924855fa8" providerId="ADAL" clId="{79D0179F-8FD2-4A74-8101-85682425CF68}" dt="2022-11-03T22:00:15.194" v="15" actId="13244"/>
        <pc:sldMkLst>
          <pc:docMk/>
          <pc:sldMk cId="0" sldId="283"/>
        </pc:sldMkLst>
        <pc:spChg chg="ord">
          <ac:chgData name="Anna Bolen -X (abolen - UNICON INC at Cisco)" userId="8fcf5b57-97b6-40ce-9683-275924855fa8" providerId="ADAL" clId="{79D0179F-8FD2-4A74-8101-85682425CF68}" dt="2022-11-03T22:00:15.194" v="15" actId="13244"/>
          <ac:spMkLst>
            <pc:docMk/>
            <pc:sldMk cId="0" sldId="283"/>
            <ac:spMk id="25" creationId="{00000000-0000-0000-0000-000000000000}"/>
          </ac:spMkLst>
        </pc:spChg>
      </pc:sldChg>
      <pc:sldChg chg="modSp mod">
        <pc:chgData name="Anna Bolen -X (abolen - UNICON INC at Cisco)" userId="8fcf5b57-97b6-40ce-9683-275924855fa8" providerId="ADAL" clId="{79D0179F-8FD2-4A74-8101-85682425CF68}" dt="2022-11-03T22:00:21.519" v="16" actId="255"/>
        <pc:sldMkLst>
          <pc:docMk/>
          <pc:sldMk cId="0" sldId="284"/>
        </pc:sldMkLst>
        <pc:graphicFrameChg chg="modGraphic">
          <ac:chgData name="Anna Bolen -X (abolen - UNICON INC at Cisco)" userId="8fcf5b57-97b6-40ce-9683-275924855fa8" providerId="ADAL" clId="{79D0179F-8FD2-4A74-8101-85682425CF68}" dt="2022-11-03T22:00:21.519" v="16" actId="255"/>
          <ac:graphicFrameMkLst>
            <pc:docMk/>
            <pc:sldMk cId="0" sldId="284"/>
            <ac:graphicFrameMk id="30" creationId="{00000000-0000-0000-0000-000000000000}"/>
          </ac:graphicFrameMkLst>
        </pc:graphicFrameChg>
      </pc:sldChg>
      <pc:sldChg chg="modSp mod">
        <pc:chgData name="Anna Bolen -X (abolen - UNICON INC at Cisco)" userId="8fcf5b57-97b6-40ce-9683-275924855fa8" providerId="ADAL" clId="{79D0179F-8FD2-4A74-8101-85682425CF68}" dt="2022-11-03T22:00:52.116" v="17" actId="14100"/>
        <pc:sldMkLst>
          <pc:docMk/>
          <pc:sldMk cId="0" sldId="285"/>
        </pc:sldMkLst>
        <pc:spChg chg="mod">
          <ac:chgData name="Anna Bolen -X (abolen - UNICON INC at Cisco)" userId="8fcf5b57-97b6-40ce-9683-275924855fa8" providerId="ADAL" clId="{79D0179F-8FD2-4A74-8101-85682425CF68}" dt="2022-11-03T22:00:52.116" v="17" actId="14100"/>
          <ac:spMkLst>
            <pc:docMk/>
            <pc:sldMk cId="0" sldId="285"/>
            <ac:spMk id="3" creationId="{00000000-0000-0000-0000-000000000000}"/>
          </ac:spMkLst>
        </pc:spChg>
      </pc:sldChg>
      <pc:sldChg chg="modSp mod">
        <pc:chgData name="Anna Bolen -X (abolen - UNICON INC at Cisco)" userId="8fcf5b57-97b6-40ce-9683-275924855fa8" providerId="ADAL" clId="{79D0179F-8FD2-4A74-8101-85682425CF68}" dt="2022-11-03T22:01:03.755" v="18" actId="13244"/>
        <pc:sldMkLst>
          <pc:docMk/>
          <pc:sldMk cId="0" sldId="286"/>
        </pc:sldMkLst>
        <pc:picChg chg="ord">
          <ac:chgData name="Anna Bolen -X (abolen - UNICON INC at Cisco)" userId="8fcf5b57-97b6-40ce-9683-275924855fa8" providerId="ADAL" clId="{79D0179F-8FD2-4A74-8101-85682425CF68}" dt="2022-11-03T22:01:03.755" v="18" actId="13244"/>
          <ac:picMkLst>
            <pc:docMk/>
            <pc:sldMk cId="0" sldId="286"/>
            <ac:picMk id="4" creationId="{D23A18A8-F9BA-3D82-5908-ADC31A9C8E2B}"/>
          </ac:picMkLst>
        </pc:picChg>
      </pc:sldChg>
      <pc:sldChg chg="modSp mod">
        <pc:chgData name="Anna Bolen -X (abolen - UNICON INC at Cisco)" userId="8fcf5b57-97b6-40ce-9683-275924855fa8" providerId="ADAL" clId="{79D0179F-8FD2-4A74-8101-85682425CF68}" dt="2022-11-03T22:01:39.321" v="19" actId="14100"/>
        <pc:sldMkLst>
          <pc:docMk/>
          <pc:sldMk cId="0" sldId="292"/>
        </pc:sldMkLst>
        <pc:spChg chg="mod">
          <ac:chgData name="Anna Bolen -X (abolen - UNICON INC at Cisco)" userId="8fcf5b57-97b6-40ce-9683-275924855fa8" providerId="ADAL" clId="{79D0179F-8FD2-4A74-8101-85682425CF68}" dt="2022-11-03T22:01:39.321" v="19" actId="14100"/>
          <ac:spMkLst>
            <pc:docMk/>
            <pc:sldMk cId="0" sldId="292"/>
            <ac:spMk id="2" creationId="{00000000-0000-0000-0000-000000000000}"/>
          </ac:spMkLst>
        </pc:spChg>
      </pc:sldChg>
      <pc:sldChg chg="delCm modCm">
        <pc:chgData name="Anna Bolen -X (abolen - UNICON INC at Cisco)" userId="8fcf5b57-97b6-40ce-9683-275924855fa8" providerId="ADAL" clId="{79D0179F-8FD2-4A74-8101-85682425CF68}" dt="2022-11-03T22:01:53.586" v="21"/>
        <pc:sldMkLst>
          <pc:docMk/>
          <pc:sldMk cId="0" sldId="293"/>
        </pc:sldMkLst>
      </pc:sldChg>
      <pc:sldChg chg="mod modShow delCm modCm">
        <pc:chgData name="Anna Bolen -X (abolen - UNICON INC at Cisco)" userId="8fcf5b57-97b6-40ce-9683-275924855fa8" providerId="ADAL" clId="{79D0179F-8FD2-4A74-8101-85682425CF68}" dt="2022-11-07T18:20:04.721" v="25" actId="729"/>
        <pc:sldMkLst>
          <pc:docMk/>
          <pc:sldMk cId="0" sldId="294"/>
        </pc:sldMkLst>
      </pc:sldChg>
      <pc:sldChg chg="mod modShow">
        <pc:chgData name="Anna Bolen -X (abolen - UNICON INC at Cisco)" userId="8fcf5b57-97b6-40ce-9683-275924855fa8" providerId="ADAL" clId="{79D0179F-8FD2-4A74-8101-85682425CF68}" dt="2022-11-07T18:20:12.358" v="26" actId="729"/>
        <pc:sldMkLst>
          <pc:docMk/>
          <pc:sldMk cId="0" sldId="295"/>
        </pc:sldMkLst>
      </pc:sldChg>
      <pc:sldChg chg="mod modShow">
        <pc:chgData name="Anna Bolen -X (abolen - UNICON INC at Cisco)" userId="8fcf5b57-97b6-40ce-9683-275924855fa8" providerId="ADAL" clId="{79D0179F-8FD2-4A74-8101-85682425CF68}" dt="2022-11-07T18:20:12.358" v="26" actId="729"/>
        <pc:sldMkLst>
          <pc:docMk/>
          <pc:sldMk cId="2226954716" sldId="1072"/>
        </pc:sldMkLst>
      </pc:sldChg>
      <pc:sldChg chg="modSp mod modShow">
        <pc:chgData name="Anna Bolen -X (abolen - UNICON INC at Cisco)" userId="8fcf5b57-97b6-40ce-9683-275924855fa8" providerId="ADAL" clId="{79D0179F-8FD2-4A74-8101-85682425CF68}" dt="2022-11-07T18:20:12.358" v="26" actId="729"/>
        <pc:sldMkLst>
          <pc:docMk/>
          <pc:sldMk cId="0" sldId="1073"/>
        </pc:sldMkLst>
        <pc:spChg chg="mod">
          <ac:chgData name="Anna Bolen -X (abolen - UNICON INC at Cisco)" userId="8fcf5b57-97b6-40ce-9683-275924855fa8" providerId="ADAL" clId="{79D0179F-8FD2-4A74-8101-85682425CF68}" dt="2022-11-03T21:19:26.264" v="6" actId="14100"/>
          <ac:spMkLst>
            <pc:docMk/>
            <pc:sldMk cId="0" sldId="1073"/>
            <ac:spMk id="5" creationId="{7188AF34-F17D-65FE-91B6-733B90851DC8}"/>
          </ac:spMkLst>
        </pc:spChg>
      </pc:sldChg>
      <pc:sldChg chg="modSp mod">
        <pc:chgData name="Anna Bolen -X (abolen - UNICON INC at Cisco)" userId="8fcf5b57-97b6-40ce-9683-275924855fa8" providerId="ADAL" clId="{79D0179F-8FD2-4A74-8101-85682425CF68}" dt="2022-11-03T22:00:04.839" v="14" actId="13244"/>
        <pc:sldMkLst>
          <pc:docMk/>
          <pc:sldMk cId="468257439" sldId="1077"/>
        </pc:sldMkLst>
        <pc:picChg chg="ord">
          <ac:chgData name="Anna Bolen -X (abolen - UNICON INC at Cisco)" userId="8fcf5b57-97b6-40ce-9683-275924855fa8" providerId="ADAL" clId="{79D0179F-8FD2-4A74-8101-85682425CF68}" dt="2022-11-03T22:00:04.839" v="14" actId="13244"/>
          <ac:picMkLst>
            <pc:docMk/>
            <pc:sldMk cId="468257439" sldId="1077"/>
            <ac:picMk id="4" creationId="{4A9F3F66-1659-BD88-3A5F-DB926B815B16}"/>
          </ac:picMkLst>
        </pc:picChg>
      </pc:sldChg>
      <pc:sldChg chg="mod modShow">
        <pc:chgData name="Anna Bolen -X (abolen - UNICON INC at Cisco)" userId="8fcf5b57-97b6-40ce-9683-275924855fa8" providerId="ADAL" clId="{79D0179F-8FD2-4A74-8101-85682425CF68}" dt="2022-11-07T18:20:12.358" v="26" actId="729"/>
        <pc:sldMkLst>
          <pc:docMk/>
          <pc:sldMk cId="1177381730" sldId="1078"/>
        </pc:sldMkLst>
      </pc:sldChg>
    </pc:docChg>
  </pc:docChgLst>
  <pc:docChgLst>
    <pc:chgData name="Cláudia Naumann" userId="S::naumann_nce.ufrj.br#ext#@cisco.onmicrosoft.com::2c14c15b-0266-4182-83e5-84c7c06e2959" providerId="AD" clId="Web-{3096DCA5-EC34-52B8-985F-B4BA4ADFB0DE}"/>
    <pc:docChg chg="modSld">
      <pc:chgData name="Cláudia Naumann" userId="S::naumann_nce.ufrj.br#ext#@cisco.onmicrosoft.com::2c14c15b-0266-4182-83e5-84c7c06e2959" providerId="AD" clId="Web-{3096DCA5-EC34-52B8-985F-B4BA4ADFB0DE}" dt="2022-10-16T19:17:07.508" v="8" actId="14100"/>
      <pc:docMkLst>
        <pc:docMk/>
      </pc:docMkLst>
      <pc:sldChg chg="modSp">
        <pc:chgData name="Cláudia Naumann" userId="S::naumann_nce.ufrj.br#ext#@cisco.onmicrosoft.com::2c14c15b-0266-4182-83e5-84c7c06e2959" providerId="AD" clId="Web-{3096DCA5-EC34-52B8-985F-B4BA4ADFB0DE}" dt="2022-10-16T19:16:41.555" v="4" actId="20577"/>
        <pc:sldMkLst>
          <pc:docMk/>
          <pc:sldMk cId="0" sldId="257"/>
        </pc:sldMkLst>
        <pc:spChg chg="mod">
          <ac:chgData name="Cláudia Naumann" userId="S::naumann_nce.ufrj.br#ext#@cisco.onmicrosoft.com::2c14c15b-0266-4182-83e5-84c7c06e2959" providerId="AD" clId="Web-{3096DCA5-EC34-52B8-985F-B4BA4ADFB0DE}" dt="2022-10-16T19:13:33.033" v="2" actId="14100"/>
          <ac:spMkLst>
            <pc:docMk/>
            <pc:sldMk cId="0" sldId="257"/>
            <ac:spMk id="2" creationId="{00000000-0000-0000-0000-000000000000}"/>
          </ac:spMkLst>
        </pc:spChg>
        <pc:spChg chg="mod">
          <ac:chgData name="Cláudia Naumann" userId="S::naumann_nce.ufrj.br#ext#@cisco.onmicrosoft.com::2c14c15b-0266-4182-83e5-84c7c06e2959" providerId="AD" clId="Web-{3096DCA5-EC34-52B8-985F-B4BA4ADFB0DE}" dt="2022-10-16T19:16:41.555" v="4" actId="20577"/>
          <ac:spMkLst>
            <pc:docMk/>
            <pc:sldMk cId="0" sldId="257"/>
            <ac:spMk id="3" creationId="{00000000-0000-0000-0000-000000000000}"/>
          </ac:spMkLst>
        </pc:spChg>
      </pc:sldChg>
      <pc:sldChg chg="modSp">
        <pc:chgData name="Cláudia Naumann" userId="S::naumann_nce.ufrj.br#ext#@cisco.onmicrosoft.com::2c14c15b-0266-4182-83e5-84c7c06e2959" providerId="AD" clId="Web-{3096DCA5-EC34-52B8-985F-B4BA4ADFB0DE}" dt="2022-10-16T19:17:07.508" v="8" actId="14100"/>
        <pc:sldMkLst>
          <pc:docMk/>
          <pc:sldMk cId="0" sldId="258"/>
        </pc:sldMkLst>
        <pc:spChg chg="mod">
          <ac:chgData name="Cláudia Naumann" userId="S::naumann_nce.ufrj.br#ext#@cisco.onmicrosoft.com::2c14c15b-0266-4182-83e5-84c7c06e2959" providerId="AD" clId="Web-{3096DCA5-EC34-52B8-985F-B4BA4ADFB0DE}" dt="2022-10-16T19:17:07.508" v="8" actId="14100"/>
          <ac:spMkLst>
            <pc:docMk/>
            <pc:sldMk cId="0" sldId="258"/>
            <ac:spMk id="2" creationId="{00000000-0000-0000-0000-000000000000}"/>
          </ac:spMkLst>
        </pc:spChg>
      </pc:sldChg>
    </pc:docChg>
  </pc:docChgLst>
  <pc:docChgLst>
    <pc:chgData name="Cláudia Naumann" userId="5e842596f37e0a83" providerId="LiveId" clId="{608D776D-0C26-4A3C-AACA-42823087801D}"/>
    <pc:docChg chg="undo custSel delSld modSld">
      <pc:chgData name="Cláudia Naumann" userId="5e842596f37e0a83" providerId="LiveId" clId="{608D776D-0C26-4A3C-AACA-42823087801D}" dt="2022-10-16T20:05:49.056" v="853" actId="12"/>
      <pc:docMkLst>
        <pc:docMk/>
      </pc:docMkLst>
      <pc:sldChg chg="modSp mod">
        <pc:chgData name="Cláudia Naumann" userId="5e842596f37e0a83" providerId="LiveId" clId="{608D776D-0C26-4A3C-AACA-42823087801D}" dt="2022-10-16T19:58:00.201" v="844" actId="20577"/>
        <pc:sldMkLst>
          <pc:docMk/>
          <pc:sldMk cId="0" sldId="257"/>
        </pc:sldMkLst>
        <pc:spChg chg="mod">
          <ac:chgData name="Cláudia Naumann" userId="5e842596f37e0a83" providerId="LiveId" clId="{608D776D-0C26-4A3C-AACA-42823087801D}" dt="2022-10-16T19:58:00.201" v="844" actId="20577"/>
          <ac:spMkLst>
            <pc:docMk/>
            <pc:sldMk cId="0" sldId="257"/>
            <ac:spMk id="3" creationId="{00000000-0000-0000-0000-000000000000}"/>
          </ac:spMkLst>
        </pc:spChg>
      </pc:sldChg>
      <pc:sldChg chg="del">
        <pc:chgData name="Cláudia Naumann" userId="5e842596f37e0a83" providerId="LiveId" clId="{608D776D-0C26-4A3C-AACA-42823087801D}" dt="2022-10-16T19:35:07.918" v="0" actId="47"/>
        <pc:sldMkLst>
          <pc:docMk/>
          <pc:sldMk cId="0" sldId="258"/>
        </pc:sldMkLst>
      </pc:sldChg>
      <pc:sldChg chg="modSp mod">
        <pc:chgData name="Cláudia Naumann" userId="5e842596f37e0a83" providerId="LiveId" clId="{608D776D-0C26-4A3C-AACA-42823087801D}" dt="2022-10-16T19:36:09.548" v="10" actId="12"/>
        <pc:sldMkLst>
          <pc:docMk/>
          <pc:sldMk cId="0" sldId="259"/>
        </pc:sldMkLst>
        <pc:spChg chg="mod">
          <ac:chgData name="Cláudia Naumann" userId="5e842596f37e0a83" providerId="LiveId" clId="{608D776D-0C26-4A3C-AACA-42823087801D}" dt="2022-10-16T19:36:09.548" v="10" actId="12"/>
          <ac:spMkLst>
            <pc:docMk/>
            <pc:sldMk cId="0" sldId="259"/>
            <ac:spMk id="3" creationId="{00000000-0000-0000-0000-000000000000}"/>
          </ac:spMkLst>
        </pc:spChg>
      </pc:sldChg>
      <pc:sldChg chg="del">
        <pc:chgData name="Cláudia Naumann" userId="5e842596f37e0a83" providerId="LiveId" clId="{608D776D-0C26-4A3C-AACA-42823087801D}" dt="2022-10-16T19:47:49.289" v="508" actId="47"/>
        <pc:sldMkLst>
          <pc:docMk/>
          <pc:sldMk cId="0" sldId="260"/>
        </pc:sldMkLst>
      </pc:sldChg>
      <pc:sldChg chg="modSp mod">
        <pc:chgData name="Cláudia Naumann" userId="5e842596f37e0a83" providerId="LiveId" clId="{608D776D-0C26-4A3C-AACA-42823087801D}" dt="2022-10-16T19:58:20.207" v="845" actId="108"/>
        <pc:sldMkLst>
          <pc:docMk/>
          <pc:sldMk cId="0" sldId="261"/>
        </pc:sldMkLst>
        <pc:spChg chg="mod">
          <ac:chgData name="Cláudia Naumann" userId="5e842596f37e0a83" providerId="LiveId" clId="{608D776D-0C26-4A3C-AACA-42823087801D}" dt="2022-10-16T19:58:20.207" v="845" actId="108"/>
          <ac:spMkLst>
            <pc:docMk/>
            <pc:sldMk cId="0" sldId="261"/>
            <ac:spMk id="3" creationId="{00000000-0000-0000-0000-000000000000}"/>
          </ac:spMkLst>
        </pc:spChg>
      </pc:sldChg>
      <pc:sldChg chg="addSp delSp modSp mod">
        <pc:chgData name="Cláudia Naumann" userId="5e842596f37e0a83" providerId="LiveId" clId="{608D776D-0C26-4A3C-AACA-42823087801D}" dt="2022-10-16T20:05:49.056" v="853" actId="12"/>
        <pc:sldMkLst>
          <pc:docMk/>
          <pc:sldMk cId="0" sldId="264"/>
        </pc:sldMkLst>
        <pc:spChg chg="mod">
          <ac:chgData name="Cláudia Naumann" userId="5e842596f37e0a83" providerId="LiveId" clId="{608D776D-0C26-4A3C-AACA-42823087801D}" dt="2022-10-16T20:05:11.227" v="847" actId="14100"/>
          <ac:spMkLst>
            <pc:docMk/>
            <pc:sldMk cId="0" sldId="264"/>
            <ac:spMk id="3" creationId="{00000000-0000-0000-0000-000000000000}"/>
          </ac:spMkLst>
        </pc:spChg>
        <pc:spChg chg="mod">
          <ac:chgData name="Cláudia Naumann" userId="5e842596f37e0a83" providerId="LiveId" clId="{608D776D-0C26-4A3C-AACA-42823087801D}" dt="2022-10-16T20:05:49.056" v="853" actId="12"/>
          <ac:spMkLst>
            <pc:docMk/>
            <pc:sldMk cId="0" sldId="264"/>
            <ac:spMk id="5" creationId="{00000000-0000-0000-0000-000000000000}"/>
          </ac:spMkLst>
        </pc:spChg>
        <pc:picChg chg="add del">
          <ac:chgData name="Cláudia Naumann" userId="5e842596f37e0a83" providerId="LiveId" clId="{608D776D-0C26-4A3C-AACA-42823087801D}" dt="2022-10-16T20:05:23.636" v="849" actId="22"/>
          <ac:picMkLst>
            <pc:docMk/>
            <pc:sldMk cId="0" sldId="264"/>
            <ac:picMk id="6" creationId="{82BF1548-39C8-0395-F3E7-96B94AC6D7AB}"/>
          </ac:picMkLst>
        </pc:picChg>
      </pc:sldChg>
      <pc:sldChg chg="modSp mod">
        <pc:chgData name="Cláudia Naumann" userId="5e842596f37e0a83" providerId="LiveId" clId="{608D776D-0C26-4A3C-AACA-42823087801D}" dt="2022-10-16T19:47:22.620" v="507" actId="20577"/>
        <pc:sldMkLst>
          <pc:docMk/>
          <pc:sldMk cId="0" sldId="1073"/>
        </pc:sldMkLst>
        <pc:spChg chg="mod">
          <ac:chgData name="Cláudia Naumann" userId="5e842596f37e0a83" providerId="LiveId" clId="{608D776D-0C26-4A3C-AACA-42823087801D}" dt="2022-10-16T19:36:53.969" v="12" actId="20577"/>
          <ac:spMkLst>
            <pc:docMk/>
            <pc:sldMk cId="0" sldId="1073"/>
            <ac:spMk id="2" creationId="{00000000-0000-0000-0000-000000000000}"/>
          </ac:spMkLst>
        </pc:spChg>
        <pc:graphicFrameChg chg="modGraphic">
          <ac:chgData name="Cláudia Naumann" userId="5e842596f37e0a83" providerId="LiveId" clId="{608D776D-0C26-4A3C-AACA-42823087801D}" dt="2022-10-16T19:47:22.620" v="507" actId="20577"/>
          <ac:graphicFrameMkLst>
            <pc:docMk/>
            <pc:sldMk cId="0" sldId="1073"/>
            <ac:graphicFrameMk id="4" creationId="{40064EF4-EE2B-342C-EA9E-699582F380FF}"/>
          </ac:graphicFrameMkLst>
        </pc:graphicFrameChg>
      </pc:sldChg>
      <pc:sldChg chg="modSp mod">
        <pc:chgData name="Cláudia Naumann" userId="5e842596f37e0a83" providerId="LiveId" clId="{608D776D-0C26-4A3C-AACA-42823087801D}" dt="2022-10-16T19:57:27.893" v="843" actId="20577"/>
        <pc:sldMkLst>
          <pc:docMk/>
          <pc:sldMk cId="1525672446" sldId="1075"/>
        </pc:sldMkLst>
        <pc:spChg chg="mod">
          <ac:chgData name="Cláudia Naumann" userId="5e842596f37e0a83" providerId="LiveId" clId="{608D776D-0C26-4A3C-AACA-42823087801D}" dt="2022-10-16T19:54:21.398" v="562" actId="108"/>
          <ac:spMkLst>
            <pc:docMk/>
            <pc:sldMk cId="1525672446" sldId="1075"/>
            <ac:spMk id="5" creationId="{7188AF34-F17D-65FE-91B6-733B90851DC8}"/>
          </ac:spMkLst>
        </pc:spChg>
        <pc:graphicFrameChg chg="mod modGraphic">
          <ac:chgData name="Cláudia Naumann" userId="5e842596f37e0a83" providerId="LiveId" clId="{608D776D-0C26-4A3C-AACA-42823087801D}" dt="2022-10-16T19:57:27.893" v="843" actId="20577"/>
          <ac:graphicFrameMkLst>
            <pc:docMk/>
            <pc:sldMk cId="1525672446" sldId="1075"/>
            <ac:graphicFrameMk id="4" creationId="{40064EF4-EE2B-342C-EA9E-699582F380FF}"/>
          </ac:graphicFrameMkLst>
        </pc:graphicFrameChg>
      </pc:sldChg>
    </pc:docChg>
  </pc:docChgLst>
  <pc:docChgLst>
    <pc:chgData name="Anna Bolen -X (abolen - UNICON INC at Cisco)" userId="8fcf5b57-97b6-40ce-9683-275924855fa8" providerId="ADAL" clId="{00095C6B-62F6-49A8-8B9C-1D652EBCAC76}"/>
    <pc:docChg chg="modSld">
      <pc:chgData name="Anna Bolen -X (abolen - UNICON INC at Cisco)" userId="8fcf5b57-97b6-40ce-9683-275924855fa8" providerId="ADAL" clId="{00095C6B-62F6-49A8-8B9C-1D652EBCAC76}" dt="2023-03-22T15:50:42.058" v="3" actId="1036"/>
      <pc:docMkLst>
        <pc:docMk/>
      </pc:docMkLst>
      <pc:sldChg chg="addSp modSp mod">
        <pc:chgData name="Anna Bolen -X (abolen - UNICON INC at Cisco)" userId="8fcf5b57-97b6-40ce-9683-275924855fa8" providerId="ADAL" clId="{00095C6B-62F6-49A8-8B9C-1D652EBCAC76}" dt="2023-03-22T15:50:42.058" v="3" actId="1036"/>
        <pc:sldMkLst>
          <pc:docMk/>
          <pc:sldMk cId="0" sldId="1073"/>
        </pc:sldMkLst>
        <pc:spChg chg="add mod">
          <ac:chgData name="Anna Bolen -X (abolen - UNICON INC at Cisco)" userId="8fcf5b57-97b6-40ce-9683-275924855fa8" providerId="ADAL" clId="{00095C6B-62F6-49A8-8B9C-1D652EBCAC76}" dt="2023-03-22T15:50:42.058" v="3" actId="1036"/>
          <ac:spMkLst>
            <pc:docMk/>
            <pc:sldMk cId="0" sldId="1073"/>
            <ac:spMk id="3" creationId="{0C0DCEA0-5ACF-FA1E-B191-1D7E8BC30501}"/>
          </ac:spMkLst>
        </pc:spChg>
      </pc:sldChg>
    </pc:docChg>
  </pc:docChgLst>
  <pc:docChgLst>
    <pc:chgData name="Cláudia Naumann" userId="S::naumann_nce.ufrj.br#ext#@cisco.onmicrosoft.com::2c14c15b-0266-4182-83e5-84c7c06e2959" providerId="AD" clId="Web-{BA33E7A1-0A78-2CAD-6251-0372742FCB75}"/>
    <pc:docChg chg="addSld delSld modSld">
      <pc:chgData name="Cláudia Naumann" userId="S::naumann_nce.ufrj.br#ext#@cisco.onmicrosoft.com::2c14c15b-0266-4182-83e5-84c7c06e2959" providerId="AD" clId="Web-{BA33E7A1-0A78-2CAD-6251-0372742FCB75}" dt="2022-10-16T23:39:45.690" v="1920" actId="20577"/>
      <pc:docMkLst>
        <pc:docMk/>
      </pc:docMkLst>
      <pc:sldChg chg="addSp modSp">
        <pc:chgData name="Cláudia Naumann" userId="S::naumann_nce.ufrj.br#ext#@cisco.onmicrosoft.com::2c14c15b-0266-4182-83e5-84c7c06e2959" providerId="AD" clId="Web-{BA33E7A1-0A78-2CAD-6251-0372742FCB75}" dt="2022-10-16T20:14:20.100" v="6" actId="1076"/>
        <pc:sldMkLst>
          <pc:docMk/>
          <pc:sldMk cId="0" sldId="265"/>
        </pc:sldMkLst>
        <pc:spChg chg="add mod">
          <ac:chgData name="Cláudia Naumann" userId="S::naumann_nce.ufrj.br#ext#@cisco.onmicrosoft.com::2c14c15b-0266-4182-83e5-84c7c06e2959" providerId="AD" clId="Web-{BA33E7A1-0A78-2CAD-6251-0372742FCB75}" dt="2022-10-16T20:14:20.100" v="6" actId="1076"/>
          <ac:spMkLst>
            <pc:docMk/>
            <pc:sldMk cId="0" sldId="265"/>
            <ac:spMk id="4" creationId="{B0AFC8F7-6786-28DA-4B29-648CC519E827}"/>
          </ac:spMkLst>
        </pc:spChg>
      </pc:sldChg>
      <pc:sldChg chg="modSp">
        <pc:chgData name="Cláudia Naumann" userId="S::naumann_nce.ufrj.br#ext#@cisco.onmicrosoft.com::2c14c15b-0266-4182-83e5-84c7c06e2959" providerId="AD" clId="Web-{BA33E7A1-0A78-2CAD-6251-0372742FCB75}" dt="2022-10-16T20:25:45.686" v="169" actId="20577"/>
        <pc:sldMkLst>
          <pc:docMk/>
          <pc:sldMk cId="0" sldId="266"/>
        </pc:sldMkLst>
        <pc:spChg chg="mod">
          <ac:chgData name="Cláudia Naumann" userId="S::naumann_nce.ufrj.br#ext#@cisco.onmicrosoft.com::2c14c15b-0266-4182-83e5-84c7c06e2959" providerId="AD" clId="Web-{BA33E7A1-0A78-2CAD-6251-0372742FCB75}" dt="2022-10-16T20:17:48.263" v="7" actId="14100"/>
          <ac:spMkLst>
            <pc:docMk/>
            <pc:sldMk cId="0" sldId="266"/>
            <ac:spMk id="3" creationId="{00000000-0000-0000-0000-000000000000}"/>
          </ac:spMkLst>
        </pc:spChg>
        <pc:spChg chg="mod">
          <ac:chgData name="Cláudia Naumann" userId="S::naumann_nce.ufrj.br#ext#@cisco.onmicrosoft.com::2c14c15b-0266-4182-83e5-84c7c06e2959" providerId="AD" clId="Web-{BA33E7A1-0A78-2CAD-6251-0372742FCB75}" dt="2022-10-16T20:25:45.686" v="169" actId="20577"/>
          <ac:spMkLst>
            <pc:docMk/>
            <pc:sldMk cId="0" sldId="266"/>
            <ac:spMk id="5" creationId="{00000000-0000-0000-0000-000000000000}"/>
          </ac:spMkLst>
        </pc:spChg>
      </pc:sldChg>
      <pc:sldChg chg="modSp">
        <pc:chgData name="Cláudia Naumann" userId="S::naumann_nce.ufrj.br#ext#@cisco.onmicrosoft.com::2c14c15b-0266-4182-83e5-84c7c06e2959" providerId="AD" clId="Web-{BA33E7A1-0A78-2CAD-6251-0372742FCB75}" dt="2022-10-16T20:30:03.680" v="231" actId="20577"/>
        <pc:sldMkLst>
          <pc:docMk/>
          <pc:sldMk cId="0" sldId="267"/>
        </pc:sldMkLst>
        <pc:spChg chg="mod">
          <ac:chgData name="Cláudia Naumann" userId="S::naumann_nce.ufrj.br#ext#@cisco.onmicrosoft.com::2c14c15b-0266-4182-83e5-84c7c06e2959" providerId="AD" clId="Web-{BA33E7A1-0A78-2CAD-6251-0372742FCB75}" dt="2022-10-16T20:26:38.797" v="170" actId="14100"/>
          <ac:spMkLst>
            <pc:docMk/>
            <pc:sldMk cId="0" sldId="267"/>
            <ac:spMk id="3" creationId="{00000000-0000-0000-0000-000000000000}"/>
          </ac:spMkLst>
        </pc:spChg>
        <pc:spChg chg="mod">
          <ac:chgData name="Cláudia Naumann" userId="S::naumann_nce.ufrj.br#ext#@cisco.onmicrosoft.com::2c14c15b-0266-4182-83e5-84c7c06e2959" providerId="AD" clId="Web-{BA33E7A1-0A78-2CAD-6251-0372742FCB75}" dt="2022-10-16T20:30:03.680" v="231" actId="20577"/>
          <ac:spMkLst>
            <pc:docMk/>
            <pc:sldMk cId="0" sldId="267"/>
            <ac:spMk id="5" creationId="{00000000-0000-0000-0000-000000000000}"/>
          </ac:spMkLst>
        </pc:spChg>
      </pc:sldChg>
      <pc:sldChg chg="addSp delSp modSp">
        <pc:chgData name="Cláudia Naumann" userId="S::naumann_nce.ufrj.br#ext#@cisco.onmicrosoft.com::2c14c15b-0266-4182-83e5-84c7c06e2959" providerId="AD" clId="Web-{BA33E7A1-0A78-2CAD-6251-0372742FCB75}" dt="2022-10-16T20:44:59.258" v="281" actId="1076"/>
        <pc:sldMkLst>
          <pc:docMk/>
          <pc:sldMk cId="0" sldId="268"/>
        </pc:sldMkLst>
        <pc:spChg chg="mod">
          <ac:chgData name="Cláudia Naumann" userId="S::naumann_nce.ufrj.br#ext#@cisco.onmicrosoft.com::2c14c15b-0266-4182-83e5-84c7c06e2959" providerId="AD" clId="Web-{BA33E7A1-0A78-2CAD-6251-0372742FCB75}" dt="2022-10-16T20:32:46.326" v="232" actId="14100"/>
          <ac:spMkLst>
            <pc:docMk/>
            <pc:sldMk cId="0" sldId="268"/>
            <ac:spMk id="3" creationId="{00000000-0000-0000-0000-000000000000}"/>
          </ac:spMkLst>
        </pc:spChg>
        <pc:spChg chg="mod">
          <ac:chgData name="Cláudia Naumann" userId="S::naumann_nce.ufrj.br#ext#@cisco.onmicrosoft.com::2c14c15b-0266-4182-83e5-84c7c06e2959" providerId="AD" clId="Web-{BA33E7A1-0A78-2CAD-6251-0372742FCB75}" dt="2022-10-16T20:44:59.258" v="281" actId="1076"/>
          <ac:spMkLst>
            <pc:docMk/>
            <pc:sldMk cId="0" sldId="268"/>
            <ac:spMk id="5" creationId="{00000000-0000-0000-0000-000000000000}"/>
          </ac:spMkLst>
        </pc:spChg>
        <pc:spChg chg="add del mod">
          <ac:chgData name="Cláudia Naumann" userId="S::naumann_nce.ufrj.br#ext#@cisco.onmicrosoft.com::2c14c15b-0266-4182-83e5-84c7c06e2959" providerId="AD" clId="Web-{BA33E7A1-0A78-2CAD-6251-0372742FCB75}" dt="2022-10-16T20:41:01.593" v="264"/>
          <ac:spMkLst>
            <pc:docMk/>
            <pc:sldMk cId="0" sldId="268"/>
            <ac:spMk id="6" creationId="{B80119A5-0B03-B529-B478-8607129F7501}"/>
          </ac:spMkLst>
        </pc:spChg>
        <pc:spChg chg="add mod">
          <ac:chgData name="Cláudia Naumann" userId="S::naumann_nce.ufrj.br#ext#@cisco.onmicrosoft.com::2c14c15b-0266-4182-83e5-84c7c06e2959" providerId="AD" clId="Web-{BA33E7A1-0A78-2CAD-6251-0372742FCB75}" dt="2022-10-16T20:41:27.219" v="270" actId="14100"/>
          <ac:spMkLst>
            <pc:docMk/>
            <pc:sldMk cId="0" sldId="268"/>
            <ac:spMk id="7" creationId="{655284AA-CA1E-0107-334A-AE5CFF9E3218}"/>
          </ac:spMkLst>
        </pc:spChg>
        <pc:picChg chg="add mod">
          <ac:chgData name="Cláudia Naumann" userId="S::naumann_nce.ufrj.br#ext#@cisco.onmicrosoft.com::2c14c15b-0266-4182-83e5-84c7c06e2959" providerId="AD" clId="Web-{BA33E7A1-0A78-2CAD-6251-0372742FCB75}" dt="2022-10-16T20:41:58.048" v="272" actId="1076"/>
          <ac:picMkLst>
            <pc:docMk/>
            <pc:sldMk cId="0" sldId="268"/>
            <ac:picMk id="4" creationId="{BDA1EC10-8F53-9AAE-7EAA-CB8A6824FAAE}"/>
          </ac:picMkLst>
        </pc:picChg>
      </pc:sldChg>
      <pc:sldChg chg="addSp modSp modNotes">
        <pc:chgData name="Cláudia Naumann" userId="S::naumann_nce.ufrj.br#ext#@cisco.onmicrosoft.com::2c14c15b-0266-4182-83e5-84c7c06e2959" providerId="AD" clId="Web-{BA33E7A1-0A78-2CAD-6251-0372742FCB75}" dt="2022-10-16T21:07:37.415" v="604"/>
        <pc:sldMkLst>
          <pc:docMk/>
          <pc:sldMk cId="0" sldId="269"/>
        </pc:sldMkLst>
        <pc:spChg chg="mod">
          <ac:chgData name="Cláudia Naumann" userId="S::naumann_nce.ufrj.br#ext#@cisco.onmicrosoft.com::2c14c15b-0266-4182-83e5-84c7c06e2959" providerId="AD" clId="Web-{BA33E7A1-0A78-2CAD-6251-0372742FCB75}" dt="2022-10-16T20:50:42.645" v="493" actId="14100"/>
          <ac:spMkLst>
            <pc:docMk/>
            <pc:sldMk cId="0" sldId="269"/>
            <ac:spMk id="3" creationId="{00000000-0000-0000-0000-000000000000}"/>
          </ac:spMkLst>
        </pc:spChg>
        <pc:spChg chg="add mod">
          <ac:chgData name="Cláudia Naumann" userId="S::naumann_nce.ufrj.br#ext#@cisco.onmicrosoft.com::2c14c15b-0266-4182-83e5-84c7c06e2959" providerId="AD" clId="Web-{BA33E7A1-0A78-2CAD-6251-0372742FCB75}" dt="2022-10-16T21:05:17.113" v="601" actId="1076"/>
          <ac:spMkLst>
            <pc:docMk/>
            <pc:sldMk cId="0" sldId="269"/>
            <ac:spMk id="4" creationId="{18F88595-2199-C01B-0BA9-3B2BF78C6316}"/>
          </ac:spMkLst>
        </pc:spChg>
        <pc:spChg chg="mod">
          <ac:chgData name="Cláudia Naumann" userId="S::naumann_nce.ufrj.br#ext#@cisco.onmicrosoft.com::2c14c15b-0266-4182-83e5-84c7c06e2959" providerId="AD" clId="Web-{BA33E7A1-0A78-2CAD-6251-0372742FCB75}" dt="2022-10-16T20:52:49.696" v="503" actId="14100"/>
          <ac:spMkLst>
            <pc:docMk/>
            <pc:sldMk cId="0" sldId="269"/>
            <ac:spMk id="5" creationId="{00000000-0000-0000-0000-000000000000}"/>
          </ac:spMkLst>
        </pc:spChg>
        <pc:spChg chg="add mod">
          <ac:chgData name="Cláudia Naumann" userId="S::naumann_nce.ufrj.br#ext#@cisco.onmicrosoft.com::2c14c15b-0266-4182-83e5-84c7c06e2959" providerId="AD" clId="Web-{BA33E7A1-0A78-2CAD-6251-0372742FCB75}" dt="2022-10-16T21:05:11.660" v="600" actId="1076"/>
          <ac:spMkLst>
            <pc:docMk/>
            <pc:sldMk cId="0" sldId="269"/>
            <ac:spMk id="6" creationId="{B69F6FE4-7DB0-45F3-9648-C043E49D86B0}"/>
          </ac:spMkLst>
        </pc:spChg>
        <pc:picChg chg="add mod">
          <ac:chgData name="Cláudia Naumann" userId="S::naumann_nce.ufrj.br#ext#@cisco.onmicrosoft.com::2c14c15b-0266-4182-83e5-84c7c06e2959" providerId="AD" clId="Web-{BA33E7A1-0A78-2CAD-6251-0372742FCB75}" dt="2022-10-16T21:00:04.258" v="577" actId="1076"/>
          <ac:picMkLst>
            <pc:docMk/>
            <pc:sldMk cId="0" sldId="269"/>
            <ac:picMk id="7" creationId="{11A51D74-9AA4-69E5-6975-AEF7DB545FF2}"/>
          </ac:picMkLst>
        </pc:picChg>
        <pc:picChg chg="add mod">
          <ac:chgData name="Cláudia Naumann" userId="S::naumann_nce.ufrj.br#ext#@cisco.onmicrosoft.com::2c14c15b-0266-4182-83e5-84c7c06e2959" providerId="AD" clId="Web-{BA33E7A1-0A78-2CAD-6251-0372742FCB75}" dt="2022-10-16T21:04:37.018" v="583" actId="1076"/>
          <ac:picMkLst>
            <pc:docMk/>
            <pc:sldMk cId="0" sldId="269"/>
            <ac:picMk id="8" creationId="{A77DD9D0-64FC-B5D6-1776-CD66958FF7F4}"/>
          </ac:picMkLst>
        </pc:picChg>
      </pc:sldChg>
      <pc:sldChg chg="del">
        <pc:chgData name="Cláudia Naumann" userId="S::naumann_nce.ufrj.br#ext#@cisco.onmicrosoft.com::2c14c15b-0266-4182-83e5-84c7c06e2959" providerId="AD" clId="Web-{BA33E7A1-0A78-2CAD-6251-0372742FCB75}" dt="2022-10-16T21:07:41.087" v="605"/>
        <pc:sldMkLst>
          <pc:docMk/>
          <pc:sldMk cId="0" sldId="270"/>
        </pc:sldMkLst>
      </pc:sldChg>
      <pc:sldChg chg="addSp modSp modNotes">
        <pc:chgData name="Cláudia Naumann" userId="S::naumann_nce.ufrj.br#ext#@cisco.onmicrosoft.com::2c14c15b-0266-4182-83e5-84c7c06e2959" providerId="AD" clId="Web-{BA33E7A1-0A78-2CAD-6251-0372742FCB75}" dt="2022-10-16T21:17:20.138" v="700"/>
        <pc:sldMkLst>
          <pc:docMk/>
          <pc:sldMk cId="0" sldId="271"/>
        </pc:sldMkLst>
        <pc:spChg chg="mod">
          <ac:chgData name="Cláudia Naumann" userId="S::naumann_nce.ufrj.br#ext#@cisco.onmicrosoft.com::2c14c15b-0266-4182-83e5-84c7c06e2959" providerId="AD" clId="Web-{BA33E7A1-0A78-2CAD-6251-0372742FCB75}" dt="2022-10-16T21:08:50.980" v="608" actId="14100"/>
          <ac:spMkLst>
            <pc:docMk/>
            <pc:sldMk cId="0" sldId="271"/>
            <ac:spMk id="3" creationId="{00000000-0000-0000-0000-000000000000}"/>
          </ac:spMkLst>
        </pc:spChg>
        <pc:spChg chg="mod">
          <ac:chgData name="Cláudia Naumann" userId="S::naumann_nce.ufrj.br#ext#@cisco.onmicrosoft.com::2c14c15b-0266-4182-83e5-84c7c06e2959" providerId="AD" clId="Web-{BA33E7A1-0A78-2CAD-6251-0372742FCB75}" dt="2022-10-16T21:16:56.966" v="697" actId="20577"/>
          <ac:spMkLst>
            <pc:docMk/>
            <pc:sldMk cId="0" sldId="271"/>
            <ac:spMk id="5" creationId="{00000000-0000-0000-0000-000000000000}"/>
          </ac:spMkLst>
        </pc:spChg>
        <pc:picChg chg="add mod">
          <ac:chgData name="Cláudia Naumann" userId="S::naumann_nce.ufrj.br#ext#@cisco.onmicrosoft.com::2c14c15b-0266-4182-83e5-84c7c06e2959" providerId="AD" clId="Web-{BA33E7A1-0A78-2CAD-6251-0372742FCB75}" dt="2022-10-16T21:13:01.098" v="649" actId="1076"/>
          <ac:picMkLst>
            <pc:docMk/>
            <pc:sldMk cId="0" sldId="271"/>
            <ac:picMk id="4" creationId="{AC328A41-BA14-FDAE-CAD9-24EAFABECB94}"/>
          </ac:picMkLst>
        </pc:picChg>
      </pc:sldChg>
      <pc:sldChg chg="del">
        <pc:chgData name="Cláudia Naumann" userId="S::naumann_nce.ufrj.br#ext#@cisco.onmicrosoft.com::2c14c15b-0266-4182-83e5-84c7c06e2959" providerId="AD" clId="Web-{BA33E7A1-0A78-2CAD-6251-0372742FCB75}" dt="2022-10-16T21:17:21.514" v="701"/>
        <pc:sldMkLst>
          <pc:docMk/>
          <pc:sldMk cId="0" sldId="272"/>
        </pc:sldMkLst>
      </pc:sldChg>
      <pc:sldChg chg="modSp">
        <pc:chgData name="Cláudia Naumann" userId="S::naumann_nce.ufrj.br#ext#@cisco.onmicrosoft.com::2c14c15b-0266-4182-83e5-84c7c06e2959" providerId="AD" clId="Web-{BA33E7A1-0A78-2CAD-6251-0372742FCB75}" dt="2022-10-16T21:19:43.347" v="708"/>
        <pc:sldMkLst>
          <pc:docMk/>
          <pc:sldMk cId="0" sldId="274"/>
        </pc:sldMkLst>
        <pc:spChg chg="mod">
          <ac:chgData name="Cláudia Naumann" userId="S::naumann_nce.ufrj.br#ext#@cisco.onmicrosoft.com::2c14c15b-0266-4182-83e5-84c7c06e2959" providerId="AD" clId="Web-{BA33E7A1-0A78-2CAD-6251-0372742FCB75}" dt="2022-10-16T21:18:49.189" v="702" actId="14100"/>
          <ac:spMkLst>
            <pc:docMk/>
            <pc:sldMk cId="0" sldId="274"/>
            <ac:spMk id="3" creationId="{00000000-0000-0000-0000-000000000000}"/>
          </ac:spMkLst>
        </pc:spChg>
        <pc:spChg chg="mod">
          <ac:chgData name="Cláudia Naumann" userId="S::naumann_nce.ufrj.br#ext#@cisco.onmicrosoft.com::2c14c15b-0266-4182-83e5-84c7c06e2959" providerId="AD" clId="Web-{BA33E7A1-0A78-2CAD-6251-0372742FCB75}" dt="2022-10-16T21:19:43.347" v="708"/>
          <ac:spMkLst>
            <pc:docMk/>
            <pc:sldMk cId="0" sldId="274"/>
            <ac:spMk id="5" creationId="{00000000-0000-0000-0000-000000000000}"/>
          </ac:spMkLst>
        </pc:spChg>
      </pc:sldChg>
      <pc:sldChg chg="modSp">
        <pc:chgData name="Cláudia Naumann" userId="S::naumann_nce.ufrj.br#ext#@cisco.onmicrosoft.com::2c14c15b-0266-4182-83e5-84c7c06e2959" providerId="AD" clId="Web-{BA33E7A1-0A78-2CAD-6251-0372742FCB75}" dt="2022-10-16T21:23:16.057" v="777" actId="20577"/>
        <pc:sldMkLst>
          <pc:docMk/>
          <pc:sldMk cId="0" sldId="275"/>
        </pc:sldMkLst>
        <pc:spChg chg="mod">
          <ac:chgData name="Cláudia Naumann" userId="S::naumann_nce.ufrj.br#ext#@cisco.onmicrosoft.com::2c14c15b-0266-4182-83e5-84c7c06e2959" providerId="AD" clId="Web-{BA33E7A1-0A78-2CAD-6251-0372742FCB75}" dt="2022-10-16T21:20:07.238" v="709" actId="14100"/>
          <ac:spMkLst>
            <pc:docMk/>
            <pc:sldMk cId="0" sldId="275"/>
            <ac:spMk id="3" creationId="{00000000-0000-0000-0000-000000000000}"/>
          </ac:spMkLst>
        </pc:spChg>
        <pc:spChg chg="mod">
          <ac:chgData name="Cláudia Naumann" userId="S::naumann_nce.ufrj.br#ext#@cisco.onmicrosoft.com::2c14c15b-0266-4182-83e5-84c7c06e2959" providerId="AD" clId="Web-{BA33E7A1-0A78-2CAD-6251-0372742FCB75}" dt="2022-10-16T21:23:16.057" v="777" actId="20577"/>
          <ac:spMkLst>
            <pc:docMk/>
            <pc:sldMk cId="0" sldId="275"/>
            <ac:spMk id="5" creationId="{00000000-0000-0000-0000-000000000000}"/>
          </ac:spMkLst>
        </pc:spChg>
      </pc:sldChg>
      <pc:sldChg chg="modSp">
        <pc:chgData name="Cláudia Naumann" userId="S::naumann_nce.ufrj.br#ext#@cisco.onmicrosoft.com::2c14c15b-0266-4182-83e5-84c7c06e2959" providerId="AD" clId="Web-{BA33E7A1-0A78-2CAD-6251-0372742FCB75}" dt="2022-10-16T21:25:37.531" v="809" actId="20577"/>
        <pc:sldMkLst>
          <pc:docMk/>
          <pc:sldMk cId="0" sldId="276"/>
        </pc:sldMkLst>
        <pc:spChg chg="mod">
          <ac:chgData name="Cláudia Naumann" userId="S::naumann_nce.ufrj.br#ext#@cisco.onmicrosoft.com::2c14c15b-0266-4182-83e5-84c7c06e2959" providerId="AD" clId="Web-{BA33E7A1-0A78-2CAD-6251-0372742FCB75}" dt="2022-10-16T21:23:46.918" v="778" actId="14100"/>
          <ac:spMkLst>
            <pc:docMk/>
            <pc:sldMk cId="0" sldId="276"/>
            <ac:spMk id="3" creationId="{00000000-0000-0000-0000-000000000000}"/>
          </ac:spMkLst>
        </pc:spChg>
        <pc:spChg chg="mod">
          <ac:chgData name="Cláudia Naumann" userId="S::naumann_nce.ufrj.br#ext#@cisco.onmicrosoft.com::2c14c15b-0266-4182-83e5-84c7c06e2959" providerId="AD" clId="Web-{BA33E7A1-0A78-2CAD-6251-0372742FCB75}" dt="2022-10-16T21:25:37.531" v="809" actId="20577"/>
          <ac:spMkLst>
            <pc:docMk/>
            <pc:sldMk cId="0" sldId="276"/>
            <ac:spMk id="5" creationId="{00000000-0000-0000-0000-000000000000}"/>
          </ac:spMkLst>
        </pc:spChg>
      </pc:sldChg>
      <pc:sldChg chg="modSp">
        <pc:chgData name="Cláudia Naumann" userId="S::naumann_nce.ufrj.br#ext#@cisco.onmicrosoft.com::2c14c15b-0266-4182-83e5-84c7c06e2959" providerId="AD" clId="Web-{BA33E7A1-0A78-2CAD-6251-0372742FCB75}" dt="2022-10-16T21:30:35.791" v="850" actId="20577"/>
        <pc:sldMkLst>
          <pc:docMk/>
          <pc:sldMk cId="0" sldId="277"/>
        </pc:sldMkLst>
        <pc:spChg chg="mod">
          <ac:chgData name="Cláudia Naumann" userId="S::naumann_nce.ufrj.br#ext#@cisco.onmicrosoft.com::2c14c15b-0266-4182-83e5-84c7c06e2959" providerId="AD" clId="Web-{BA33E7A1-0A78-2CAD-6251-0372742FCB75}" dt="2022-10-16T21:26:43.736" v="810" actId="14100"/>
          <ac:spMkLst>
            <pc:docMk/>
            <pc:sldMk cId="0" sldId="277"/>
            <ac:spMk id="3" creationId="{00000000-0000-0000-0000-000000000000}"/>
          </ac:spMkLst>
        </pc:spChg>
        <pc:spChg chg="mod">
          <ac:chgData name="Cláudia Naumann" userId="S::naumann_nce.ufrj.br#ext#@cisco.onmicrosoft.com::2c14c15b-0266-4182-83e5-84c7c06e2959" providerId="AD" clId="Web-{BA33E7A1-0A78-2CAD-6251-0372742FCB75}" dt="2022-10-16T21:30:35.791" v="850" actId="20577"/>
          <ac:spMkLst>
            <pc:docMk/>
            <pc:sldMk cId="0" sldId="277"/>
            <ac:spMk id="5" creationId="{00000000-0000-0000-0000-000000000000}"/>
          </ac:spMkLst>
        </pc:spChg>
      </pc:sldChg>
      <pc:sldChg chg="addSp modSp modNotes">
        <pc:chgData name="Cláudia Naumann" userId="S::naumann_nce.ufrj.br#ext#@cisco.onmicrosoft.com::2c14c15b-0266-4182-83e5-84c7c06e2959" providerId="AD" clId="Web-{BA33E7A1-0A78-2CAD-6251-0372742FCB75}" dt="2022-10-16T21:42:52.067" v="963"/>
        <pc:sldMkLst>
          <pc:docMk/>
          <pc:sldMk cId="0" sldId="278"/>
        </pc:sldMkLst>
        <pc:spChg chg="mod">
          <ac:chgData name="Cláudia Naumann" userId="S::naumann_nce.ufrj.br#ext#@cisco.onmicrosoft.com::2c14c15b-0266-4182-83e5-84c7c06e2959" providerId="AD" clId="Web-{BA33E7A1-0A78-2CAD-6251-0372742FCB75}" dt="2022-10-16T21:31:17.668" v="851" actId="14100"/>
          <ac:spMkLst>
            <pc:docMk/>
            <pc:sldMk cId="0" sldId="278"/>
            <ac:spMk id="3" creationId="{00000000-0000-0000-0000-000000000000}"/>
          </ac:spMkLst>
        </pc:spChg>
        <pc:spChg chg="mod">
          <ac:chgData name="Cláudia Naumann" userId="S::naumann_nce.ufrj.br#ext#@cisco.onmicrosoft.com::2c14c15b-0266-4182-83e5-84c7c06e2959" providerId="AD" clId="Web-{BA33E7A1-0A78-2CAD-6251-0372742FCB75}" dt="2022-10-16T21:41:54.800" v="960" actId="14100"/>
          <ac:spMkLst>
            <pc:docMk/>
            <pc:sldMk cId="0" sldId="278"/>
            <ac:spMk id="5" creationId="{00000000-0000-0000-0000-000000000000}"/>
          </ac:spMkLst>
        </pc:spChg>
        <pc:picChg chg="add mod">
          <ac:chgData name="Cláudia Naumann" userId="S::naumann_nce.ufrj.br#ext#@cisco.onmicrosoft.com::2c14c15b-0266-4182-83e5-84c7c06e2959" providerId="AD" clId="Web-{BA33E7A1-0A78-2CAD-6251-0372742FCB75}" dt="2022-10-16T21:37:10.352" v="888" actId="1076"/>
          <ac:picMkLst>
            <pc:docMk/>
            <pc:sldMk cId="0" sldId="278"/>
            <ac:picMk id="4" creationId="{1B3F0E82-A053-30A3-68E6-0C1DDC275856}"/>
          </ac:picMkLst>
        </pc:picChg>
      </pc:sldChg>
      <pc:sldChg chg="del">
        <pc:chgData name="Cláudia Naumann" userId="S::naumann_nce.ufrj.br#ext#@cisco.onmicrosoft.com::2c14c15b-0266-4182-83e5-84c7c06e2959" providerId="AD" clId="Web-{BA33E7A1-0A78-2CAD-6251-0372742FCB75}" dt="2022-10-16T21:42:53.083" v="964"/>
        <pc:sldMkLst>
          <pc:docMk/>
          <pc:sldMk cId="0" sldId="279"/>
        </pc:sldMkLst>
      </pc:sldChg>
      <pc:sldChg chg="modSp">
        <pc:chgData name="Cláudia Naumann" userId="S::naumann_nce.ufrj.br#ext#@cisco.onmicrosoft.com::2c14c15b-0266-4182-83e5-84c7c06e2959" providerId="AD" clId="Web-{BA33E7A1-0A78-2CAD-6251-0372742FCB75}" dt="2022-10-16T21:46:33.934" v="977"/>
        <pc:sldMkLst>
          <pc:docMk/>
          <pc:sldMk cId="0" sldId="281"/>
        </pc:sldMkLst>
        <pc:spChg chg="mod">
          <ac:chgData name="Cláudia Naumann" userId="S::naumann_nce.ufrj.br#ext#@cisco.onmicrosoft.com::2c14c15b-0266-4182-83e5-84c7c06e2959" providerId="AD" clId="Web-{BA33E7A1-0A78-2CAD-6251-0372742FCB75}" dt="2022-10-16T21:44:35.290" v="965" actId="14100"/>
          <ac:spMkLst>
            <pc:docMk/>
            <pc:sldMk cId="0" sldId="281"/>
            <ac:spMk id="3" creationId="{00000000-0000-0000-0000-000000000000}"/>
          </ac:spMkLst>
        </pc:spChg>
        <pc:spChg chg="mod">
          <ac:chgData name="Cláudia Naumann" userId="S::naumann_nce.ufrj.br#ext#@cisco.onmicrosoft.com::2c14c15b-0266-4182-83e5-84c7c06e2959" providerId="AD" clId="Web-{BA33E7A1-0A78-2CAD-6251-0372742FCB75}" dt="2022-10-16T21:46:33.934" v="977"/>
          <ac:spMkLst>
            <pc:docMk/>
            <pc:sldMk cId="0" sldId="281"/>
            <ac:spMk id="5" creationId="{00000000-0000-0000-0000-000000000000}"/>
          </ac:spMkLst>
        </pc:spChg>
      </pc:sldChg>
      <pc:sldChg chg="addSp delSp modSp">
        <pc:chgData name="Cláudia Naumann" userId="S::naumann_nce.ufrj.br#ext#@cisco.onmicrosoft.com::2c14c15b-0266-4182-83e5-84c7c06e2959" providerId="AD" clId="Web-{BA33E7A1-0A78-2CAD-6251-0372742FCB75}" dt="2022-10-16T21:53:56.606" v="1004" actId="14100"/>
        <pc:sldMkLst>
          <pc:docMk/>
          <pc:sldMk cId="0" sldId="282"/>
        </pc:sldMkLst>
        <pc:spChg chg="mod">
          <ac:chgData name="Cláudia Naumann" userId="S::naumann_nce.ufrj.br#ext#@cisco.onmicrosoft.com::2c14c15b-0266-4182-83e5-84c7c06e2959" providerId="AD" clId="Web-{BA33E7A1-0A78-2CAD-6251-0372742FCB75}" dt="2022-10-16T21:48:59.705" v="978" actId="14100"/>
          <ac:spMkLst>
            <pc:docMk/>
            <pc:sldMk cId="0" sldId="282"/>
            <ac:spMk id="3" creationId="{00000000-0000-0000-0000-000000000000}"/>
          </ac:spMkLst>
        </pc:spChg>
        <pc:spChg chg="mod">
          <ac:chgData name="Cláudia Naumann" userId="S::naumann_nce.ufrj.br#ext#@cisco.onmicrosoft.com::2c14c15b-0266-4182-83e5-84c7c06e2959" providerId="AD" clId="Web-{BA33E7A1-0A78-2CAD-6251-0372742FCB75}" dt="2022-10-16T21:53:53.231" v="1003" actId="20577"/>
          <ac:spMkLst>
            <pc:docMk/>
            <pc:sldMk cId="0" sldId="282"/>
            <ac:spMk id="5" creationId="{00000000-0000-0000-0000-000000000000}"/>
          </ac:spMkLst>
        </pc:spChg>
        <pc:picChg chg="add del mod">
          <ac:chgData name="Cláudia Naumann" userId="S::naumann_nce.ufrj.br#ext#@cisco.onmicrosoft.com::2c14c15b-0266-4182-83e5-84c7c06e2959" providerId="AD" clId="Web-{BA33E7A1-0A78-2CAD-6251-0372742FCB75}" dt="2022-10-16T21:51:02.631" v="986"/>
          <ac:picMkLst>
            <pc:docMk/>
            <pc:sldMk cId="0" sldId="282"/>
            <ac:picMk id="4" creationId="{DEF2BAAB-A0C5-49A8-5797-F1CE0831281D}"/>
          </ac:picMkLst>
        </pc:picChg>
        <pc:picChg chg="add mod">
          <ac:chgData name="Cláudia Naumann" userId="S::naumann_nce.ufrj.br#ext#@cisco.onmicrosoft.com::2c14c15b-0266-4182-83e5-84c7c06e2959" providerId="AD" clId="Web-{BA33E7A1-0A78-2CAD-6251-0372742FCB75}" dt="2022-10-16T21:53:56.606" v="1004" actId="14100"/>
          <ac:picMkLst>
            <pc:docMk/>
            <pc:sldMk cId="0" sldId="282"/>
            <ac:picMk id="6" creationId="{0DF0136A-728E-0551-214D-CDF6CFDED3CB}"/>
          </ac:picMkLst>
        </pc:picChg>
      </pc:sldChg>
      <pc:sldChg chg="addSp modSp">
        <pc:chgData name="Cláudia Naumann" userId="S::naumann_nce.ufrj.br#ext#@cisco.onmicrosoft.com::2c14c15b-0266-4182-83e5-84c7c06e2959" providerId="AD" clId="Web-{BA33E7A1-0A78-2CAD-6251-0372742FCB75}" dt="2022-10-16T22:05:12.567" v="1116" actId="20577"/>
        <pc:sldMkLst>
          <pc:docMk/>
          <pc:sldMk cId="0" sldId="283"/>
        </pc:sldMkLst>
        <pc:spChg chg="mod">
          <ac:chgData name="Cláudia Naumann" userId="S::naumann_nce.ufrj.br#ext#@cisco.onmicrosoft.com::2c14c15b-0266-4182-83e5-84c7c06e2959" providerId="AD" clId="Web-{BA33E7A1-0A78-2CAD-6251-0372742FCB75}" dt="2022-10-16T21:57:53.943" v="1022" actId="14100"/>
          <ac:spMkLst>
            <pc:docMk/>
            <pc:sldMk cId="0" sldId="283"/>
            <ac:spMk id="3" creationId="{00000000-0000-0000-0000-000000000000}"/>
          </ac:spMkLst>
        </pc:spChg>
        <pc:spChg chg="mod">
          <ac:chgData name="Cláudia Naumann" userId="S::naumann_nce.ufrj.br#ext#@cisco.onmicrosoft.com::2c14c15b-0266-4182-83e5-84c7c06e2959" providerId="AD" clId="Web-{BA33E7A1-0A78-2CAD-6251-0372742FCB75}" dt="2022-10-16T22:05:12.567" v="1116" actId="20577"/>
          <ac:spMkLst>
            <pc:docMk/>
            <pc:sldMk cId="0" sldId="283"/>
            <ac:spMk id="5" creationId="{00000000-0000-0000-0000-000000000000}"/>
          </ac:spMkLst>
        </pc:spChg>
        <pc:picChg chg="add mod">
          <ac:chgData name="Cláudia Naumann" userId="S::naumann_nce.ufrj.br#ext#@cisco.onmicrosoft.com::2c14c15b-0266-4182-83e5-84c7c06e2959" providerId="AD" clId="Web-{BA33E7A1-0A78-2CAD-6251-0372742FCB75}" dt="2022-10-16T22:03:54.268" v="1096" actId="1076"/>
          <ac:picMkLst>
            <pc:docMk/>
            <pc:sldMk cId="0" sldId="283"/>
            <ac:picMk id="4" creationId="{D1D1D1E2-50FC-5998-AEAD-5C03E154A036}"/>
          </ac:picMkLst>
        </pc:picChg>
      </pc:sldChg>
      <pc:sldChg chg="addSp modSp">
        <pc:chgData name="Cláudia Naumann" userId="S::naumann_nce.ufrj.br#ext#@cisco.onmicrosoft.com::2c14c15b-0266-4182-83e5-84c7c06e2959" providerId="AD" clId="Web-{BA33E7A1-0A78-2CAD-6251-0372742FCB75}" dt="2022-10-16T22:07:21.025" v="1159"/>
        <pc:sldMkLst>
          <pc:docMk/>
          <pc:sldMk cId="0" sldId="284"/>
        </pc:sldMkLst>
        <pc:spChg chg="mod">
          <ac:chgData name="Cláudia Naumann" userId="S::naumann_nce.ufrj.br#ext#@cisco.onmicrosoft.com::2c14c15b-0266-4182-83e5-84c7c06e2959" providerId="AD" clId="Web-{BA33E7A1-0A78-2CAD-6251-0372742FCB75}" dt="2022-10-16T22:05:46.287" v="1117" actId="14100"/>
          <ac:spMkLst>
            <pc:docMk/>
            <pc:sldMk cId="0" sldId="284"/>
            <ac:spMk id="3" creationId="{00000000-0000-0000-0000-000000000000}"/>
          </ac:spMkLst>
        </pc:spChg>
        <pc:spChg chg="add mod">
          <ac:chgData name="Cláudia Naumann" userId="S::naumann_nce.ufrj.br#ext#@cisco.onmicrosoft.com::2c14c15b-0266-4182-83e5-84c7c06e2959" providerId="AD" clId="Web-{BA33E7A1-0A78-2CAD-6251-0372742FCB75}" dt="2022-10-16T22:07:12.634" v="1155" actId="20577"/>
          <ac:spMkLst>
            <pc:docMk/>
            <pc:sldMk cId="0" sldId="284"/>
            <ac:spMk id="4" creationId="{FEF06D0F-3F6A-15CC-D577-7665B7010868}"/>
          </ac:spMkLst>
        </pc:spChg>
        <pc:graphicFrameChg chg="mod modGraphic">
          <ac:chgData name="Cláudia Naumann" userId="S::naumann_nce.ufrj.br#ext#@cisco.onmicrosoft.com::2c14c15b-0266-4182-83e5-84c7c06e2959" providerId="AD" clId="Web-{BA33E7A1-0A78-2CAD-6251-0372742FCB75}" dt="2022-10-16T22:07:21.025" v="1159"/>
          <ac:graphicFrameMkLst>
            <pc:docMk/>
            <pc:sldMk cId="0" sldId="284"/>
            <ac:graphicFrameMk id="30" creationId="{00000000-0000-0000-0000-000000000000}"/>
          </ac:graphicFrameMkLst>
        </pc:graphicFrameChg>
      </pc:sldChg>
      <pc:sldChg chg="addSp modSp">
        <pc:chgData name="Cláudia Naumann" userId="S::naumann_nce.ufrj.br#ext#@cisco.onmicrosoft.com::2c14c15b-0266-4182-83e5-84c7c06e2959" providerId="AD" clId="Web-{BA33E7A1-0A78-2CAD-6251-0372742FCB75}" dt="2022-10-16T22:56:03.095" v="1415" actId="14100"/>
        <pc:sldMkLst>
          <pc:docMk/>
          <pc:sldMk cId="0" sldId="285"/>
        </pc:sldMkLst>
        <pc:spChg chg="mod">
          <ac:chgData name="Cláudia Naumann" userId="S::naumann_nce.ufrj.br#ext#@cisco.onmicrosoft.com::2c14c15b-0266-4182-83e5-84c7c06e2959" providerId="AD" clId="Web-{BA33E7A1-0A78-2CAD-6251-0372742FCB75}" dt="2022-10-16T22:28:20.997" v="1160" actId="14100"/>
          <ac:spMkLst>
            <pc:docMk/>
            <pc:sldMk cId="0" sldId="285"/>
            <ac:spMk id="3" creationId="{00000000-0000-0000-0000-000000000000}"/>
          </ac:spMkLst>
        </pc:spChg>
        <pc:spChg chg="mod">
          <ac:chgData name="Cláudia Naumann" userId="S::naumann_nce.ufrj.br#ext#@cisco.onmicrosoft.com::2c14c15b-0266-4182-83e5-84c7c06e2959" providerId="AD" clId="Web-{BA33E7A1-0A78-2CAD-6251-0372742FCB75}" dt="2022-10-16T22:56:03.095" v="1415" actId="14100"/>
          <ac:spMkLst>
            <pc:docMk/>
            <pc:sldMk cId="0" sldId="285"/>
            <ac:spMk id="5" creationId="{00000000-0000-0000-0000-000000000000}"/>
          </ac:spMkLst>
        </pc:spChg>
        <pc:picChg chg="add mod">
          <ac:chgData name="Cláudia Naumann" userId="S::naumann_nce.ufrj.br#ext#@cisco.onmicrosoft.com::2c14c15b-0266-4182-83e5-84c7c06e2959" providerId="AD" clId="Web-{BA33E7A1-0A78-2CAD-6251-0372742FCB75}" dt="2022-10-16T22:55:53.157" v="1413" actId="1076"/>
          <ac:picMkLst>
            <pc:docMk/>
            <pc:sldMk cId="0" sldId="285"/>
            <ac:picMk id="4" creationId="{E141556D-81B0-C131-48E3-53FA4319EF15}"/>
          </ac:picMkLst>
        </pc:picChg>
      </pc:sldChg>
      <pc:sldChg chg="addSp modSp">
        <pc:chgData name="Cláudia Naumann" userId="S::naumann_nce.ufrj.br#ext#@cisco.onmicrosoft.com::2c14c15b-0266-4182-83e5-84c7c06e2959" providerId="AD" clId="Web-{BA33E7A1-0A78-2CAD-6251-0372742FCB75}" dt="2022-10-16T23:05:23.107" v="1540" actId="20577"/>
        <pc:sldMkLst>
          <pc:docMk/>
          <pc:sldMk cId="0" sldId="286"/>
        </pc:sldMkLst>
        <pc:spChg chg="mod">
          <ac:chgData name="Cláudia Naumann" userId="S::naumann_nce.ufrj.br#ext#@cisco.onmicrosoft.com::2c14c15b-0266-4182-83e5-84c7c06e2959" providerId="AD" clId="Web-{BA33E7A1-0A78-2CAD-6251-0372742FCB75}" dt="2022-10-16T22:33:46.644" v="1238" actId="14100"/>
          <ac:spMkLst>
            <pc:docMk/>
            <pc:sldMk cId="0" sldId="286"/>
            <ac:spMk id="3" creationId="{00000000-0000-0000-0000-000000000000}"/>
          </ac:spMkLst>
        </pc:spChg>
        <pc:spChg chg="mod">
          <ac:chgData name="Cláudia Naumann" userId="S::naumann_nce.ufrj.br#ext#@cisco.onmicrosoft.com::2c14c15b-0266-4182-83e5-84c7c06e2959" providerId="AD" clId="Web-{BA33E7A1-0A78-2CAD-6251-0372742FCB75}" dt="2022-10-16T23:05:23.107" v="1540" actId="20577"/>
          <ac:spMkLst>
            <pc:docMk/>
            <pc:sldMk cId="0" sldId="286"/>
            <ac:spMk id="5" creationId="{00000000-0000-0000-0000-000000000000}"/>
          </ac:spMkLst>
        </pc:spChg>
        <pc:picChg chg="add mod">
          <ac:chgData name="Cláudia Naumann" userId="S::naumann_nce.ufrj.br#ext#@cisco.onmicrosoft.com::2c14c15b-0266-4182-83e5-84c7c06e2959" providerId="AD" clId="Web-{BA33E7A1-0A78-2CAD-6251-0372742FCB75}" dt="2022-10-16T22:51:31.214" v="1391" actId="1076"/>
          <ac:picMkLst>
            <pc:docMk/>
            <pc:sldMk cId="0" sldId="286"/>
            <ac:picMk id="4" creationId="{D23A18A8-F9BA-3D82-5908-ADC31A9C8E2B}"/>
          </ac:picMkLst>
        </pc:picChg>
      </pc:sldChg>
      <pc:sldChg chg="addSp modSp">
        <pc:chgData name="Cláudia Naumann" userId="S::naumann_nce.ufrj.br#ext#@cisco.onmicrosoft.com::2c14c15b-0266-4182-83e5-84c7c06e2959" providerId="AD" clId="Web-{BA33E7A1-0A78-2CAD-6251-0372742FCB75}" dt="2022-10-16T23:10:04.676" v="1617" actId="20577"/>
        <pc:sldMkLst>
          <pc:docMk/>
          <pc:sldMk cId="0" sldId="287"/>
        </pc:sldMkLst>
        <pc:spChg chg="mod">
          <ac:chgData name="Cláudia Naumann" userId="S::naumann_nce.ufrj.br#ext#@cisco.onmicrosoft.com::2c14c15b-0266-4182-83e5-84c7c06e2959" providerId="AD" clId="Web-{BA33E7A1-0A78-2CAD-6251-0372742FCB75}" dt="2022-10-16T22:54:20.530" v="1400" actId="14100"/>
          <ac:spMkLst>
            <pc:docMk/>
            <pc:sldMk cId="0" sldId="287"/>
            <ac:spMk id="3" creationId="{00000000-0000-0000-0000-000000000000}"/>
          </ac:spMkLst>
        </pc:spChg>
        <pc:spChg chg="mod">
          <ac:chgData name="Cláudia Naumann" userId="S::naumann_nce.ufrj.br#ext#@cisco.onmicrosoft.com::2c14c15b-0266-4182-83e5-84c7c06e2959" providerId="AD" clId="Web-{BA33E7A1-0A78-2CAD-6251-0372742FCB75}" dt="2022-10-16T23:10:04.676" v="1617" actId="20577"/>
          <ac:spMkLst>
            <pc:docMk/>
            <pc:sldMk cId="0" sldId="287"/>
            <ac:spMk id="5" creationId="{00000000-0000-0000-0000-000000000000}"/>
          </ac:spMkLst>
        </pc:spChg>
        <pc:picChg chg="add mod">
          <ac:chgData name="Cláudia Naumann" userId="S::naumann_nce.ufrj.br#ext#@cisco.onmicrosoft.com::2c14c15b-0266-4182-83e5-84c7c06e2959" providerId="AD" clId="Web-{BA33E7A1-0A78-2CAD-6251-0372742FCB75}" dt="2022-10-16T22:54:55.609" v="1408" actId="1076"/>
          <ac:picMkLst>
            <pc:docMk/>
            <pc:sldMk cId="0" sldId="287"/>
            <ac:picMk id="4" creationId="{2FF5D471-4757-BAD0-CA99-3657965261BC}"/>
          </ac:picMkLst>
        </pc:picChg>
      </pc:sldChg>
      <pc:sldChg chg="modSp modNotes">
        <pc:chgData name="Cláudia Naumann" userId="S::naumann_nce.ufrj.br#ext#@cisco.onmicrosoft.com::2c14c15b-0266-4182-83e5-84c7c06e2959" providerId="AD" clId="Web-{BA33E7A1-0A78-2CAD-6251-0372742FCB75}" dt="2022-10-16T23:12:58.274" v="1635"/>
        <pc:sldMkLst>
          <pc:docMk/>
          <pc:sldMk cId="0" sldId="288"/>
        </pc:sldMkLst>
        <pc:spChg chg="mod">
          <ac:chgData name="Cláudia Naumann" userId="S::naumann_nce.ufrj.br#ext#@cisco.onmicrosoft.com::2c14c15b-0266-4182-83e5-84c7c06e2959" providerId="AD" clId="Web-{BA33E7A1-0A78-2CAD-6251-0372742FCB75}" dt="2022-10-16T23:10:24.583" v="1620" actId="14100"/>
          <ac:spMkLst>
            <pc:docMk/>
            <pc:sldMk cId="0" sldId="288"/>
            <ac:spMk id="3" creationId="{00000000-0000-0000-0000-000000000000}"/>
          </ac:spMkLst>
        </pc:spChg>
        <pc:spChg chg="mod">
          <ac:chgData name="Cláudia Naumann" userId="S::naumann_nce.ufrj.br#ext#@cisco.onmicrosoft.com::2c14c15b-0266-4182-83e5-84c7c06e2959" providerId="AD" clId="Web-{BA33E7A1-0A78-2CAD-6251-0372742FCB75}" dt="2022-10-16T23:12:31.601" v="1632" actId="20577"/>
          <ac:spMkLst>
            <pc:docMk/>
            <pc:sldMk cId="0" sldId="288"/>
            <ac:spMk id="5" creationId="{00000000-0000-0000-0000-000000000000}"/>
          </ac:spMkLst>
        </pc:spChg>
      </pc:sldChg>
      <pc:sldChg chg="del">
        <pc:chgData name="Cláudia Naumann" userId="S::naumann_nce.ufrj.br#ext#@cisco.onmicrosoft.com::2c14c15b-0266-4182-83e5-84c7c06e2959" providerId="AD" clId="Web-{BA33E7A1-0A78-2CAD-6251-0372742FCB75}" dt="2022-10-16T23:13:00.102" v="1636"/>
        <pc:sldMkLst>
          <pc:docMk/>
          <pc:sldMk cId="0" sldId="289"/>
        </pc:sldMkLst>
      </pc:sldChg>
      <pc:sldChg chg="modSp">
        <pc:chgData name="Cláudia Naumann" userId="S::naumann_nce.ufrj.br#ext#@cisco.onmicrosoft.com::2c14c15b-0266-4182-83e5-84c7c06e2959" providerId="AD" clId="Web-{BA33E7A1-0A78-2CAD-6251-0372742FCB75}" dt="2022-10-16T23:23:09.084" v="1747" actId="20577"/>
        <pc:sldMkLst>
          <pc:docMk/>
          <pc:sldMk cId="0" sldId="290"/>
        </pc:sldMkLst>
        <pc:spChg chg="mod">
          <ac:chgData name="Cláudia Naumann" userId="S::naumann_nce.ufrj.br#ext#@cisco.onmicrosoft.com::2c14c15b-0266-4182-83e5-84c7c06e2959" providerId="AD" clId="Web-{BA33E7A1-0A78-2CAD-6251-0372742FCB75}" dt="2022-10-16T23:17:41.358" v="1685" actId="14100"/>
          <ac:spMkLst>
            <pc:docMk/>
            <pc:sldMk cId="0" sldId="290"/>
            <ac:spMk id="3" creationId="{00000000-0000-0000-0000-000000000000}"/>
          </ac:spMkLst>
        </pc:spChg>
        <pc:spChg chg="mod">
          <ac:chgData name="Cláudia Naumann" userId="S::naumann_nce.ufrj.br#ext#@cisco.onmicrosoft.com::2c14c15b-0266-4182-83e5-84c7c06e2959" providerId="AD" clId="Web-{BA33E7A1-0A78-2CAD-6251-0372742FCB75}" dt="2022-10-16T23:23:09.084" v="1747" actId="20577"/>
          <ac:spMkLst>
            <pc:docMk/>
            <pc:sldMk cId="0" sldId="290"/>
            <ac:spMk id="5" creationId="{00000000-0000-0000-0000-000000000000}"/>
          </ac:spMkLst>
        </pc:spChg>
      </pc:sldChg>
      <pc:sldChg chg="modSp">
        <pc:chgData name="Cláudia Naumann" userId="S::naumann_nce.ufrj.br#ext#@cisco.onmicrosoft.com::2c14c15b-0266-4182-83e5-84c7c06e2959" providerId="AD" clId="Web-{BA33E7A1-0A78-2CAD-6251-0372742FCB75}" dt="2022-10-16T23:30:04.349" v="1759" actId="20577"/>
        <pc:sldMkLst>
          <pc:docMk/>
          <pc:sldMk cId="0" sldId="291"/>
        </pc:sldMkLst>
        <pc:spChg chg="mod">
          <ac:chgData name="Cláudia Naumann" userId="S::naumann_nce.ufrj.br#ext#@cisco.onmicrosoft.com::2c14c15b-0266-4182-83e5-84c7c06e2959" providerId="AD" clId="Web-{BA33E7A1-0A78-2CAD-6251-0372742FCB75}" dt="2022-10-16T23:18:03.233" v="1690" actId="14100"/>
          <ac:spMkLst>
            <pc:docMk/>
            <pc:sldMk cId="0" sldId="291"/>
            <ac:spMk id="3" creationId="{00000000-0000-0000-0000-000000000000}"/>
          </ac:spMkLst>
        </pc:spChg>
        <pc:spChg chg="mod">
          <ac:chgData name="Cláudia Naumann" userId="S::naumann_nce.ufrj.br#ext#@cisco.onmicrosoft.com::2c14c15b-0266-4182-83e5-84c7c06e2959" providerId="AD" clId="Web-{BA33E7A1-0A78-2CAD-6251-0372742FCB75}" dt="2022-10-16T23:30:04.349" v="1759" actId="20577"/>
          <ac:spMkLst>
            <pc:docMk/>
            <pc:sldMk cId="0" sldId="291"/>
            <ac:spMk id="5" creationId="{00000000-0000-0000-0000-000000000000}"/>
          </ac:spMkLst>
        </pc:spChg>
      </pc:sldChg>
      <pc:sldChg chg="modSp modNotes">
        <pc:chgData name="Cláudia Naumann" userId="S::naumann_nce.ufrj.br#ext#@cisco.onmicrosoft.com::2c14c15b-0266-4182-83e5-84c7c06e2959" providerId="AD" clId="Web-{BA33E7A1-0A78-2CAD-6251-0372742FCB75}" dt="2022-10-16T23:34:03.698" v="1812"/>
        <pc:sldMkLst>
          <pc:docMk/>
          <pc:sldMk cId="0" sldId="292"/>
        </pc:sldMkLst>
        <pc:spChg chg="mod">
          <ac:chgData name="Cláudia Naumann" userId="S::naumann_nce.ufrj.br#ext#@cisco.onmicrosoft.com::2c14c15b-0266-4182-83e5-84c7c06e2959" providerId="AD" clId="Web-{BA33E7A1-0A78-2CAD-6251-0372742FCB75}" dt="2022-10-16T23:33:36.744" v="1796" actId="20577"/>
          <ac:spMkLst>
            <pc:docMk/>
            <pc:sldMk cId="0" sldId="292"/>
            <ac:spMk id="2" creationId="{00000000-0000-0000-0000-000000000000}"/>
          </ac:spMkLst>
        </pc:spChg>
      </pc:sldChg>
      <pc:sldChg chg="addSp delSp modSp modNotes">
        <pc:chgData name="Cláudia Naumann" userId="S::naumann_nce.ufrj.br#ext#@cisco.onmicrosoft.com::2c14c15b-0266-4182-83e5-84c7c06e2959" providerId="AD" clId="Web-{BA33E7A1-0A78-2CAD-6251-0372742FCB75}" dt="2022-10-16T23:38:22.907" v="1876" actId="20577"/>
        <pc:sldMkLst>
          <pc:docMk/>
          <pc:sldMk cId="0" sldId="293"/>
        </pc:sldMkLst>
        <pc:spChg chg="mod">
          <ac:chgData name="Cláudia Naumann" userId="S::naumann_nce.ufrj.br#ext#@cisco.onmicrosoft.com::2c14c15b-0266-4182-83e5-84c7c06e2959" providerId="AD" clId="Web-{BA33E7A1-0A78-2CAD-6251-0372742FCB75}" dt="2022-10-16T23:36:57.733" v="1872" actId="20577"/>
          <ac:spMkLst>
            <pc:docMk/>
            <pc:sldMk cId="0" sldId="293"/>
            <ac:spMk id="2" creationId="{00000000-0000-0000-0000-000000000000}"/>
          </ac:spMkLst>
        </pc:spChg>
        <pc:spChg chg="del mod">
          <ac:chgData name="Cláudia Naumann" userId="S::naumann_nce.ufrj.br#ext#@cisco.onmicrosoft.com::2c14c15b-0266-4182-83e5-84c7c06e2959" providerId="AD" clId="Web-{BA33E7A1-0A78-2CAD-6251-0372742FCB75}" dt="2022-10-16T23:35:20.684" v="1837"/>
          <ac:spMkLst>
            <pc:docMk/>
            <pc:sldMk cId="0" sldId="293"/>
            <ac:spMk id="3" creationId="{00000000-0000-0000-0000-000000000000}"/>
          </ac:spMkLst>
        </pc:spChg>
        <pc:spChg chg="add mod">
          <ac:chgData name="Cláudia Naumann" userId="S::naumann_nce.ufrj.br#ext#@cisco.onmicrosoft.com::2c14c15b-0266-4182-83e5-84c7c06e2959" providerId="AD" clId="Web-{BA33E7A1-0A78-2CAD-6251-0372742FCB75}" dt="2022-10-16T23:36:25.420" v="1871" actId="20577"/>
          <ac:spMkLst>
            <pc:docMk/>
            <pc:sldMk cId="0" sldId="293"/>
            <ac:spMk id="4" creationId="{E57D004C-7DD7-503B-9FD0-1660B30ABEF5}"/>
          </ac:spMkLst>
        </pc:spChg>
        <pc:spChg chg="mod">
          <ac:chgData name="Cláudia Naumann" userId="S::naumann_nce.ufrj.br#ext#@cisco.onmicrosoft.com::2c14c15b-0266-4182-83e5-84c7c06e2959" providerId="AD" clId="Web-{BA33E7A1-0A78-2CAD-6251-0372742FCB75}" dt="2022-10-16T23:17:32.951" v="1684" actId="20577"/>
          <ac:spMkLst>
            <pc:docMk/>
            <pc:sldMk cId="0" sldId="293"/>
            <ac:spMk id="5" creationId="{00000000-0000-0000-0000-000000000000}"/>
          </ac:spMkLst>
        </pc:spChg>
        <pc:spChg chg="add mod">
          <ac:chgData name="Cláudia Naumann" userId="S::naumann_nce.ufrj.br#ext#@cisco.onmicrosoft.com::2c14c15b-0266-4182-83e5-84c7c06e2959" providerId="AD" clId="Web-{BA33E7A1-0A78-2CAD-6251-0372742FCB75}" dt="2022-10-16T23:38:22.907" v="1876" actId="20577"/>
          <ac:spMkLst>
            <pc:docMk/>
            <pc:sldMk cId="0" sldId="293"/>
            <ac:spMk id="7" creationId="{002510E6-9B1E-3CC7-2134-38A30A3898E6}"/>
          </ac:spMkLst>
        </pc:spChg>
      </pc:sldChg>
      <pc:sldChg chg="modSp modNotes">
        <pc:chgData name="Cláudia Naumann" userId="S::naumann_nce.ufrj.br#ext#@cisco.onmicrosoft.com::2c14c15b-0266-4182-83e5-84c7c06e2959" providerId="AD" clId="Web-{BA33E7A1-0A78-2CAD-6251-0372742FCB75}" dt="2022-10-16T23:39:45.690" v="1920" actId="20577"/>
        <pc:sldMkLst>
          <pc:docMk/>
          <pc:sldMk cId="0" sldId="294"/>
        </pc:sldMkLst>
        <pc:spChg chg="mod">
          <ac:chgData name="Cláudia Naumann" userId="S::naumann_nce.ufrj.br#ext#@cisco.onmicrosoft.com::2c14c15b-0266-4182-83e5-84c7c06e2959" providerId="AD" clId="Web-{BA33E7A1-0A78-2CAD-6251-0372742FCB75}" dt="2022-10-16T23:38:48.829" v="1877" actId="20577"/>
          <ac:spMkLst>
            <pc:docMk/>
            <pc:sldMk cId="0" sldId="294"/>
            <ac:spMk id="2" creationId="{00000000-0000-0000-0000-000000000000}"/>
          </ac:spMkLst>
        </pc:spChg>
        <pc:spChg chg="mod">
          <ac:chgData name="Cláudia Naumann" userId="S::naumann_nce.ufrj.br#ext#@cisco.onmicrosoft.com::2c14c15b-0266-4182-83e5-84c7c06e2959" providerId="AD" clId="Web-{BA33E7A1-0A78-2CAD-6251-0372742FCB75}" dt="2022-10-16T23:39:45.690" v="1920" actId="20577"/>
          <ac:spMkLst>
            <pc:docMk/>
            <pc:sldMk cId="0" sldId="294"/>
            <ac:spMk id="3" creationId="{00000000-0000-0000-0000-000000000000}"/>
          </ac:spMkLst>
        </pc:spChg>
      </pc:sldChg>
      <pc:sldChg chg="delSp modSp add">
        <pc:chgData name="Cláudia Naumann" userId="S::naumann_nce.ufrj.br#ext#@cisco.onmicrosoft.com::2c14c15b-0266-4182-83e5-84c7c06e2959" providerId="AD" clId="Web-{BA33E7A1-0A78-2CAD-6251-0372742FCB75}" dt="2022-10-16T20:48:32.109" v="491" actId="20577"/>
        <pc:sldMkLst>
          <pc:docMk/>
          <pc:sldMk cId="2901809984" sldId="1076"/>
        </pc:sldMkLst>
        <pc:spChg chg="mod">
          <ac:chgData name="Cláudia Naumann" userId="S::naumann_nce.ufrj.br#ext#@cisco.onmicrosoft.com::2c14c15b-0266-4182-83e5-84c7c06e2959" providerId="AD" clId="Web-{BA33E7A1-0A78-2CAD-6251-0372742FCB75}" dt="2022-10-16T20:48:32.109" v="491" actId="20577"/>
          <ac:spMkLst>
            <pc:docMk/>
            <pc:sldMk cId="2901809984" sldId="1076"/>
            <ac:spMk id="5" creationId="{00000000-0000-0000-0000-000000000000}"/>
          </ac:spMkLst>
        </pc:spChg>
        <pc:spChg chg="del mod">
          <ac:chgData name="Cláudia Naumann" userId="S::naumann_nce.ufrj.br#ext#@cisco.onmicrosoft.com::2c14c15b-0266-4182-83e5-84c7c06e2959" providerId="AD" clId="Web-{BA33E7A1-0A78-2CAD-6251-0372742FCB75}" dt="2022-10-16T20:47:14.981" v="388"/>
          <ac:spMkLst>
            <pc:docMk/>
            <pc:sldMk cId="2901809984" sldId="1076"/>
            <ac:spMk id="7" creationId="{655284AA-CA1E-0107-334A-AE5CFF9E3218}"/>
          </ac:spMkLst>
        </pc:spChg>
        <pc:picChg chg="del">
          <ac:chgData name="Cláudia Naumann" userId="S::naumann_nce.ufrj.br#ext#@cisco.onmicrosoft.com::2c14c15b-0266-4182-83e5-84c7c06e2959" providerId="AD" clId="Web-{BA33E7A1-0A78-2CAD-6251-0372742FCB75}" dt="2022-10-16T20:44:47.132" v="276"/>
          <ac:picMkLst>
            <pc:docMk/>
            <pc:sldMk cId="2901809984" sldId="1076"/>
            <ac:picMk id="4" creationId="{BDA1EC10-8F53-9AAE-7EAA-CB8A6824FAAE}"/>
          </ac:picMkLst>
        </pc:picChg>
      </pc:sldChg>
      <pc:sldChg chg="addSp delSp modSp add">
        <pc:chgData name="Cláudia Naumann" userId="S::naumann_nce.ufrj.br#ext#@cisco.onmicrosoft.com::2c14c15b-0266-4182-83e5-84c7c06e2959" providerId="AD" clId="Web-{BA33E7A1-0A78-2CAD-6251-0372742FCB75}" dt="2022-10-16T21:56:30.768" v="1021" actId="1076"/>
        <pc:sldMkLst>
          <pc:docMk/>
          <pc:sldMk cId="468257439" sldId="1077"/>
        </pc:sldMkLst>
        <pc:spChg chg="mod">
          <ac:chgData name="Cláudia Naumann" userId="S::naumann_nce.ufrj.br#ext#@cisco.onmicrosoft.com::2c14c15b-0266-4182-83e5-84c7c06e2959" providerId="AD" clId="Web-{BA33E7A1-0A78-2CAD-6251-0372742FCB75}" dt="2022-10-16T21:55:43.704" v="1017" actId="14100"/>
          <ac:spMkLst>
            <pc:docMk/>
            <pc:sldMk cId="468257439" sldId="1077"/>
            <ac:spMk id="5" creationId="{00000000-0000-0000-0000-000000000000}"/>
          </ac:spMkLst>
        </pc:spChg>
        <pc:picChg chg="add mod">
          <ac:chgData name="Cláudia Naumann" userId="S::naumann_nce.ufrj.br#ext#@cisco.onmicrosoft.com::2c14c15b-0266-4182-83e5-84c7c06e2959" providerId="AD" clId="Web-{BA33E7A1-0A78-2CAD-6251-0372742FCB75}" dt="2022-10-16T21:56:30.768" v="1021" actId="1076"/>
          <ac:picMkLst>
            <pc:docMk/>
            <pc:sldMk cId="468257439" sldId="1077"/>
            <ac:picMk id="4" creationId="{4A9F3F66-1659-BD88-3A5F-DB926B815B16}"/>
          </ac:picMkLst>
        </pc:picChg>
        <pc:picChg chg="del">
          <ac:chgData name="Cláudia Naumann" userId="S::naumann_nce.ufrj.br#ext#@cisco.onmicrosoft.com::2c14c15b-0266-4182-83e5-84c7c06e2959" providerId="AD" clId="Web-{BA33E7A1-0A78-2CAD-6251-0372742FCB75}" dt="2022-10-16T21:55:28.484" v="1014"/>
          <ac:picMkLst>
            <pc:docMk/>
            <pc:sldMk cId="468257439" sldId="1077"/>
            <ac:picMk id="6" creationId="{0DF0136A-728E-0551-214D-CDF6CFDED3CB}"/>
          </ac:picMkLst>
        </pc:picChg>
      </pc:sldChg>
    </pc:docChg>
  </pc:docChgLst>
  <pc:docChgLst>
    <pc:chgData name="Brie Nelson" userId="S::brie_elearningdoc.com#ext#@cisco.onmicrosoft.com::712abed6-64c6-4c4c-80f1-14676a42bb74" providerId="AD" clId="Web-{D7358F2A-C23D-7F1A-344C-6FC05144ECC8}"/>
    <pc:docChg chg="modSld">
      <pc:chgData name="Brie Nelson" userId="S::brie_elearningdoc.com#ext#@cisco.onmicrosoft.com::712abed6-64c6-4c4c-80f1-14676a42bb74" providerId="AD" clId="Web-{D7358F2A-C23D-7F1A-344C-6FC05144ECC8}" dt="2022-10-31T15:30:44.570" v="19" actId="1076"/>
      <pc:docMkLst>
        <pc:docMk/>
      </pc:docMkLst>
      <pc:sldChg chg="modSp">
        <pc:chgData name="Brie Nelson" userId="S::brie_elearningdoc.com#ext#@cisco.onmicrosoft.com::712abed6-64c6-4c4c-80f1-14676a42bb74" providerId="AD" clId="Web-{D7358F2A-C23D-7F1A-344C-6FC05144ECC8}" dt="2022-10-31T15:02:23.860" v="5" actId="20577"/>
        <pc:sldMkLst>
          <pc:docMk/>
          <pc:sldMk cId="0" sldId="257"/>
        </pc:sldMkLst>
        <pc:spChg chg="mod">
          <ac:chgData name="Brie Nelson" userId="S::brie_elearningdoc.com#ext#@cisco.onmicrosoft.com::712abed6-64c6-4c4c-80f1-14676a42bb74" providerId="AD" clId="Web-{D7358F2A-C23D-7F1A-344C-6FC05144ECC8}" dt="2022-10-31T15:02:23.860" v="5" actId="20577"/>
          <ac:spMkLst>
            <pc:docMk/>
            <pc:sldMk cId="0" sldId="257"/>
            <ac:spMk id="3" creationId="{00000000-0000-0000-0000-000000000000}"/>
          </ac:spMkLst>
        </pc:spChg>
      </pc:sldChg>
      <pc:sldChg chg="modSp">
        <pc:chgData name="Brie Nelson" userId="S::brie_elearningdoc.com#ext#@cisco.onmicrosoft.com::712abed6-64c6-4c4c-80f1-14676a42bb74" providerId="AD" clId="Web-{D7358F2A-C23D-7F1A-344C-6FC05144ECC8}" dt="2022-10-31T15:11:33.034" v="6" actId="1076"/>
        <pc:sldMkLst>
          <pc:docMk/>
          <pc:sldMk cId="0" sldId="264"/>
        </pc:sldMkLst>
        <pc:spChg chg="mod">
          <ac:chgData name="Brie Nelson" userId="S::brie_elearningdoc.com#ext#@cisco.onmicrosoft.com::712abed6-64c6-4c4c-80f1-14676a42bb74" providerId="AD" clId="Web-{D7358F2A-C23D-7F1A-344C-6FC05144ECC8}" dt="2022-10-31T15:11:33.034" v="6" actId="1076"/>
          <ac:spMkLst>
            <pc:docMk/>
            <pc:sldMk cId="0" sldId="264"/>
            <ac:spMk id="5" creationId="{00000000-0000-0000-0000-000000000000}"/>
          </ac:spMkLst>
        </pc:spChg>
      </pc:sldChg>
      <pc:sldChg chg="modSp">
        <pc:chgData name="Brie Nelson" userId="S::brie_elearningdoc.com#ext#@cisco.onmicrosoft.com::712abed6-64c6-4c4c-80f1-14676a42bb74" providerId="AD" clId="Web-{D7358F2A-C23D-7F1A-344C-6FC05144ECC8}" dt="2022-10-31T15:15:06.931" v="7" actId="1076"/>
        <pc:sldMkLst>
          <pc:docMk/>
          <pc:sldMk cId="0" sldId="266"/>
        </pc:sldMkLst>
        <pc:spChg chg="mod">
          <ac:chgData name="Brie Nelson" userId="S::brie_elearningdoc.com#ext#@cisco.onmicrosoft.com::712abed6-64c6-4c4c-80f1-14676a42bb74" providerId="AD" clId="Web-{D7358F2A-C23D-7F1A-344C-6FC05144ECC8}" dt="2022-10-31T15:15:06.931" v="7" actId="1076"/>
          <ac:spMkLst>
            <pc:docMk/>
            <pc:sldMk cId="0" sldId="266"/>
            <ac:spMk id="5" creationId="{00000000-0000-0000-0000-000000000000}"/>
          </ac:spMkLst>
        </pc:spChg>
      </pc:sldChg>
      <pc:sldChg chg="modSp">
        <pc:chgData name="Brie Nelson" userId="S::brie_elearningdoc.com#ext#@cisco.onmicrosoft.com::712abed6-64c6-4c4c-80f1-14676a42bb74" providerId="AD" clId="Web-{D7358F2A-C23D-7F1A-344C-6FC05144ECC8}" dt="2022-10-31T15:15:28.369" v="8" actId="1076"/>
        <pc:sldMkLst>
          <pc:docMk/>
          <pc:sldMk cId="0" sldId="267"/>
        </pc:sldMkLst>
        <pc:spChg chg="mod">
          <ac:chgData name="Brie Nelson" userId="S::brie_elearningdoc.com#ext#@cisco.onmicrosoft.com::712abed6-64c6-4c4c-80f1-14676a42bb74" providerId="AD" clId="Web-{D7358F2A-C23D-7F1A-344C-6FC05144ECC8}" dt="2022-10-31T15:15:28.369" v="8" actId="1076"/>
          <ac:spMkLst>
            <pc:docMk/>
            <pc:sldMk cId="0" sldId="267"/>
            <ac:spMk id="5" creationId="{00000000-0000-0000-0000-000000000000}"/>
          </ac:spMkLst>
        </pc:spChg>
      </pc:sldChg>
      <pc:sldChg chg="modSp">
        <pc:chgData name="Brie Nelson" userId="S::brie_elearningdoc.com#ext#@cisco.onmicrosoft.com::712abed6-64c6-4c4c-80f1-14676a42bb74" providerId="AD" clId="Web-{D7358F2A-C23D-7F1A-344C-6FC05144ECC8}" dt="2022-10-31T15:22:29.273" v="11" actId="1076"/>
        <pc:sldMkLst>
          <pc:docMk/>
          <pc:sldMk cId="0" sldId="268"/>
        </pc:sldMkLst>
        <pc:spChg chg="mod">
          <ac:chgData name="Brie Nelson" userId="S::brie_elearningdoc.com#ext#@cisco.onmicrosoft.com::712abed6-64c6-4c4c-80f1-14676a42bb74" providerId="AD" clId="Web-{D7358F2A-C23D-7F1A-344C-6FC05144ECC8}" dt="2022-10-31T15:22:29.273" v="11" actId="1076"/>
          <ac:spMkLst>
            <pc:docMk/>
            <pc:sldMk cId="0" sldId="268"/>
            <ac:spMk id="5" creationId="{00000000-0000-0000-0000-000000000000}"/>
          </ac:spMkLst>
        </pc:spChg>
        <pc:spChg chg="mod">
          <ac:chgData name="Brie Nelson" userId="S::brie_elearningdoc.com#ext#@cisco.onmicrosoft.com::712abed6-64c6-4c4c-80f1-14676a42bb74" providerId="AD" clId="Web-{D7358F2A-C23D-7F1A-344C-6FC05144ECC8}" dt="2022-10-31T15:22:24.523" v="10" actId="1076"/>
          <ac:spMkLst>
            <pc:docMk/>
            <pc:sldMk cId="0" sldId="268"/>
            <ac:spMk id="7" creationId="{655284AA-CA1E-0107-334A-AE5CFF9E3218}"/>
          </ac:spMkLst>
        </pc:spChg>
        <pc:picChg chg="mod">
          <ac:chgData name="Brie Nelson" userId="S::brie_elearningdoc.com#ext#@cisco.onmicrosoft.com::712abed6-64c6-4c4c-80f1-14676a42bb74" providerId="AD" clId="Web-{D7358F2A-C23D-7F1A-344C-6FC05144ECC8}" dt="2022-10-31T15:22:18.038" v="9" actId="1076"/>
          <ac:picMkLst>
            <pc:docMk/>
            <pc:sldMk cId="0" sldId="268"/>
            <ac:picMk id="4" creationId="{BDA1EC10-8F53-9AAE-7EAA-CB8A6824FAAE}"/>
          </ac:picMkLst>
        </pc:picChg>
      </pc:sldChg>
      <pc:sldChg chg="modSp">
        <pc:chgData name="Brie Nelson" userId="S::brie_elearningdoc.com#ext#@cisco.onmicrosoft.com::712abed6-64c6-4c4c-80f1-14676a42bb74" providerId="AD" clId="Web-{D7358F2A-C23D-7F1A-344C-6FC05144ECC8}" dt="2022-10-31T15:30:44.570" v="19" actId="1076"/>
        <pc:sldMkLst>
          <pc:docMk/>
          <pc:sldMk cId="0" sldId="269"/>
        </pc:sldMkLst>
        <pc:spChg chg="mod">
          <ac:chgData name="Brie Nelson" userId="S::brie_elearningdoc.com#ext#@cisco.onmicrosoft.com::712abed6-64c6-4c4c-80f1-14676a42bb74" providerId="AD" clId="Web-{D7358F2A-C23D-7F1A-344C-6FC05144ECC8}" dt="2022-10-31T15:25:55.529" v="14" actId="1076"/>
          <ac:spMkLst>
            <pc:docMk/>
            <pc:sldMk cId="0" sldId="269"/>
            <ac:spMk id="4" creationId="{18F88595-2199-C01B-0BA9-3B2BF78C6316}"/>
          </ac:spMkLst>
        </pc:spChg>
        <pc:spChg chg="mod">
          <ac:chgData name="Brie Nelson" userId="S::brie_elearningdoc.com#ext#@cisco.onmicrosoft.com::712abed6-64c6-4c4c-80f1-14676a42bb74" providerId="AD" clId="Web-{D7358F2A-C23D-7F1A-344C-6FC05144ECC8}" dt="2022-10-31T15:25:49.420" v="13" actId="1076"/>
          <ac:spMkLst>
            <pc:docMk/>
            <pc:sldMk cId="0" sldId="269"/>
            <ac:spMk id="5" creationId="{00000000-0000-0000-0000-000000000000}"/>
          </ac:spMkLst>
        </pc:spChg>
        <pc:spChg chg="mod">
          <ac:chgData name="Brie Nelson" userId="S::brie_elearningdoc.com#ext#@cisco.onmicrosoft.com::712abed6-64c6-4c4c-80f1-14676a42bb74" providerId="AD" clId="Web-{D7358F2A-C23D-7F1A-344C-6FC05144ECC8}" dt="2022-10-31T15:30:44.570" v="19" actId="1076"/>
          <ac:spMkLst>
            <pc:docMk/>
            <pc:sldMk cId="0" sldId="269"/>
            <ac:spMk id="6" creationId="{B69F6FE4-7DB0-45F3-9648-C043E49D86B0}"/>
          </ac:spMkLst>
        </pc:spChg>
      </pc:sldChg>
      <pc:sldChg chg="modSp">
        <pc:chgData name="Brie Nelson" userId="S::brie_elearningdoc.com#ext#@cisco.onmicrosoft.com::712abed6-64c6-4c4c-80f1-14676a42bb74" providerId="AD" clId="Web-{D7358F2A-C23D-7F1A-344C-6FC05144ECC8}" dt="2022-10-31T15:23:40.588" v="12" actId="1076"/>
        <pc:sldMkLst>
          <pc:docMk/>
          <pc:sldMk cId="2901809984" sldId="1076"/>
        </pc:sldMkLst>
        <pc:spChg chg="mod">
          <ac:chgData name="Brie Nelson" userId="S::brie_elearningdoc.com#ext#@cisco.onmicrosoft.com::712abed6-64c6-4c4c-80f1-14676a42bb74" providerId="AD" clId="Web-{D7358F2A-C23D-7F1A-344C-6FC05144ECC8}" dt="2022-10-31T15:23:40.588" v="12" actId="1076"/>
          <ac:spMkLst>
            <pc:docMk/>
            <pc:sldMk cId="2901809984" sldId="1076"/>
            <ac:spMk id="5" creationId="{00000000-0000-0000-0000-000000000000}"/>
          </ac:spMkLst>
        </pc:spChg>
      </pc:sldChg>
    </pc:docChg>
  </pc:docChgLst>
  <pc:docChgLst>
    <pc:chgData name="ecuyang@gmail.com" userId="653e7426-4784-4fcf-bf92-26359aecbe41" providerId="ADAL" clId="{FB584352-EC3F-4D9F-8FF0-58DAA7BEF2CF}"/>
    <pc:docChg chg="custSel modSld">
      <pc:chgData name="ecuyang@gmail.com" userId="653e7426-4784-4fcf-bf92-26359aecbe41" providerId="ADAL" clId="{FB584352-EC3F-4D9F-8FF0-58DAA7BEF2CF}" dt="2022-10-22T02:41:47.854" v="86" actId="14100"/>
      <pc:docMkLst>
        <pc:docMk/>
      </pc:docMkLst>
      <pc:sldChg chg="modSp mod">
        <pc:chgData name="ecuyang@gmail.com" userId="653e7426-4784-4fcf-bf92-26359aecbe41" providerId="ADAL" clId="{FB584352-EC3F-4D9F-8FF0-58DAA7BEF2CF}" dt="2022-10-22T01:05:11.065" v="1" actId="20577"/>
        <pc:sldMkLst>
          <pc:docMk/>
          <pc:sldMk cId="0" sldId="257"/>
        </pc:sldMkLst>
        <pc:spChg chg="mod">
          <ac:chgData name="ecuyang@gmail.com" userId="653e7426-4784-4fcf-bf92-26359aecbe41" providerId="ADAL" clId="{FB584352-EC3F-4D9F-8FF0-58DAA7BEF2CF}" dt="2022-10-22T01:05:11.065" v="1" actId="20577"/>
          <ac:spMkLst>
            <pc:docMk/>
            <pc:sldMk cId="0" sldId="257"/>
            <ac:spMk id="3" creationId="{00000000-0000-0000-0000-000000000000}"/>
          </ac:spMkLst>
        </pc:spChg>
      </pc:sldChg>
      <pc:sldChg chg="modSp mod">
        <pc:chgData name="ecuyang@gmail.com" userId="653e7426-4784-4fcf-bf92-26359aecbe41" providerId="ADAL" clId="{FB584352-EC3F-4D9F-8FF0-58DAA7BEF2CF}" dt="2022-10-22T02:40:50.950" v="79" actId="14100"/>
        <pc:sldMkLst>
          <pc:docMk/>
          <pc:sldMk cId="0" sldId="259"/>
        </pc:sldMkLst>
        <pc:spChg chg="mod">
          <ac:chgData name="ecuyang@gmail.com" userId="653e7426-4784-4fcf-bf92-26359aecbe41" providerId="ADAL" clId="{FB584352-EC3F-4D9F-8FF0-58DAA7BEF2CF}" dt="2022-10-22T02:40:50.950" v="79" actId="14100"/>
          <ac:spMkLst>
            <pc:docMk/>
            <pc:sldMk cId="0" sldId="259"/>
            <ac:spMk id="3" creationId="{00000000-0000-0000-0000-000000000000}"/>
          </ac:spMkLst>
        </pc:spChg>
      </pc:sldChg>
      <pc:sldChg chg="modSp mod">
        <pc:chgData name="ecuyang@gmail.com" userId="653e7426-4784-4fcf-bf92-26359aecbe41" providerId="ADAL" clId="{FB584352-EC3F-4D9F-8FF0-58DAA7BEF2CF}" dt="2022-10-22T02:41:47.854" v="86" actId="14100"/>
        <pc:sldMkLst>
          <pc:docMk/>
          <pc:sldMk cId="0" sldId="261"/>
        </pc:sldMkLst>
        <pc:spChg chg="mod">
          <ac:chgData name="ecuyang@gmail.com" userId="653e7426-4784-4fcf-bf92-26359aecbe41" providerId="ADAL" clId="{FB584352-EC3F-4D9F-8FF0-58DAA7BEF2CF}" dt="2022-10-22T02:41:47.854" v="86" actId="14100"/>
          <ac:spMkLst>
            <pc:docMk/>
            <pc:sldMk cId="0" sldId="261"/>
            <ac:spMk id="3" creationId="{00000000-0000-0000-0000-000000000000}"/>
          </ac:spMkLst>
        </pc:spChg>
      </pc:sldChg>
      <pc:sldChg chg="modSp mod">
        <pc:chgData name="ecuyang@gmail.com" userId="653e7426-4784-4fcf-bf92-26359aecbe41" providerId="ADAL" clId="{FB584352-EC3F-4D9F-8FF0-58DAA7BEF2CF}" dt="2022-10-22T01:14:02.978" v="10" actId="1076"/>
        <pc:sldMkLst>
          <pc:docMk/>
          <pc:sldMk cId="0" sldId="264"/>
        </pc:sldMkLst>
        <pc:spChg chg="mod">
          <ac:chgData name="ecuyang@gmail.com" userId="653e7426-4784-4fcf-bf92-26359aecbe41" providerId="ADAL" clId="{FB584352-EC3F-4D9F-8FF0-58DAA7BEF2CF}" dt="2022-10-22T01:14:02.978" v="10" actId="1076"/>
          <ac:spMkLst>
            <pc:docMk/>
            <pc:sldMk cId="0" sldId="264"/>
            <ac:spMk id="5" creationId="{00000000-0000-0000-0000-000000000000}"/>
          </ac:spMkLst>
        </pc:spChg>
      </pc:sldChg>
      <pc:sldChg chg="modSp mod">
        <pc:chgData name="ecuyang@gmail.com" userId="653e7426-4784-4fcf-bf92-26359aecbe41" providerId="ADAL" clId="{FB584352-EC3F-4D9F-8FF0-58DAA7BEF2CF}" dt="2022-10-22T01:17:48.170" v="14" actId="113"/>
        <pc:sldMkLst>
          <pc:docMk/>
          <pc:sldMk cId="0" sldId="265"/>
        </pc:sldMkLst>
        <pc:spChg chg="mod">
          <ac:chgData name="ecuyang@gmail.com" userId="653e7426-4784-4fcf-bf92-26359aecbe41" providerId="ADAL" clId="{FB584352-EC3F-4D9F-8FF0-58DAA7BEF2CF}" dt="2022-10-22T01:16:36.608" v="12" actId="14100"/>
          <ac:spMkLst>
            <pc:docMk/>
            <pc:sldMk cId="0" sldId="265"/>
            <ac:spMk id="3" creationId="{00000000-0000-0000-0000-000000000000}"/>
          </ac:spMkLst>
        </pc:spChg>
        <pc:spChg chg="ord">
          <ac:chgData name="ecuyang@gmail.com" userId="653e7426-4784-4fcf-bf92-26359aecbe41" providerId="ADAL" clId="{FB584352-EC3F-4D9F-8FF0-58DAA7BEF2CF}" dt="2022-10-22T01:17:12.350" v="13"/>
          <ac:spMkLst>
            <pc:docMk/>
            <pc:sldMk cId="0" sldId="265"/>
            <ac:spMk id="4" creationId="{B0AFC8F7-6786-28DA-4B29-648CC519E827}"/>
          </ac:spMkLst>
        </pc:spChg>
        <pc:spChg chg="ord">
          <ac:chgData name="ecuyang@gmail.com" userId="653e7426-4784-4fcf-bf92-26359aecbe41" providerId="ADAL" clId="{FB584352-EC3F-4D9F-8FF0-58DAA7BEF2CF}" dt="2022-10-22T01:16:08.238" v="11"/>
          <ac:spMkLst>
            <pc:docMk/>
            <pc:sldMk cId="0" sldId="265"/>
            <ac:spMk id="25" creationId="{00000000-0000-0000-0000-000000000000}"/>
          </ac:spMkLst>
        </pc:spChg>
        <pc:graphicFrameChg chg="modGraphic">
          <ac:chgData name="ecuyang@gmail.com" userId="653e7426-4784-4fcf-bf92-26359aecbe41" providerId="ADAL" clId="{FB584352-EC3F-4D9F-8FF0-58DAA7BEF2CF}" dt="2022-10-22T01:17:48.170" v="14" actId="113"/>
          <ac:graphicFrameMkLst>
            <pc:docMk/>
            <pc:sldMk cId="0" sldId="265"/>
            <ac:graphicFrameMk id="11" creationId="{00000000-0000-0000-0000-000000000000}"/>
          </ac:graphicFrameMkLst>
        </pc:graphicFrameChg>
      </pc:sldChg>
      <pc:sldChg chg="modSp mod">
        <pc:chgData name="ecuyang@gmail.com" userId="653e7426-4784-4fcf-bf92-26359aecbe41" providerId="ADAL" clId="{FB584352-EC3F-4D9F-8FF0-58DAA7BEF2CF}" dt="2022-10-22T01:20:35.503" v="17" actId="20577"/>
        <pc:sldMkLst>
          <pc:docMk/>
          <pc:sldMk cId="0" sldId="266"/>
        </pc:sldMkLst>
        <pc:spChg chg="mod">
          <ac:chgData name="ecuyang@gmail.com" userId="653e7426-4784-4fcf-bf92-26359aecbe41" providerId="ADAL" clId="{FB584352-EC3F-4D9F-8FF0-58DAA7BEF2CF}" dt="2022-10-22T01:20:35.503" v="17" actId="20577"/>
          <ac:spMkLst>
            <pc:docMk/>
            <pc:sldMk cId="0" sldId="266"/>
            <ac:spMk id="5" creationId="{00000000-0000-0000-0000-000000000000}"/>
          </ac:spMkLst>
        </pc:spChg>
      </pc:sldChg>
      <pc:sldChg chg="modSp mod">
        <pc:chgData name="ecuyang@gmail.com" userId="653e7426-4784-4fcf-bf92-26359aecbe41" providerId="ADAL" clId="{FB584352-EC3F-4D9F-8FF0-58DAA7BEF2CF}" dt="2022-10-22T01:22:53.165" v="19" actId="12"/>
        <pc:sldMkLst>
          <pc:docMk/>
          <pc:sldMk cId="0" sldId="267"/>
        </pc:sldMkLst>
        <pc:spChg chg="mod">
          <ac:chgData name="ecuyang@gmail.com" userId="653e7426-4784-4fcf-bf92-26359aecbe41" providerId="ADAL" clId="{FB584352-EC3F-4D9F-8FF0-58DAA7BEF2CF}" dt="2022-10-22T01:21:29.265" v="18" actId="14100"/>
          <ac:spMkLst>
            <pc:docMk/>
            <pc:sldMk cId="0" sldId="267"/>
            <ac:spMk id="3" creationId="{00000000-0000-0000-0000-000000000000}"/>
          </ac:spMkLst>
        </pc:spChg>
        <pc:spChg chg="mod">
          <ac:chgData name="ecuyang@gmail.com" userId="653e7426-4784-4fcf-bf92-26359aecbe41" providerId="ADAL" clId="{FB584352-EC3F-4D9F-8FF0-58DAA7BEF2CF}" dt="2022-10-22T01:22:53.165" v="19" actId="12"/>
          <ac:spMkLst>
            <pc:docMk/>
            <pc:sldMk cId="0" sldId="267"/>
            <ac:spMk id="5" creationId="{00000000-0000-0000-0000-000000000000}"/>
          </ac:spMkLst>
        </pc:spChg>
      </pc:sldChg>
      <pc:sldChg chg="modSp mod">
        <pc:chgData name="ecuyang@gmail.com" userId="653e7426-4784-4fcf-bf92-26359aecbe41" providerId="ADAL" clId="{FB584352-EC3F-4D9F-8FF0-58DAA7BEF2CF}" dt="2022-10-22T01:26:42.196" v="22"/>
        <pc:sldMkLst>
          <pc:docMk/>
          <pc:sldMk cId="0" sldId="268"/>
        </pc:sldMkLst>
        <pc:spChg chg="ord">
          <ac:chgData name="ecuyang@gmail.com" userId="653e7426-4784-4fcf-bf92-26359aecbe41" providerId="ADAL" clId="{FB584352-EC3F-4D9F-8FF0-58DAA7BEF2CF}" dt="2022-10-22T01:26:26.013" v="21"/>
          <ac:spMkLst>
            <pc:docMk/>
            <pc:sldMk cId="0" sldId="268"/>
            <ac:spMk id="25" creationId="{00000000-0000-0000-0000-000000000000}"/>
          </ac:spMkLst>
        </pc:spChg>
        <pc:picChg chg="ord">
          <ac:chgData name="ecuyang@gmail.com" userId="653e7426-4784-4fcf-bf92-26359aecbe41" providerId="ADAL" clId="{FB584352-EC3F-4D9F-8FF0-58DAA7BEF2CF}" dt="2022-10-22T01:26:42.196" v="22"/>
          <ac:picMkLst>
            <pc:docMk/>
            <pc:sldMk cId="0" sldId="268"/>
            <ac:picMk id="4" creationId="{BDA1EC10-8F53-9AAE-7EAA-CB8A6824FAAE}"/>
          </ac:picMkLst>
        </pc:picChg>
      </pc:sldChg>
      <pc:sldChg chg="modSp mod">
        <pc:chgData name="ecuyang@gmail.com" userId="653e7426-4784-4fcf-bf92-26359aecbe41" providerId="ADAL" clId="{FB584352-EC3F-4D9F-8FF0-58DAA7BEF2CF}" dt="2022-10-22T01:30:28.873" v="26"/>
        <pc:sldMkLst>
          <pc:docMk/>
          <pc:sldMk cId="0" sldId="269"/>
        </pc:sldMkLst>
        <pc:spChg chg="ord">
          <ac:chgData name="ecuyang@gmail.com" userId="653e7426-4784-4fcf-bf92-26359aecbe41" providerId="ADAL" clId="{FB584352-EC3F-4D9F-8FF0-58DAA7BEF2CF}" dt="2022-10-22T01:30:28.873" v="26"/>
          <ac:spMkLst>
            <pc:docMk/>
            <pc:sldMk cId="0" sldId="269"/>
            <ac:spMk id="25" creationId="{00000000-0000-0000-0000-000000000000}"/>
          </ac:spMkLst>
        </pc:spChg>
      </pc:sldChg>
      <pc:sldChg chg="modSp mod">
        <pc:chgData name="ecuyang@gmail.com" userId="653e7426-4784-4fcf-bf92-26359aecbe41" providerId="ADAL" clId="{FB584352-EC3F-4D9F-8FF0-58DAA7BEF2CF}" dt="2022-10-22T01:38:41.424" v="31"/>
        <pc:sldMkLst>
          <pc:docMk/>
          <pc:sldMk cId="0" sldId="271"/>
        </pc:sldMkLst>
        <pc:spChg chg="mod">
          <ac:chgData name="ecuyang@gmail.com" userId="653e7426-4784-4fcf-bf92-26359aecbe41" providerId="ADAL" clId="{FB584352-EC3F-4D9F-8FF0-58DAA7BEF2CF}" dt="2022-10-22T01:38:23.192" v="30" actId="20577"/>
          <ac:spMkLst>
            <pc:docMk/>
            <pc:sldMk cId="0" sldId="271"/>
            <ac:spMk id="5" creationId="{00000000-0000-0000-0000-000000000000}"/>
          </ac:spMkLst>
        </pc:spChg>
        <pc:spChg chg="ord">
          <ac:chgData name="ecuyang@gmail.com" userId="653e7426-4784-4fcf-bf92-26359aecbe41" providerId="ADAL" clId="{FB584352-EC3F-4D9F-8FF0-58DAA7BEF2CF}" dt="2022-10-22T01:38:41.424" v="31"/>
          <ac:spMkLst>
            <pc:docMk/>
            <pc:sldMk cId="0" sldId="271"/>
            <ac:spMk id="25" creationId="{00000000-0000-0000-0000-000000000000}"/>
          </ac:spMkLst>
        </pc:spChg>
      </pc:sldChg>
      <pc:sldChg chg="addCm">
        <pc:chgData name="ecuyang@gmail.com" userId="653e7426-4784-4fcf-bf92-26359aecbe41" providerId="ADAL" clId="{FB584352-EC3F-4D9F-8FF0-58DAA7BEF2CF}" dt="2022-10-22T01:47:48.648" v="32"/>
        <pc:sldMkLst>
          <pc:docMk/>
          <pc:sldMk cId="0" sldId="276"/>
        </pc:sldMkLst>
      </pc:sldChg>
      <pc:sldChg chg="modSp mod">
        <pc:chgData name="ecuyang@gmail.com" userId="653e7426-4784-4fcf-bf92-26359aecbe41" providerId="ADAL" clId="{FB584352-EC3F-4D9F-8FF0-58DAA7BEF2CF}" dt="2022-10-22T01:50:38.297" v="33"/>
        <pc:sldMkLst>
          <pc:docMk/>
          <pc:sldMk cId="0" sldId="278"/>
        </pc:sldMkLst>
        <pc:spChg chg="ord">
          <ac:chgData name="ecuyang@gmail.com" userId="653e7426-4784-4fcf-bf92-26359aecbe41" providerId="ADAL" clId="{FB584352-EC3F-4D9F-8FF0-58DAA7BEF2CF}" dt="2022-10-22T01:50:38.297" v="33"/>
          <ac:spMkLst>
            <pc:docMk/>
            <pc:sldMk cId="0" sldId="278"/>
            <ac:spMk id="25" creationId="{00000000-0000-0000-0000-000000000000}"/>
          </ac:spMkLst>
        </pc:spChg>
      </pc:sldChg>
      <pc:sldChg chg="modSp mod">
        <pc:chgData name="ecuyang@gmail.com" userId="653e7426-4784-4fcf-bf92-26359aecbe41" providerId="ADAL" clId="{FB584352-EC3F-4D9F-8FF0-58DAA7BEF2CF}" dt="2022-10-22T01:57:46.839" v="34"/>
        <pc:sldMkLst>
          <pc:docMk/>
          <pc:sldMk cId="0" sldId="282"/>
        </pc:sldMkLst>
        <pc:spChg chg="ord">
          <ac:chgData name="ecuyang@gmail.com" userId="653e7426-4784-4fcf-bf92-26359aecbe41" providerId="ADAL" clId="{FB584352-EC3F-4D9F-8FF0-58DAA7BEF2CF}" dt="2022-10-22T01:57:46.839" v="34"/>
          <ac:spMkLst>
            <pc:docMk/>
            <pc:sldMk cId="0" sldId="282"/>
            <ac:spMk id="25" creationId="{00000000-0000-0000-0000-000000000000}"/>
          </ac:spMkLst>
        </pc:spChg>
      </pc:sldChg>
      <pc:sldChg chg="modSp mod">
        <pc:chgData name="ecuyang@gmail.com" userId="653e7426-4784-4fcf-bf92-26359aecbe41" providerId="ADAL" clId="{FB584352-EC3F-4D9F-8FF0-58DAA7BEF2CF}" dt="2022-10-22T02:15:51.464" v="63" actId="12"/>
        <pc:sldMkLst>
          <pc:docMk/>
          <pc:sldMk cId="0" sldId="283"/>
        </pc:sldMkLst>
        <pc:spChg chg="mod">
          <ac:chgData name="ecuyang@gmail.com" userId="653e7426-4784-4fcf-bf92-26359aecbe41" providerId="ADAL" clId="{FB584352-EC3F-4D9F-8FF0-58DAA7BEF2CF}" dt="2022-10-22T02:15:51.464" v="63" actId="12"/>
          <ac:spMkLst>
            <pc:docMk/>
            <pc:sldMk cId="0" sldId="283"/>
            <ac:spMk id="5" creationId="{00000000-0000-0000-0000-000000000000}"/>
          </ac:spMkLst>
        </pc:spChg>
      </pc:sldChg>
      <pc:sldChg chg="modSp mod">
        <pc:chgData name="ecuyang@gmail.com" userId="653e7426-4784-4fcf-bf92-26359aecbe41" providerId="ADAL" clId="{FB584352-EC3F-4D9F-8FF0-58DAA7BEF2CF}" dt="2022-10-22T02:06:54.240" v="48" actId="113"/>
        <pc:sldMkLst>
          <pc:docMk/>
          <pc:sldMk cId="0" sldId="284"/>
        </pc:sldMkLst>
        <pc:spChg chg="ord">
          <ac:chgData name="ecuyang@gmail.com" userId="653e7426-4784-4fcf-bf92-26359aecbe41" providerId="ADAL" clId="{FB584352-EC3F-4D9F-8FF0-58DAA7BEF2CF}" dt="2022-10-22T02:05:43.451" v="46"/>
          <ac:spMkLst>
            <pc:docMk/>
            <pc:sldMk cId="0" sldId="284"/>
            <ac:spMk id="4" creationId="{FEF06D0F-3F6A-15CC-D577-7665B7010868}"/>
          </ac:spMkLst>
        </pc:spChg>
        <pc:spChg chg="ord">
          <ac:chgData name="ecuyang@gmail.com" userId="653e7426-4784-4fcf-bf92-26359aecbe41" providerId="ADAL" clId="{FB584352-EC3F-4D9F-8FF0-58DAA7BEF2CF}" dt="2022-10-22T02:05:35.618" v="45"/>
          <ac:spMkLst>
            <pc:docMk/>
            <pc:sldMk cId="0" sldId="284"/>
            <ac:spMk id="25" creationId="{00000000-0000-0000-0000-000000000000}"/>
          </ac:spMkLst>
        </pc:spChg>
        <pc:graphicFrameChg chg="modGraphic">
          <ac:chgData name="ecuyang@gmail.com" userId="653e7426-4784-4fcf-bf92-26359aecbe41" providerId="ADAL" clId="{FB584352-EC3F-4D9F-8FF0-58DAA7BEF2CF}" dt="2022-10-22T02:06:54.240" v="48" actId="113"/>
          <ac:graphicFrameMkLst>
            <pc:docMk/>
            <pc:sldMk cId="0" sldId="284"/>
            <ac:graphicFrameMk id="30" creationId="{00000000-0000-0000-0000-000000000000}"/>
          </ac:graphicFrameMkLst>
        </pc:graphicFrameChg>
      </pc:sldChg>
      <pc:sldChg chg="modSp mod">
        <pc:chgData name="ecuyang@gmail.com" userId="653e7426-4784-4fcf-bf92-26359aecbe41" providerId="ADAL" clId="{FB584352-EC3F-4D9F-8FF0-58DAA7BEF2CF}" dt="2022-10-22T02:08:59.976" v="49"/>
        <pc:sldMkLst>
          <pc:docMk/>
          <pc:sldMk cId="0" sldId="285"/>
        </pc:sldMkLst>
        <pc:spChg chg="ord">
          <ac:chgData name="ecuyang@gmail.com" userId="653e7426-4784-4fcf-bf92-26359aecbe41" providerId="ADAL" clId="{FB584352-EC3F-4D9F-8FF0-58DAA7BEF2CF}" dt="2022-10-22T02:08:59.976" v="49"/>
          <ac:spMkLst>
            <pc:docMk/>
            <pc:sldMk cId="0" sldId="285"/>
            <ac:spMk id="25" creationId="{00000000-0000-0000-0000-000000000000}"/>
          </ac:spMkLst>
        </pc:spChg>
      </pc:sldChg>
      <pc:sldChg chg="modSp mod">
        <pc:chgData name="ecuyang@gmail.com" userId="653e7426-4784-4fcf-bf92-26359aecbe41" providerId="ADAL" clId="{FB584352-EC3F-4D9F-8FF0-58DAA7BEF2CF}" dt="2022-10-22T02:14:46.072" v="57" actId="12"/>
        <pc:sldMkLst>
          <pc:docMk/>
          <pc:sldMk cId="0" sldId="287"/>
        </pc:sldMkLst>
        <pc:spChg chg="mod">
          <ac:chgData name="ecuyang@gmail.com" userId="653e7426-4784-4fcf-bf92-26359aecbe41" providerId="ADAL" clId="{FB584352-EC3F-4D9F-8FF0-58DAA7BEF2CF}" dt="2022-10-22T02:14:46.072" v="57" actId="12"/>
          <ac:spMkLst>
            <pc:docMk/>
            <pc:sldMk cId="0" sldId="287"/>
            <ac:spMk id="5" creationId="{00000000-0000-0000-0000-000000000000}"/>
          </ac:spMkLst>
        </pc:spChg>
        <pc:spChg chg="ord">
          <ac:chgData name="ecuyang@gmail.com" userId="653e7426-4784-4fcf-bf92-26359aecbe41" providerId="ADAL" clId="{FB584352-EC3F-4D9F-8FF0-58DAA7BEF2CF}" dt="2022-10-22T02:12:51.344" v="50"/>
          <ac:spMkLst>
            <pc:docMk/>
            <pc:sldMk cId="0" sldId="287"/>
            <ac:spMk id="25" creationId="{00000000-0000-0000-0000-000000000000}"/>
          </ac:spMkLst>
        </pc:spChg>
      </pc:sldChg>
      <pc:sldChg chg="modSp mod">
        <pc:chgData name="ecuyang@gmail.com" userId="653e7426-4784-4fcf-bf92-26359aecbe41" providerId="ADAL" clId="{FB584352-EC3F-4D9F-8FF0-58DAA7BEF2CF}" dt="2022-10-22T02:20:07.866" v="64" actId="5793"/>
        <pc:sldMkLst>
          <pc:docMk/>
          <pc:sldMk cId="0" sldId="290"/>
        </pc:sldMkLst>
        <pc:spChg chg="mod">
          <ac:chgData name="ecuyang@gmail.com" userId="653e7426-4784-4fcf-bf92-26359aecbe41" providerId="ADAL" clId="{FB584352-EC3F-4D9F-8FF0-58DAA7BEF2CF}" dt="2022-10-22T02:20:07.866" v="64" actId="5793"/>
          <ac:spMkLst>
            <pc:docMk/>
            <pc:sldMk cId="0" sldId="290"/>
            <ac:spMk id="5" creationId="{00000000-0000-0000-0000-000000000000}"/>
          </ac:spMkLst>
        </pc:spChg>
      </pc:sldChg>
      <pc:sldChg chg="delSp modSp mod addCm modNotesTx">
        <pc:chgData name="ecuyang@gmail.com" userId="653e7426-4784-4fcf-bf92-26359aecbe41" providerId="ADAL" clId="{FB584352-EC3F-4D9F-8FF0-58DAA7BEF2CF}" dt="2022-10-22T02:36:39.847" v="76" actId="478"/>
        <pc:sldMkLst>
          <pc:docMk/>
          <pc:sldMk cId="0" sldId="293"/>
        </pc:sldMkLst>
        <pc:spChg chg="ord">
          <ac:chgData name="ecuyang@gmail.com" userId="653e7426-4784-4fcf-bf92-26359aecbe41" providerId="ADAL" clId="{FB584352-EC3F-4D9F-8FF0-58DAA7BEF2CF}" dt="2022-10-22T02:36:10.806" v="74"/>
          <ac:spMkLst>
            <pc:docMk/>
            <pc:sldMk cId="0" sldId="293"/>
            <ac:spMk id="4" creationId="{E57D004C-7DD7-503B-9FD0-1660B30ABEF5}"/>
          </ac:spMkLst>
        </pc:spChg>
        <pc:spChg chg="del mod">
          <ac:chgData name="ecuyang@gmail.com" userId="653e7426-4784-4fcf-bf92-26359aecbe41" providerId="ADAL" clId="{FB584352-EC3F-4D9F-8FF0-58DAA7BEF2CF}" dt="2022-10-22T02:36:39.847" v="76" actId="478"/>
          <ac:spMkLst>
            <pc:docMk/>
            <pc:sldMk cId="0" sldId="293"/>
            <ac:spMk id="5" creationId="{00000000-0000-0000-0000-000000000000}"/>
          </ac:spMkLst>
        </pc:spChg>
        <pc:spChg chg="ord">
          <ac:chgData name="ecuyang@gmail.com" userId="653e7426-4784-4fcf-bf92-26359aecbe41" providerId="ADAL" clId="{FB584352-EC3F-4D9F-8FF0-58DAA7BEF2CF}" dt="2022-10-22T02:36:00.566" v="72"/>
          <ac:spMkLst>
            <pc:docMk/>
            <pc:sldMk cId="0" sldId="293"/>
            <ac:spMk id="7" creationId="{002510E6-9B1E-3CC7-2134-38A30A3898E6}"/>
          </ac:spMkLst>
        </pc:spChg>
      </pc:sldChg>
      <pc:sldChg chg="addCm">
        <pc:chgData name="ecuyang@gmail.com" userId="653e7426-4784-4fcf-bf92-26359aecbe41" providerId="ADAL" clId="{FB584352-EC3F-4D9F-8FF0-58DAA7BEF2CF}" dt="2022-10-22T02:32:25.967" v="68"/>
        <pc:sldMkLst>
          <pc:docMk/>
          <pc:sldMk cId="0" sldId="294"/>
        </pc:sldMkLst>
      </pc:sldChg>
      <pc:sldChg chg="modSp mod">
        <pc:chgData name="ecuyang@gmail.com" userId="653e7426-4784-4fcf-bf92-26359aecbe41" providerId="ADAL" clId="{FB584352-EC3F-4D9F-8FF0-58DAA7BEF2CF}" dt="2022-10-22T02:40:16.262" v="77"/>
        <pc:sldMkLst>
          <pc:docMk/>
          <pc:sldMk cId="0" sldId="295"/>
        </pc:sldMkLst>
        <pc:spChg chg="ord">
          <ac:chgData name="ecuyang@gmail.com" userId="653e7426-4784-4fcf-bf92-26359aecbe41" providerId="ADAL" clId="{FB584352-EC3F-4D9F-8FF0-58DAA7BEF2CF}" dt="2022-10-22T02:40:16.262" v="77"/>
          <ac:spMkLst>
            <pc:docMk/>
            <pc:sldMk cId="0" sldId="295"/>
            <ac:spMk id="25" creationId="{00000000-0000-0000-0000-000000000000}"/>
          </ac:spMkLst>
        </pc:spChg>
      </pc:sldChg>
      <pc:sldChg chg="modSp mod">
        <pc:chgData name="ecuyang@gmail.com" userId="653e7426-4784-4fcf-bf92-26359aecbe41" providerId="ADAL" clId="{FB584352-EC3F-4D9F-8FF0-58DAA7BEF2CF}" dt="2022-10-22T02:40:29.022" v="78"/>
        <pc:sldMkLst>
          <pc:docMk/>
          <pc:sldMk cId="2226954716" sldId="1072"/>
        </pc:sldMkLst>
        <pc:spChg chg="ord">
          <ac:chgData name="ecuyang@gmail.com" userId="653e7426-4784-4fcf-bf92-26359aecbe41" providerId="ADAL" clId="{FB584352-EC3F-4D9F-8FF0-58DAA7BEF2CF}" dt="2022-10-22T02:40:29.022" v="78"/>
          <ac:spMkLst>
            <pc:docMk/>
            <pc:sldMk cId="2226954716" sldId="1072"/>
            <ac:spMk id="25" creationId="{00000000-0000-0000-0000-000000000000}"/>
          </ac:spMkLst>
        </pc:spChg>
      </pc:sldChg>
      <pc:sldChg chg="delSp modSp mod">
        <pc:chgData name="ecuyang@gmail.com" userId="653e7426-4784-4fcf-bf92-26359aecbe41" providerId="ADAL" clId="{FB584352-EC3F-4D9F-8FF0-58DAA7BEF2CF}" dt="2022-10-22T02:41:26.694" v="85" actId="478"/>
        <pc:sldMkLst>
          <pc:docMk/>
          <pc:sldMk cId="0" sldId="1073"/>
        </pc:sldMkLst>
        <pc:spChg chg="del">
          <ac:chgData name="ecuyang@gmail.com" userId="653e7426-4784-4fcf-bf92-26359aecbe41" providerId="ADAL" clId="{FB584352-EC3F-4D9F-8FF0-58DAA7BEF2CF}" dt="2022-10-22T02:41:26.694" v="85" actId="478"/>
          <ac:spMkLst>
            <pc:docMk/>
            <pc:sldMk cId="0" sldId="1073"/>
            <ac:spMk id="3" creationId="{00000000-0000-0000-0000-000000000000}"/>
          </ac:spMkLst>
        </pc:spChg>
        <pc:spChg chg="ord">
          <ac:chgData name="ecuyang@gmail.com" userId="653e7426-4784-4fcf-bf92-26359aecbe41" providerId="ADAL" clId="{FB584352-EC3F-4D9F-8FF0-58DAA7BEF2CF}" dt="2022-10-22T02:41:12.164" v="82"/>
          <ac:spMkLst>
            <pc:docMk/>
            <pc:sldMk cId="0" sldId="1073"/>
            <ac:spMk id="5" creationId="{7188AF34-F17D-65FE-91B6-733B90851DC8}"/>
          </ac:spMkLst>
        </pc:spChg>
        <pc:graphicFrameChg chg="ord modGraphic">
          <ac:chgData name="ecuyang@gmail.com" userId="653e7426-4784-4fcf-bf92-26359aecbe41" providerId="ADAL" clId="{FB584352-EC3F-4D9F-8FF0-58DAA7BEF2CF}" dt="2022-10-22T02:41:19.063" v="84"/>
          <ac:graphicFrameMkLst>
            <pc:docMk/>
            <pc:sldMk cId="0" sldId="1073"/>
            <ac:graphicFrameMk id="4" creationId="{40064EF4-EE2B-342C-EA9E-699582F380FF}"/>
          </ac:graphicFrameMkLst>
        </pc:graphicFrameChg>
      </pc:sldChg>
      <pc:sldChg chg="delSp modSp mod">
        <pc:chgData name="ecuyang@gmail.com" userId="653e7426-4784-4fcf-bf92-26359aecbe41" providerId="ADAL" clId="{FB584352-EC3F-4D9F-8FF0-58DAA7BEF2CF}" dt="2022-10-22T01:11:41.343" v="8"/>
        <pc:sldMkLst>
          <pc:docMk/>
          <pc:sldMk cId="1525672446" sldId="1075"/>
        </pc:sldMkLst>
        <pc:spChg chg="del">
          <ac:chgData name="ecuyang@gmail.com" userId="653e7426-4784-4fcf-bf92-26359aecbe41" providerId="ADAL" clId="{FB584352-EC3F-4D9F-8FF0-58DAA7BEF2CF}" dt="2022-10-22T01:11:27.882" v="7" actId="478"/>
          <ac:spMkLst>
            <pc:docMk/>
            <pc:sldMk cId="1525672446" sldId="1075"/>
            <ac:spMk id="3" creationId="{00000000-0000-0000-0000-000000000000}"/>
          </ac:spMkLst>
        </pc:spChg>
        <pc:spChg chg="ord">
          <ac:chgData name="ecuyang@gmail.com" userId="653e7426-4784-4fcf-bf92-26359aecbe41" providerId="ADAL" clId="{FB584352-EC3F-4D9F-8FF0-58DAA7BEF2CF}" dt="2022-10-22T01:11:41.343" v="8"/>
          <ac:spMkLst>
            <pc:docMk/>
            <pc:sldMk cId="1525672446" sldId="1075"/>
            <ac:spMk id="5" creationId="{7188AF34-F17D-65FE-91B6-733B90851DC8}"/>
          </ac:spMkLst>
        </pc:spChg>
        <pc:spChg chg="ord">
          <ac:chgData name="ecuyang@gmail.com" userId="653e7426-4784-4fcf-bf92-26359aecbe41" providerId="ADAL" clId="{FB584352-EC3F-4D9F-8FF0-58DAA7BEF2CF}" dt="2022-10-22T01:11:20.840" v="6"/>
          <ac:spMkLst>
            <pc:docMk/>
            <pc:sldMk cId="1525672446" sldId="1075"/>
            <ac:spMk id="25" creationId="{00000000-0000-0000-0000-000000000000}"/>
          </ac:spMkLst>
        </pc:spChg>
      </pc:sldChg>
    </pc:docChg>
  </pc:docChgLst>
  <pc:docChgLst>
    <pc:chgData name="Cláudia Naumann" userId="S::naumann_nce.ufrj.br#ext#@cisco.onmicrosoft.com::2c14c15b-0266-4182-83e5-84c7c06e2959" providerId="AD" clId="Web-{9626D4A9-6A72-4E95-424A-4E1EDDAEED17}"/>
    <pc:docChg chg="addSld modSld">
      <pc:chgData name="Cláudia Naumann" userId="S::naumann_nce.ufrj.br#ext#@cisco.onmicrosoft.com::2c14c15b-0266-4182-83e5-84c7c06e2959" providerId="AD" clId="Web-{9626D4A9-6A72-4E95-424A-4E1EDDAEED17}" dt="2022-11-06T20:31:00.366" v="578" actId="20577"/>
      <pc:docMkLst>
        <pc:docMk/>
      </pc:docMkLst>
      <pc:sldChg chg="modSp">
        <pc:chgData name="Cláudia Naumann" userId="S::naumann_nce.ufrj.br#ext#@cisco.onmicrosoft.com::2c14c15b-0266-4182-83e5-84c7c06e2959" providerId="AD" clId="Web-{9626D4A9-6A72-4E95-424A-4E1EDDAEED17}" dt="2022-11-06T20:30:32.693" v="577" actId="20577"/>
        <pc:sldMkLst>
          <pc:docMk/>
          <pc:sldMk cId="0" sldId="257"/>
        </pc:sldMkLst>
        <pc:spChg chg="mod">
          <ac:chgData name="Cláudia Naumann" userId="S::naumann_nce.ufrj.br#ext#@cisco.onmicrosoft.com::2c14c15b-0266-4182-83e5-84c7c06e2959" providerId="AD" clId="Web-{9626D4A9-6A72-4E95-424A-4E1EDDAEED17}" dt="2022-11-06T20:30:32.693" v="577" actId="20577"/>
          <ac:spMkLst>
            <pc:docMk/>
            <pc:sldMk cId="0" sldId="257"/>
            <ac:spMk id="3" creationId="{00000000-0000-0000-0000-000000000000}"/>
          </ac:spMkLst>
        </pc:spChg>
      </pc:sldChg>
      <pc:sldChg chg="modSp">
        <pc:chgData name="Cláudia Naumann" userId="S::naumann_nce.ufrj.br#ext#@cisco.onmicrosoft.com::2c14c15b-0266-4182-83e5-84c7c06e2959" providerId="AD" clId="Web-{9626D4A9-6A72-4E95-424A-4E1EDDAEED17}" dt="2022-11-06T20:31:00.366" v="578" actId="20577"/>
        <pc:sldMkLst>
          <pc:docMk/>
          <pc:sldMk cId="0" sldId="261"/>
        </pc:sldMkLst>
        <pc:spChg chg="mod">
          <ac:chgData name="Cláudia Naumann" userId="S::naumann_nce.ufrj.br#ext#@cisco.onmicrosoft.com::2c14c15b-0266-4182-83e5-84c7c06e2959" providerId="AD" clId="Web-{9626D4A9-6A72-4E95-424A-4E1EDDAEED17}" dt="2022-11-06T20:31:00.366" v="578" actId="20577"/>
          <ac:spMkLst>
            <pc:docMk/>
            <pc:sldMk cId="0" sldId="261"/>
            <ac:spMk id="3" creationId="{00000000-0000-0000-0000-000000000000}"/>
          </ac:spMkLst>
        </pc:spChg>
      </pc:sldChg>
      <pc:sldChg chg="modSp add">
        <pc:chgData name="Cláudia Naumann" userId="S::naumann_nce.ufrj.br#ext#@cisco.onmicrosoft.com::2c14c15b-0266-4182-83e5-84c7c06e2959" providerId="AD" clId="Web-{9626D4A9-6A72-4E95-424A-4E1EDDAEED17}" dt="2022-11-06T20:30:29.567" v="576" actId="20577"/>
        <pc:sldMkLst>
          <pc:docMk/>
          <pc:sldMk cId="1177381730" sldId="1078"/>
        </pc:sldMkLst>
        <pc:spChg chg="mod">
          <ac:chgData name="Cláudia Naumann" userId="S::naumann_nce.ufrj.br#ext#@cisco.onmicrosoft.com::2c14c15b-0266-4182-83e5-84c7c06e2959" providerId="AD" clId="Web-{9626D4A9-6A72-4E95-424A-4E1EDDAEED17}" dt="2022-11-06T20:21:32.427" v="356" actId="20577"/>
          <ac:spMkLst>
            <pc:docMk/>
            <pc:sldMk cId="1177381730" sldId="1078"/>
            <ac:spMk id="2" creationId="{00000000-0000-0000-0000-000000000000}"/>
          </ac:spMkLst>
        </pc:spChg>
        <pc:spChg chg="mod">
          <ac:chgData name="Cláudia Naumann" userId="S::naumann_nce.ufrj.br#ext#@cisco.onmicrosoft.com::2c14c15b-0266-4182-83e5-84c7c06e2959" providerId="AD" clId="Web-{9626D4A9-6A72-4E95-424A-4E1EDDAEED17}" dt="2022-11-06T20:30:29.567" v="576" actId="20577"/>
          <ac:spMkLst>
            <pc:docMk/>
            <pc:sldMk cId="1177381730" sldId="107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58C13041-3156-4EE7-97E3-B2AD9822C79D}" type="datetimeFigureOut">
              <a:t>3/30/2023</a:t>
            </a:fld>
            <a:endParaRPr lang="pt-BR"/>
          </a:p>
        </p:txBody>
      </p:sp>
      <p:sp>
        <p:nvSpPr>
          <p:cNvPr id="4" name="Espaço Reservado para Imagem de Slide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8A0F0D0-C117-418C-B169-107BD51BF6F9}" type="slidenum">
              <a:t>‹#›</a:t>
            </a:fld>
            <a:endParaRPr lang="pt-BR"/>
          </a:p>
        </p:txBody>
      </p:sp>
    </p:spTree>
    <p:extLst>
      <p:ext uri="{BB962C8B-B14F-4D97-AF65-F5344CB8AC3E}">
        <p14:creationId xmlns:p14="http://schemas.microsoft.com/office/powerpoint/2010/main" val="2703548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5: Wireless Network Communication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3109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5: Wireless Network Communication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482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5.1.1: Video - WLAN Operation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5.1.2: Wireless versus Wired LANs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5.1.3: 802.11 Frame Structure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5.1.4: CSMA/CA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5.1.5: Wireless Client and AP Association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5.1.5: Wireless Client and AP Association (Cont.)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5.1.6: Passive and Active Discover Mode</a:t>
            </a:r>
            <a:endParaRPr lang="pt-BR" dirty="0"/>
          </a:p>
          <a:p>
            <a:r>
              <a:rPr lang="en-US" dirty="0"/>
              <a:t>5.1.7: Check Your Understanding – Steps in the Client and AP Process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5.1: Wireless Communications
5.1.8: Wireless Devices - AP, LWAP, and WLC</a:t>
            </a:r>
            <a:endParaRPr lang="pt-BR" dirty="0"/>
          </a:p>
          <a:p>
            <a:r>
              <a:rPr lang="en-US" dirty="0"/>
              <a:t>5.1.9: Check Your Understanding - Identify the LAN Device</a:t>
            </a:r>
            <a:br>
              <a:rPr lang="en-US" dirty="0">
                <a:cs typeface="+mn-lt"/>
              </a:rPr>
            </a:br>
            <a:endParaRPr lang="en-US" dirty="0"/>
          </a:p>
          <a:p>
            <a:r>
              <a:rPr lang="en-US" dirty="0"/>
              <a:t>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5.2.1: Video - WLAN Threats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5.2.2: Wireless Security Overview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5.2.3: DoS Attacks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5.2.4: Rogue Access Points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5.2: WLAN Threats
5.2.5: Man-in-the-Middle Attack</a:t>
            </a:r>
            <a:endParaRPr lang="pt-BR"/>
          </a:p>
          <a:p>
            <a:r>
              <a:rPr lang="en-US" dirty="0"/>
              <a:t>5.2.6: Check Your Understanding - WLAN Threats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5.3.1: Video - Secure WLANs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5.3.2: SSID Cloaking and MAC Address Filtering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5.3.2: SSID Cloaking and MAC Address Filtering (Cont.)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5.3.3: 802.11 Original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5.3.4: Shared Key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5.3.5: Authenticating a Home User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5.3.6: Encryption Methods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5.3.7: Authentication in the Enterprise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5.3.8: WPA3</a:t>
            </a:r>
            <a:endParaRPr lang="pt-BR"/>
          </a:p>
          <a:p>
            <a:r>
              <a:rPr lang="en-US" dirty="0"/>
              <a:t>5.3.9: Check Your Understanding - Secure WLANs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5.3.10: Packet Tracer - Configure Basic Wireless Security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5.3: Secure WLANs
5.3.11: Packet Tracer - Troubleshoot a Wireless Connection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5.4: Wireless Network Communication Summary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5.4: Wireless Network Communication Summary</a:t>
            </a:r>
          </a:p>
          <a:p>
            <a:r>
              <a:rPr lang="en-US" dirty="0"/>
              <a:t>5.4.1: What did I learn in this module?</a:t>
            </a:r>
          </a:p>
          <a:p>
            <a:r>
              <a:rPr lang="en-US" dirty="0"/>
              <a:t>5.4.2: Module Quiz - WLAN Concepts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Wireless Network Communication
5.4: Wireless Network Communication Summary</a:t>
            </a:r>
          </a:p>
          <a:p>
            <a:r>
              <a:rPr lang="en-US" dirty="0"/>
              <a:t>5.4.2: Module Quiz - WLAN Concepts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nchor="t"/>
          <a:lstStyle/>
          <a:p>
            <a:pPr marL="0" indent="0">
              <a:buNone/>
            </a:pPr>
            <a:r>
              <a:rPr lang="en-US" sz="3600" dirty="0">
                <a:solidFill>
                  <a:srgbClr val="AFE8FB"/>
                </a:solidFill>
                <a:latin typeface="Arial" pitchFamily="34" charset="0"/>
                <a:ea typeface="Arial" pitchFamily="34" charset="-122"/>
                <a:cs typeface="Arial" pitchFamily="34" charset="-120"/>
              </a:rPr>
              <a:t>Module 5: Wireless Network Communication</a:t>
            </a:r>
            <a:endParaRPr lang="en-US" sz="3600" dirty="0"/>
          </a:p>
        </p:txBody>
      </p:sp>
      <p:sp>
        <p:nvSpPr>
          <p:cNvPr id="3" name="Text 1"/>
          <p:cNvSpPr/>
          <p:nvPr/>
        </p:nvSpPr>
        <p:spPr>
          <a:xfrm>
            <a:off x="457200" y="3343275"/>
            <a:ext cx="3657600" cy="555485"/>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82150"/>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Instructor Materials – Module 5 Planning Guide</a:t>
            </a:r>
            <a:endParaRPr lang="en-US" sz="2200" dirty="0">
              <a:latin typeface="Arial"/>
              <a:cs typeface="Arial"/>
            </a:endParaRPr>
          </a:p>
        </p:txBody>
      </p:sp>
      <p:sp>
        <p:nvSpPr>
          <p:cNvPr id="3" name="Text 1"/>
          <p:cNvSpPr/>
          <p:nvPr/>
        </p:nvSpPr>
        <p:spPr>
          <a:xfrm>
            <a:off x="0" y="457200"/>
            <a:ext cx="8229600" cy="4034413"/>
          </a:xfrm>
          <a:prstGeom prst="rect">
            <a:avLst/>
          </a:prstGeom>
          <a:noFill/>
          <a:ln/>
        </p:spPr>
        <p:txBody>
          <a:bodyPr wrap="square" lIns="91440" tIns="45720" rIns="91440" bIns="45720" rtlCol="0" anchor="t"/>
          <a:lstStyle/>
          <a:p>
            <a:pPr>
              <a:spcBef>
                <a:spcPts val="600"/>
              </a:spcBef>
              <a:spcAft>
                <a:spcPts val="600"/>
              </a:spcAft>
            </a:pPr>
            <a:r>
              <a:rPr lang="en-CA" sz="1400" dirty="0">
                <a:solidFill>
                  <a:srgbClr val="000000"/>
                </a:solidFill>
                <a:latin typeface="Arial"/>
                <a:ea typeface="Arial" pitchFamily="34" charset="-122"/>
                <a:cs typeface="Arial"/>
              </a:rPr>
              <a:t>This PowerPoint deck is divided in two parts:</a:t>
            </a:r>
            <a:endParaRPr lang="en-CA" sz="1400" dirty="0">
              <a:latin typeface="Arial"/>
              <a:ea typeface="+mn-lt"/>
              <a:cs typeface="Arial"/>
            </a:endParaRPr>
          </a:p>
          <a:p>
            <a:pPr marL="169545" indent="-169545">
              <a:spcBef>
                <a:spcPts val="600"/>
              </a:spcBef>
              <a:spcAft>
                <a:spcPts val="600"/>
              </a:spcAft>
              <a:buFont typeface="Arial,Sans-Serif"/>
              <a:buChar char="•"/>
            </a:pPr>
            <a:r>
              <a:rPr lang="en-US" sz="1400" dirty="0">
                <a:solidFill>
                  <a:srgbClr val="000000"/>
                </a:solidFill>
                <a:latin typeface="Arial"/>
                <a:ea typeface="Arial" pitchFamily="34" charset="-122"/>
                <a:cs typeface="Arial"/>
              </a:rPr>
              <a:t>Instructor Planning Guide</a:t>
            </a:r>
            <a:endParaRPr lang="en-CA" sz="1400" dirty="0">
              <a:latin typeface="Arial"/>
              <a:ea typeface="+mn-lt"/>
              <a:cs typeface="Arial"/>
            </a:endParaRPr>
          </a:p>
          <a:p>
            <a:pPr marL="358775" lvl="1" indent="-215900">
              <a:spcBef>
                <a:spcPts val="300"/>
              </a:spcBef>
              <a:spcAft>
                <a:spcPts val="300"/>
              </a:spcAft>
              <a:buFont typeface="Arial,Sans-Serif"/>
              <a:buChar char="•"/>
            </a:pPr>
            <a:r>
              <a:rPr lang="en-CA" sz="1400" dirty="0">
                <a:solidFill>
                  <a:srgbClr val="000000"/>
                </a:solidFill>
                <a:latin typeface="Arial"/>
                <a:ea typeface="Arial" pitchFamily="34" charset="-122"/>
                <a:cs typeface="Arial"/>
              </a:rPr>
              <a:t>Information to help you become familiar with the module</a:t>
            </a:r>
            <a:endParaRPr lang="en-CA" sz="1400" dirty="0">
              <a:latin typeface="Arial"/>
              <a:ea typeface="+mn-lt"/>
              <a:cs typeface="Arial"/>
            </a:endParaRPr>
          </a:p>
          <a:p>
            <a:pPr marL="358775" lvl="1" indent="-215900">
              <a:spcBef>
                <a:spcPts val="300"/>
              </a:spcBef>
              <a:spcAft>
                <a:spcPts val="300"/>
              </a:spcAft>
              <a:buFont typeface="Arial,Sans-Serif"/>
              <a:buChar char="•"/>
            </a:pPr>
            <a:r>
              <a:rPr lang="en-CA" sz="1400" dirty="0">
                <a:latin typeface="Arial"/>
                <a:cs typeface="Arial"/>
              </a:rPr>
              <a:t>Teaching aids</a:t>
            </a:r>
            <a:endParaRPr lang="en-US" sz="1400" dirty="0">
              <a:ea typeface="+mn-lt"/>
              <a:cs typeface="+mn-lt"/>
            </a:endParaRPr>
          </a:p>
          <a:p>
            <a:pPr marL="169545" indent="-169545">
              <a:spcBef>
                <a:spcPts val="600"/>
              </a:spcBef>
              <a:spcAft>
                <a:spcPts val="600"/>
              </a:spcAft>
              <a:buFont typeface="Arial,Sans-Serif"/>
              <a:buChar char="•"/>
            </a:pPr>
            <a:r>
              <a:rPr lang="en-CA" sz="1400" dirty="0">
                <a:latin typeface="Arial"/>
                <a:cs typeface="Arial"/>
              </a:rPr>
              <a:t>Instructor Class Presentation</a:t>
            </a:r>
            <a:endParaRPr lang="en-US" sz="1400" dirty="0">
              <a:ea typeface="+mn-lt"/>
              <a:cs typeface="+mn-lt"/>
            </a:endParaRPr>
          </a:p>
          <a:p>
            <a:pPr marL="358775" lvl="1" indent="-215900">
              <a:spcBef>
                <a:spcPts val="300"/>
              </a:spcBef>
              <a:spcAft>
                <a:spcPts val="300"/>
              </a:spcAft>
              <a:buFont typeface="Arial,Sans-Serif"/>
              <a:buChar char="•"/>
            </a:pPr>
            <a:r>
              <a:rPr lang="en-CA" sz="1400" dirty="0">
                <a:latin typeface="Arial"/>
                <a:cs typeface="Arial"/>
              </a:rPr>
              <a:t>Optional slides that you can use in the classroom</a:t>
            </a:r>
            <a:endParaRPr lang="en-US" sz="1400" dirty="0">
              <a:ea typeface="+mn-lt"/>
              <a:cs typeface="+mn-lt"/>
            </a:endParaRPr>
          </a:p>
          <a:p>
            <a:pPr marL="358775" lvl="1" indent="-215900">
              <a:spcBef>
                <a:spcPts val="300"/>
              </a:spcBef>
              <a:spcAft>
                <a:spcPts val="300"/>
              </a:spcAft>
              <a:buFont typeface="Arial,Sans-Serif"/>
              <a:buChar char="•"/>
            </a:pPr>
            <a:r>
              <a:rPr lang="en-CA" sz="1400" dirty="0">
                <a:latin typeface="Arial"/>
                <a:cs typeface="Arial"/>
              </a:rPr>
              <a:t>Begins on slide # 9</a:t>
            </a:r>
            <a:endParaRPr lang="en-US" sz="1400" dirty="0">
              <a:latin typeface="Calibri" panose="020F0502020204030204"/>
              <a:cs typeface="Calibri" panose="020F0502020204030204"/>
            </a:endParaRPr>
          </a:p>
          <a:p>
            <a:pPr marL="358775" lvl="1" indent="-215900">
              <a:spcBef>
                <a:spcPts val="300"/>
              </a:spcBef>
              <a:spcAft>
                <a:spcPts val="300"/>
              </a:spcAft>
              <a:buFont typeface="Arial,Sans-Serif"/>
              <a:buChar char="•"/>
            </a:pPr>
            <a:endParaRPr lang="en-CA" sz="1400" b="1" dirty="0">
              <a:latin typeface="Arial"/>
              <a:cs typeface="Arial"/>
            </a:endParaRPr>
          </a:p>
          <a:p>
            <a:pPr marL="142875" lvl="1">
              <a:spcBef>
                <a:spcPts val="300"/>
              </a:spcBef>
              <a:spcAft>
                <a:spcPts val="300"/>
              </a:spcAft>
            </a:pPr>
            <a:r>
              <a:rPr lang="en-CA" sz="1400" b="1" dirty="0">
                <a:latin typeface="Arial"/>
                <a:cs typeface="Arial"/>
              </a:rPr>
              <a:t>Note</a:t>
            </a:r>
            <a:r>
              <a:rPr lang="en-CA" sz="1400" dirty="0">
                <a:latin typeface="Arial"/>
                <a:cs typeface="Arial"/>
              </a:rPr>
              <a:t>: Remove the Planning Guide from this presentation before sharing with anyone.</a:t>
            </a:r>
            <a:endParaRPr lang="en-US" sz="1400" dirty="0">
              <a:ea typeface="+mn-lt"/>
              <a:cs typeface="+mn-lt"/>
            </a:endParaRPr>
          </a:p>
          <a:p>
            <a:pPr>
              <a:spcBef>
                <a:spcPts val="600"/>
              </a:spcBef>
              <a:spcAft>
                <a:spcPts val="600"/>
              </a:spcAft>
            </a:pPr>
            <a:endParaRPr kumimoji="0" lang="en-CA" sz="1400" b="1" i="0" u="none" strike="noStrike" kern="1200" cap="none" spc="0" normalizeH="0" baseline="0" noProof="0" dirty="0">
              <a:ln>
                <a:noFill/>
              </a:ln>
              <a:solidFill>
                <a:schemeClr val="accent1">
                  <a:lumMod val="75000"/>
                </a:schemeClr>
              </a:solidFill>
              <a:effectLst/>
              <a:uLnTx/>
              <a:uFillTx/>
              <a:latin typeface="Arial"/>
              <a:ea typeface="ＭＳ Ｐゴシック" charset="0"/>
            </a:endParaRPr>
          </a:p>
          <a:p>
            <a:pPr>
              <a:spcBef>
                <a:spcPts val="600"/>
              </a:spcBef>
              <a:spcAft>
                <a:spcPts val="600"/>
              </a:spcAft>
            </a:pPr>
            <a:endParaRPr lang="en-US" sz="1400" dirty="0">
              <a:ea typeface="+mn-lt"/>
              <a:cs typeface="+mn-lt"/>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What to Expect in this Module</a:t>
            </a:r>
            <a:endParaRPr lang="en-US" sz="2200" dirty="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p:txBody>
      </p:sp>
      <p:graphicFrame>
        <p:nvGraphicFramePr>
          <p:cNvPr id="6" name="Table 5">
            <a:extLst>
              <a:ext uri="{FF2B5EF4-FFF2-40B4-BE49-F238E27FC236}">
                <a16:creationId xmlns:a16="http://schemas.microsoft.com/office/drawing/2014/main" id="{CEA739AB-83E7-3356-BA00-BC3B68876B93}"/>
              </a:ext>
            </a:extLst>
          </p:cNvPr>
          <p:cNvGraphicFramePr>
            <a:graphicFrameLocks noGrp="1"/>
          </p:cNvGraphicFramePr>
          <p:nvPr>
            <p:extLst>
              <p:ext uri="{D42A27DB-BD31-4B8C-83A1-F6EECF244321}">
                <p14:modId xmlns:p14="http://schemas.microsoft.com/office/powerpoint/2010/main" val="579534153"/>
              </p:ext>
            </p:extLst>
          </p:nvPr>
        </p:nvGraphicFramePr>
        <p:xfrm>
          <a:off x="301658" y="1145310"/>
          <a:ext cx="8557528" cy="3393207"/>
        </p:xfrm>
        <a:graphic>
          <a:graphicData uri="http://schemas.openxmlformats.org/drawingml/2006/table">
            <a:tbl>
              <a:tblPr firstRow="1" bandRow="1">
                <a:tableStyleId>{5C22544A-7EE6-4342-B048-85BDC9FD1C3A}</a:tableStyleId>
              </a:tblPr>
              <a:tblGrid>
                <a:gridCol w="2223828">
                  <a:extLst>
                    <a:ext uri="{9D8B030D-6E8A-4147-A177-3AD203B41FA5}">
                      <a16:colId xmlns:a16="http://schemas.microsoft.com/office/drawing/2014/main" val="200107645"/>
                    </a:ext>
                  </a:extLst>
                </a:gridCol>
                <a:gridCol w="6333700">
                  <a:extLst>
                    <a:ext uri="{9D8B030D-6E8A-4147-A177-3AD203B41FA5}">
                      <a16:colId xmlns:a16="http://schemas.microsoft.com/office/drawing/2014/main" val="2648404099"/>
                    </a:ext>
                  </a:extLst>
                </a:gridCol>
              </a:tblGrid>
              <a:tr h="265091">
                <a:tc>
                  <a:txBody>
                    <a:bodyPr/>
                    <a:lstStyle/>
                    <a:p>
                      <a:r>
                        <a:rPr lang="en-US" sz="1400" dirty="0">
                          <a:latin typeface="Arial"/>
                          <a:cs typeface="Arial"/>
                        </a:rPr>
                        <a:t>Feature</a:t>
                      </a:r>
                    </a:p>
                  </a:txBody>
                  <a:tcPr/>
                </a:tc>
                <a:tc>
                  <a:txBody>
                    <a:bodyPr/>
                    <a:lstStyle/>
                    <a:p>
                      <a:r>
                        <a:rPr lang="en-US" sz="1400" dirty="0">
                          <a:latin typeface="Arial"/>
                          <a:cs typeface="Arial"/>
                        </a:rPr>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Arial"/>
                          <a:cs typeface="Arial"/>
                        </a:rPr>
                        <a:t>Avatar</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A virtual character, representing a subject matter expert, adds additional contextual information to skills the students have learned and helps them connecting the dots, by asking open reflection questions.</a:t>
                      </a:r>
                      <a:endParaRPr lang="en-US" sz="1400" dirty="0">
                        <a:highlight>
                          <a:srgbClr val="FFFF00"/>
                        </a:highlight>
                        <a:latin typeface="Arial"/>
                        <a:cs typeface="Arial"/>
                      </a:endParaRPr>
                    </a:p>
                  </a:txBody>
                  <a:tcPr/>
                </a:tc>
                <a:extLst>
                  <a:ext uri="{0D108BD9-81ED-4DB2-BD59-A6C34878D82A}">
                    <a16:rowId xmlns:a16="http://schemas.microsoft.com/office/drawing/2014/main" val="3678002380"/>
                  </a:ext>
                </a:extLst>
              </a:tr>
              <a:tr h="331556">
                <a:tc>
                  <a:txBody>
                    <a:bodyPr/>
                    <a:lstStyle/>
                    <a:p>
                      <a:pPr algn="l" fontAlgn="b"/>
                      <a:r>
                        <a:rPr lang="en-US" sz="1400" b="0" i="0" u="none" strike="noStrike" dirty="0">
                          <a:solidFill>
                            <a:srgbClr val="000000"/>
                          </a:solidFill>
                          <a:effectLst/>
                          <a:latin typeface="Arial"/>
                          <a:cs typeface="Arial"/>
                        </a:rPr>
                        <a:t>Animations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Videos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nchor="ct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Check Your Understanding</a:t>
                      </a:r>
                    </a:p>
                  </a:txBody>
                  <a:tcPr marL="9525" marR="9525" marT="9525" marB="0" anchor="ctr"/>
                </a:tc>
                <a:tc>
                  <a:txBody>
                    <a:bodyPr/>
                    <a:lstStyle/>
                    <a:p>
                      <a:r>
                        <a:rPr lang="en-US" sz="1400" dirty="0">
                          <a:latin typeface="Arial"/>
                          <a:cs typeface="Arial"/>
                        </a:rPr>
                        <a:t>Per topic online quiz to help learners gauge content understanding. </a:t>
                      </a:r>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Interactive Activities</a:t>
                      </a:r>
                    </a:p>
                  </a:txBody>
                  <a:tcPr marL="9525" marR="9525" marT="9525" marB="0" anchor="ctr"/>
                </a:tc>
                <a:tc>
                  <a:txBody>
                    <a:bodyPr/>
                    <a:lstStyle/>
                    <a:p>
                      <a:r>
                        <a:rPr lang="en-US" sz="1400" dirty="0">
                          <a:latin typeface="Arial"/>
                          <a:cs typeface="Arial"/>
                        </a:rP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Arial"/>
                          <a:cs typeface="Arial"/>
                        </a:rPr>
                        <a:t>Syntax Checker</a:t>
                      </a:r>
                    </a:p>
                  </a:txBody>
                  <a:tcPr marL="9525" marR="9525" marT="9525" marB="0" anchor="ctr"/>
                </a:tc>
                <a:tc>
                  <a:txBody>
                    <a:bodyPr/>
                    <a:lstStyle/>
                    <a:p>
                      <a:r>
                        <a:rPr lang="en-US" sz="1400" dirty="0">
                          <a:latin typeface="Arial"/>
                          <a:cs typeface="Arial"/>
                        </a:rP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Arial"/>
                          <a:cs typeface="Arial"/>
                        </a:rPr>
                        <a:t>PT Activity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What to Expect in this Module (Cont.)</a:t>
            </a:r>
            <a:endParaRPr lang="en-US" sz="2200" dirty="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endParaRPr>
          </a:p>
        </p:txBody>
      </p:sp>
      <p:graphicFrame>
        <p:nvGraphicFramePr>
          <p:cNvPr id="4" name="Content Placeholder 3">
            <a:extLst>
              <a:ext uri="{FF2B5EF4-FFF2-40B4-BE49-F238E27FC236}">
                <a16:creationId xmlns:a16="http://schemas.microsoft.com/office/drawing/2014/main" id="{74BDC3A2-25BF-088E-7180-9A2D59018DFF}"/>
              </a:ext>
            </a:extLst>
          </p:cNvPr>
          <p:cNvGraphicFramePr>
            <a:graphicFrameLocks/>
          </p:cNvGraphicFramePr>
          <p:nvPr/>
        </p:nvGraphicFramePr>
        <p:xfrm>
          <a:off x="375270" y="1139190"/>
          <a:ext cx="8311530" cy="1432560"/>
        </p:xfrm>
        <a:graphic>
          <a:graphicData uri="http://schemas.openxmlformats.org/drawingml/2006/table">
            <a:tbl>
              <a:tblPr firstRow="1" bandRow="1">
                <a:tableStyleId>{5C22544A-7EE6-4342-B048-85BDC9FD1C3A}</a:tableStyleId>
              </a:tblPr>
              <a:tblGrid>
                <a:gridCol w="2106366">
                  <a:extLst>
                    <a:ext uri="{9D8B030D-6E8A-4147-A177-3AD203B41FA5}">
                      <a16:colId xmlns:a16="http://schemas.microsoft.com/office/drawing/2014/main" val="3215831619"/>
                    </a:ext>
                  </a:extLst>
                </a:gridCol>
                <a:gridCol w="6205164">
                  <a:extLst>
                    <a:ext uri="{9D8B030D-6E8A-4147-A177-3AD203B41FA5}">
                      <a16:colId xmlns:a16="http://schemas.microsoft.com/office/drawing/2014/main" val="276475465"/>
                    </a:ext>
                  </a:extLst>
                </a:gridCol>
              </a:tblGrid>
              <a:tr h="265091">
                <a:tc>
                  <a:txBody>
                    <a:bodyPr/>
                    <a:lstStyle/>
                    <a:p>
                      <a:pPr algn="l" fontAlgn="b"/>
                      <a:r>
                        <a:rPr lang="en-US" sz="1400" b="1" i="0" u="none" strike="noStrike">
                          <a:solidFill>
                            <a:schemeClr val="bg1"/>
                          </a:solidFill>
                          <a:effectLst/>
                          <a:latin typeface="Arial" panose="020B0604020202020204" pitchFamily="34" charset="0"/>
                          <a:cs typeface="Arial" panose="020B0604020202020204" pitchFamily="34" charset="0"/>
                        </a:rPr>
                        <a:t>Feature</a:t>
                      </a:r>
                    </a:p>
                  </a:txBody>
                  <a:tcPr marL="9525" marR="9525" marT="9525" marB="0" anchor="b"/>
                </a:tc>
                <a:tc>
                  <a:txBody>
                    <a:bodyPr/>
                    <a:lstStyle/>
                    <a:p>
                      <a:r>
                        <a:rPr lang="en-US" sz="1400" dirty="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Hands-On Labs</a:t>
                      </a:r>
                    </a:p>
                  </a:txBody>
                  <a:tcPr marL="9525" marR="9525" marT="9525" marB="0" anchor="ctr"/>
                </a:tc>
                <a:tc>
                  <a:txBody>
                    <a:bodyPr/>
                    <a:lstStyle/>
                    <a:p>
                      <a:r>
                        <a:rPr lang="en-US" sz="1400">
                          <a:latin typeface="Arial" panose="020B0604020202020204" pitchFamily="34" charset="0"/>
                          <a:cs typeface="Arial" panose="020B0604020202020204" pitchFamily="34" charset="0"/>
                        </a:rPr>
                        <a:t>Labs designed for working with physical equipment.</a:t>
                      </a:r>
                    </a:p>
                  </a:txBody>
                  <a:tcPr/>
                </a:tc>
                <a:extLst>
                  <a:ext uri="{0D108BD9-81ED-4DB2-BD59-A6C34878D82A}">
                    <a16:rowId xmlns:a16="http://schemas.microsoft.com/office/drawing/2014/main" val="2258594367"/>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Quizzes</a:t>
                      </a:r>
                    </a:p>
                  </a:txBody>
                  <a:tcPr marL="9525" marR="9525" marT="9525" marB="0" anchor="ctr"/>
                </a:tc>
                <a:tc>
                  <a:txBody>
                    <a:bodyPr/>
                    <a:lstStyle/>
                    <a:p>
                      <a:r>
                        <a:rPr lang="en-US" sz="1400">
                          <a:latin typeface="Arial" panose="020B0604020202020204" pitchFamily="34" charset="0"/>
                          <a:cs typeface="Arial" panose="020B0604020202020204" pitchFamily="34" charset="0"/>
                        </a:rP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Summary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Briefly recaps module content.</a:t>
                      </a:r>
                    </a:p>
                  </a:txBody>
                  <a:tcPr/>
                </a:tc>
                <a:extLst>
                  <a:ext uri="{0D108BD9-81ED-4DB2-BD59-A6C34878D82A}">
                    <a16:rowId xmlns:a16="http://schemas.microsoft.com/office/drawing/2014/main" val="22670462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695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1"/>
            <a:ext cx="9144000" cy="540327"/>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Check Your Understanding</a:t>
            </a:r>
            <a:endParaRPr lang="en-US" sz="2200" dirty="0">
              <a:latin typeface="Arial"/>
              <a:cs typeface="Arial"/>
            </a:endParaRPr>
          </a:p>
        </p:txBody>
      </p:sp>
      <p:sp>
        <p:nvSpPr>
          <p:cNvPr id="3" name="Text 1"/>
          <p:cNvSpPr/>
          <p:nvPr/>
        </p:nvSpPr>
        <p:spPr>
          <a:xfrm>
            <a:off x="393872" y="851071"/>
            <a:ext cx="7928405" cy="1468567"/>
          </a:xfrm>
          <a:prstGeom prst="rect">
            <a:avLst/>
          </a:prstGeom>
          <a:noFill/>
          <a:ln/>
        </p:spPr>
        <p:txBody>
          <a:bodyPr wrap="square" lIns="91440" tIns="45720" rIns="91440" bIns="45720" rtlCol="0" anchor="t"/>
          <a:lstStyle/>
          <a:p>
            <a:pPr marL="285750" indent="-285750" algn="l" rtl="0" fontAlgn="base">
              <a:spcBef>
                <a:spcPct val="30000"/>
              </a:spcBef>
              <a:buFont typeface="Arial,Sans-Serif" panose="020B0604020202020204" pitchFamily="34" charset="0"/>
              <a:buChar char="•"/>
            </a:pPr>
            <a:r>
              <a:rPr lang="en-US" sz="1400" b="0" i="0" u="none" strike="noStrike" dirty="0">
                <a:effectLst/>
                <a:latin typeface="Arial"/>
                <a:cs typeface="Arial"/>
              </a:rPr>
              <a:t>Check Your Understanding activities are designed to let students quickly determine if they understand the content and can proceed, or if they need to review. </a:t>
            </a:r>
            <a:endParaRPr lang="en-US" sz="1400" b="0" i="0" dirty="0">
              <a:effectLst/>
              <a:ea typeface="+mn-lt"/>
              <a:cs typeface="+mn-lt"/>
            </a:endParaRPr>
          </a:p>
          <a:p>
            <a:pPr marL="285750" indent="-285750" algn="l">
              <a:spcBef>
                <a:spcPct val="30000"/>
              </a:spcBef>
              <a:buFont typeface="Arial,Sans-Serif" panose="020B0604020202020204" pitchFamily="34" charset="0"/>
              <a:buChar char="•"/>
            </a:pPr>
            <a:r>
              <a:rPr lang="en-US" sz="1400" b="0" i="0" u="none" strike="noStrike" dirty="0">
                <a:effectLst/>
                <a:latin typeface="Arial"/>
                <a:cs typeface="Arial"/>
              </a:rPr>
              <a:t>Check Your Understanding activities </a:t>
            </a:r>
            <a:r>
              <a:rPr lang="en-US" sz="1400" b="1" i="1" u="none" strike="noStrike" dirty="0">
                <a:effectLst/>
                <a:latin typeface="Arial"/>
                <a:cs typeface="Arial"/>
              </a:rPr>
              <a:t>do not </a:t>
            </a:r>
            <a:r>
              <a:rPr lang="en-US" sz="1400" b="0" i="0" u="none" strike="noStrike" dirty="0">
                <a:effectLst/>
                <a:latin typeface="Arial"/>
                <a:cs typeface="Arial"/>
              </a:rPr>
              <a:t>affect student grades.</a:t>
            </a:r>
            <a:endParaRPr lang="en-US" sz="1400" dirty="0">
              <a:ea typeface="+mn-lt"/>
              <a:cs typeface="+mn-lt"/>
            </a:endParaRPr>
          </a:p>
          <a:p>
            <a:pPr marL="285750" indent="-285750">
              <a:spcBef>
                <a:spcPct val="30000"/>
              </a:spcBef>
              <a:buFont typeface="Arial,Sans-Serif" panose="020B0604020202020204" pitchFamily="34" charset="0"/>
              <a:buChar char="•"/>
            </a:pPr>
            <a:r>
              <a:rPr lang="en-US" sz="1400" b="0" i="0" u="none" strike="noStrike" dirty="0">
                <a:effectLst/>
                <a:latin typeface="Arial"/>
                <a:cs typeface="Arial"/>
              </a:rPr>
              <a:t>There are no separate slides for these activities in the PPT. They are listed in the notes area of</a:t>
            </a:r>
            <a:r>
              <a:rPr lang="en-US" sz="1400" dirty="0">
                <a:latin typeface="Arial"/>
                <a:cs typeface="Arial"/>
              </a:rPr>
              <a:t> </a:t>
            </a:r>
            <a:r>
              <a:rPr lang="en-US" sz="1400" b="0" i="0" u="none" strike="noStrike" dirty="0">
                <a:effectLst/>
                <a:latin typeface="Arial"/>
                <a:cs typeface="Arial"/>
              </a:rPr>
              <a:t>the</a:t>
            </a:r>
            <a:r>
              <a:rPr lang="en-US" sz="1400" dirty="0">
                <a:latin typeface="Arial"/>
                <a:cs typeface="Arial"/>
              </a:rPr>
              <a:t> </a:t>
            </a:r>
            <a:r>
              <a:rPr lang="en-US" sz="1400" b="0" i="0" u="none" strike="noStrike" dirty="0">
                <a:effectLst/>
                <a:latin typeface="Arial"/>
                <a:cs typeface="Arial"/>
              </a:rPr>
              <a:t>slide that appears before these activities.</a:t>
            </a:r>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Module 5: Activities</a:t>
            </a:r>
            <a:endParaRPr lang="en-US" sz="2200" dirty="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36631" y="435393"/>
            <a:ext cx="8695135" cy="3179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3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What activities are associated with this module?</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1379314111"/>
              </p:ext>
            </p:extLst>
          </p:nvPr>
        </p:nvGraphicFramePr>
        <p:xfrm>
          <a:off x="332072" y="753351"/>
          <a:ext cx="8479855" cy="4081780"/>
        </p:xfrm>
        <a:graphic>
          <a:graphicData uri="http://schemas.openxmlformats.org/drawingml/2006/table">
            <a:tbl>
              <a:tblPr firstRow="1" bandRow="1">
                <a:tableStyleId>{5C22544A-7EE6-4342-B048-85BDC9FD1C3A}</a:tableStyleId>
              </a:tblPr>
              <a:tblGrid>
                <a:gridCol w="1046785">
                  <a:extLst>
                    <a:ext uri="{9D8B030D-6E8A-4147-A177-3AD203B41FA5}">
                      <a16:colId xmlns:a16="http://schemas.microsoft.com/office/drawing/2014/main" val="314965042"/>
                    </a:ext>
                  </a:extLst>
                </a:gridCol>
                <a:gridCol w="1762125">
                  <a:extLst>
                    <a:ext uri="{9D8B030D-6E8A-4147-A177-3AD203B41FA5}">
                      <a16:colId xmlns:a16="http://schemas.microsoft.com/office/drawing/2014/main" val="1540795028"/>
                    </a:ext>
                  </a:extLst>
                </a:gridCol>
                <a:gridCol w="3972087">
                  <a:extLst>
                    <a:ext uri="{9D8B030D-6E8A-4147-A177-3AD203B41FA5}">
                      <a16:colId xmlns:a16="http://schemas.microsoft.com/office/drawing/2014/main" val="2968452238"/>
                    </a:ext>
                  </a:extLst>
                </a:gridCol>
                <a:gridCol w="1698858">
                  <a:extLst>
                    <a:ext uri="{9D8B030D-6E8A-4147-A177-3AD203B41FA5}">
                      <a16:colId xmlns:a16="http://schemas.microsoft.com/office/drawing/2014/main" val="286226043"/>
                    </a:ext>
                  </a:extLst>
                </a:gridCol>
              </a:tblGrid>
              <a:tr h="370840">
                <a:tc>
                  <a:txBody>
                    <a:bodyPr/>
                    <a:lstStyle/>
                    <a:p>
                      <a:pPr algn="ctr"/>
                      <a:r>
                        <a:rPr lang="en-US" sz="1400" dirty="0">
                          <a:latin typeface="Arial"/>
                          <a:cs typeface="Arial"/>
                        </a:rPr>
                        <a:t>Page #</a:t>
                      </a:r>
                    </a:p>
                  </a:txBody>
                  <a:tcPr/>
                </a:tc>
                <a:tc>
                  <a:txBody>
                    <a:bodyPr/>
                    <a:lstStyle/>
                    <a:p>
                      <a:pPr algn="ctr"/>
                      <a:r>
                        <a:rPr lang="en-US" sz="1400" dirty="0">
                          <a:latin typeface="Arial"/>
                          <a:cs typeface="Arial"/>
                        </a:rPr>
                        <a:t>Activity</a:t>
                      </a:r>
                    </a:p>
                  </a:txBody>
                  <a:tcPr/>
                </a:tc>
                <a:tc>
                  <a:txBody>
                    <a:bodyPr/>
                    <a:lstStyle/>
                    <a:p>
                      <a:pPr algn="ctr"/>
                      <a:r>
                        <a:rPr lang="en-US" sz="1400" dirty="0">
                          <a:latin typeface="Arial"/>
                          <a:cs typeface="Arial"/>
                        </a:rPr>
                        <a:t>Activity Name</a:t>
                      </a:r>
                    </a:p>
                  </a:txBody>
                  <a:tcPr/>
                </a:tc>
                <a:tc>
                  <a:txBody>
                    <a:bodyPr/>
                    <a:lstStyle/>
                    <a:p>
                      <a:pPr algn="ctr"/>
                      <a:r>
                        <a:rPr lang="en-US" sz="1400" dirty="0">
                          <a:latin typeface="Arial"/>
                          <a:cs typeface="Arial"/>
                        </a:rPr>
                        <a:t>Optional?</a:t>
                      </a:r>
                    </a:p>
                  </a:txBody>
                  <a:tcPr/>
                </a:tc>
                <a:extLst>
                  <a:ext uri="{0D108BD9-81ED-4DB2-BD59-A6C34878D82A}">
                    <a16:rowId xmlns:a16="http://schemas.microsoft.com/office/drawing/2014/main" val="317262977"/>
                  </a:ext>
                </a:extLst>
              </a:tr>
              <a:tr h="370840">
                <a:tc>
                  <a:txBody>
                    <a:bodyPr/>
                    <a:lstStyle/>
                    <a:p>
                      <a:pPr algn="ctr" fontAlgn="t"/>
                      <a:r>
                        <a:rPr lang="en-US" sz="1400" b="0" i="0" u="none" strike="noStrike" dirty="0">
                          <a:solidFill>
                            <a:srgbClr val="000000"/>
                          </a:solidFill>
                          <a:effectLst/>
                          <a:latin typeface="Arial"/>
                        </a:rPr>
                        <a:t>5.1.1</a:t>
                      </a:r>
                    </a:p>
                  </a:txBody>
                  <a:tcPr marL="6350" marR="6350" marT="6350" marB="0" anchor="ctr"/>
                </a:tc>
                <a:tc>
                  <a:txBody>
                    <a:bodyPr/>
                    <a:lstStyle/>
                    <a:p>
                      <a:pPr algn="l" fontAlgn="t"/>
                      <a:r>
                        <a:rPr lang="en-US" sz="1400" b="0" i="0" u="none" strike="noStrike" dirty="0">
                          <a:solidFill>
                            <a:srgbClr val="000000"/>
                          </a:solidFill>
                          <a:effectLst/>
                          <a:latin typeface="Arial"/>
                        </a:rPr>
                        <a:t>Video</a:t>
                      </a:r>
                    </a:p>
                  </a:txBody>
                  <a:tcPr marL="6350" marR="6350" marT="6350" marB="0" anchor="ctr"/>
                </a:tc>
                <a:tc>
                  <a:txBody>
                    <a:bodyPr/>
                    <a:lstStyle/>
                    <a:p>
                      <a:pPr algn="l" fontAlgn="t"/>
                      <a:r>
                        <a:rPr lang="en-US" sz="1400" b="0" i="0" u="none" strike="noStrike" dirty="0">
                          <a:solidFill>
                            <a:srgbClr val="000000"/>
                          </a:solidFill>
                          <a:effectLst/>
                          <a:latin typeface="Arial"/>
                        </a:rPr>
                        <a:t>Video - WLAN Operation</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808838465"/>
                  </a:ext>
                </a:extLst>
              </a:tr>
              <a:tr h="370840">
                <a:tc>
                  <a:txBody>
                    <a:bodyPr/>
                    <a:lstStyle/>
                    <a:p>
                      <a:pPr algn="ctr" fontAlgn="t"/>
                      <a:r>
                        <a:rPr lang="en-US" sz="1400" b="0" i="0" u="none" strike="noStrike" dirty="0">
                          <a:solidFill>
                            <a:srgbClr val="000000"/>
                          </a:solidFill>
                          <a:effectLst/>
                          <a:latin typeface="Arial"/>
                        </a:rPr>
                        <a:t>5.1.7</a:t>
                      </a:r>
                    </a:p>
                  </a:txBody>
                  <a:tcPr marL="6350" marR="6350" marT="6350" marB="0" anchor="ctr"/>
                </a:tc>
                <a:tc>
                  <a:txBody>
                    <a:bodyPr/>
                    <a:lstStyle/>
                    <a:p>
                      <a:pPr algn="l" fontAlgn="t"/>
                      <a:r>
                        <a:rPr lang="en-US" sz="1400" b="0" i="0" u="none" strike="noStrike" dirty="0">
                          <a:solidFill>
                            <a:srgbClr val="000000"/>
                          </a:solidFill>
                          <a:effectLst/>
                          <a:latin typeface="Arial"/>
                        </a:rPr>
                        <a:t>Check Your Understanding</a:t>
                      </a:r>
                    </a:p>
                  </a:txBody>
                  <a:tcPr marL="6350" marR="6350" marT="6350" marB="0" anchor="ctr"/>
                </a:tc>
                <a:tc>
                  <a:txBody>
                    <a:bodyPr/>
                    <a:lstStyle/>
                    <a:p>
                      <a:pPr algn="l" fontAlgn="t"/>
                      <a:r>
                        <a:rPr lang="en-US" sz="1400" b="0" i="0" u="none" strike="noStrike" dirty="0">
                          <a:solidFill>
                            <a:srgbClr val="000000"/>
                          </a:solidFill>
                          <a:effectLst/>
                          <a:latin typeface="Arial"/>
                        </a:rPr>
                        <a:t>Check Your Understanding -Steps in the Client and AP Process</a:t>
                      </a: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Arial"/>
                          <a:cs typeface="Arial"/>
                        </a:rPr>
                        <a:t>Recommended</a:t>
                      </a:r>
                    </a:p>
                  </a:txBody>
                  <a:tcPr anchor="ctr"/>
                </a:tc>
                <a:extLst>
                  <a:ext uri="{0D108BD9-81ED-4DB2-BD59-A6C34878D82A}">
                    <a16:rowId xmlns:a16="http://schemas.microsoft.com/office/drawing/2014/main" val="336137477"/>
                  </a:ext>
                </a:extLst>
              </a:tr>
              <a:tr h="370840">
                <a:tc>
                  <a:txBody>
                    <a:bodyPr/>
                    <a:lstStyle/>
                    <a:p>
                      <a:pPr lvl="0" algn="ctr">
                        <a:buNone/>
                      </a:pPr>
                      <a:r>
                        <a:rPr lang="en-US" sz="1400" b="0" i="0" u="none" strike="noStrike" dirty="0">
                          <a:solidFill>
                            <a:srgbClr val="000000"/>
                          </a:solidFill>
                          <a:effectLst/>
                          <a:latin typeface="Arial"/>
                        </a:rPr>
                        <a:t>5.1.9</a:t>
                      </a:r>
                      <a:endParaRPr lang="pt-BR"/>
                    </a:p>
                  </a:txBody>
                  <a:tcPr marL="6350" marR="6350" marT="6350" marB="0" anchor="ctr"/>
                </a:tc>
                <a:tc>
                  <a:txBody>
                    <a:bodyPr/>
                    <a:lstStyle/>
                    <a:p>
                      <a:pPr lvl="0" algn="l">
                        <a:buNone/>
                      </a:pPr>
                      <a:r>
                        <a:rPr lang="en-US" sz="1400" b="0" i="0" u="none" strike="noStrike" noProof="0" dirty="0">
                          <a:solidFill>
                            <a:srgbClr val="000000"/>
                          </a:solidFill>
                          <a:effectLst/>
                          <a:latin typeface="Arial"/>
                        </a:rPr>
                        <a:t>Check Your Understanding</a:t>
                      </a:r>
                      <a:endParaRPr lang="pt-BR" dirty="0"/>
                    </a:p>
                  </a:txBody>
                  <a:tcPr marL="6350" marR="6350" marT="6350" marB="0" anchor="ctr"/>
                </a:tc>
                <a:tc>
                  <a:txBody>
                    <a:bodyPr/>
                    <a:lstStyle/>
                    <a:p>
                      <a:pPr lvl="0" algn="l">
                        <a:buNone/>
                      </a:pPr>
                      <a:r>
                        <a:rPr lang="en-US" sz="1400" b="0" i="0" u="none" strike="noStrike" noProof="0" dirty="0">
                          <a:solidFill>
                            <a:srgbClr val="000000"/>
                          </a:solidFill>
                          <a:effectLst/>
                          <a:latin typeface="Arial"/>
                        </a:rPr>
                        <a:t>Check Your Understanding -</a:t>
                      </a:r>
                      <a:r>
                        <a:rPr lang="en-US" sz="1400" b="0" i="0" u="none" strike="noStrike" dirty="0">
                          <a:solidFill>
                            <a:srgbClr val="000000"/>
                          </a:solidFill>
                          <a:effectLst/>
                          <a:latin typeface="Arial"/>
                        </a:rPr>
                        <a:t>Identify the LAN Device</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3927996564"/>
                  </a:ext>
                </a:extLst>
              </a:tr>
              <a:tr h="370840">
                <a:tc>
                  <a:txBody>
                    <a:bodyPr/>
                    <a:lstStyle/>
                    <a:p>
                      <a:pPr algn="ctr" fontAlgn="t"/>
                      <a:r>
                        <a:rPr lang="en-US" sz="1400" b="0" i="0" u="none" strike="noStrike" dirty="0">
                          <a:solidFill>
                            <a:srgbClr val="000000"/>
                          </a:solidFill>
                          <a:effectLst/>
                          <a:latin typeface="Arial"/>
                        </a:rPr>
                        <a:t>5.2.1</a:t>
                      </a:r>
                    </a:p>
                  </a:txBody>
                  <a:tcPr marL="6350" marR="6350" marT="6350" marB="0" anchor="ctr"/>
                </a:tc>
                <a:tc>
                  <a:txBody>
                    <a:bodyPr/>
                    <a:lstStyle/>
                    <a:p>
                      <a:pPr algn="l" fontAlgn="t"/>
                      <a:r>
                        <a:rPr lang="en-US" sz="1400" b="0" i="0" u="none" strike="noStrike" dirty="0">
                          <a:solidFill>
                            <a:srgbClr val="000000"/>
                          </a:solidFill>
                          <a:effectLst/>
                          <a:latin typeface="Arial"/>
                        </a:rPr>
                        <a:t>Video</a:t>
                      </a:r>
                    </a:p>
                  </a:txBody>
                  <a:tcPr marL="6350" marR="6350" marT="6350" marB="0" anchor="ctr"/>
                </a:tc>
                <a:tc>
                  <a:txBody>
                    <a:bodyPr/>
                    <a:lstStyle/>
                    <a:p>
                      <a:pPr algn="l" fontAlgn="t"/>
                      <a:r>
                        <a:rPr lang="en-US" sz="1400" b="0" i="0" u="none" strike="noStrike" dirty="0">
                          <a:solidFill>
                            <a:srgbClr val="000000"/>
                          </a:solidFill>
                          <a:effectLst/>
                          <a:latin typeface="Arial"/>
                        </a:rPr>
                        <a:t>Video – WLAN Threats</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3946910163"/>
                  </a:ext>
                </a:extLst>
              </a:tr>
              <a:tr h="370840">
                <a:tc>
                  <a:txBody>
                    <a:bodyPr/>
                    <a:lstStyle/>
                    <a:p>
                      <a:pPr algn="ctr" fontAlgn="t"/>
                      <a:r>
                        <a:rPr lang="en-US" sz="1400" b="0" i="0" u="none" strike="noStrike" dirty="0">
                          <a:solidFill>
                            <a:srgbClr val="000000"/>
                          </a:solidFill>
                          <a:effectLst/>
                          <a:latin typeface="Arial"/>
                        </a:rPr>
                        <a:t>5.2.6</a:t>
                      </a:r>
                    </a:p>
                  </a:txBody>
                  <a:tcPr marL="6350" marR="6350" marT="6350" marB="0" anchor="ctr"/>
                </a:tc>
                <a:tc>
                  <a:txBody>
                    <a:bodyPr/>
                    <a:lstStyle/>
                    <a:p>
                      <a:pPr lvl="0" algn="l">
                        <a:buNone/>
                      </a:pPr>
                      <a:r>
                        <a:rPr lang="en-US" sz="1400" b="0" i="0" u="none" strike="noStrike" noProof="0" dirty="0">
                          <a:solidFill>
                            <a:srgbClr val="000000"/>
                          </a:solidFill>
                          <a:effectLst/>
                          <a:latin typeface="Arial"/>
                        </a:rPr>
                        <a:t>Check Your Understanding</a:t>
                      </a:r>
                      <a:endParaRPr lang="en-US" sz="1400" b="0" i="0" u="none" strike="noStrike" dirty="0">
                        <a:solidFill>
                          <a:srgbClr val="000000"/>
                        </a:solidFill>
                        <a:effectLst/>
                        <a:latin typeface="Arial"/>
                      </a:endParaRPr>
                    </a:p>
                  </a:txBody>
                  <a:tcPr marL="6350" marR="6350" marT="6350" marB="0" anchor="ctr"/>
                </a:tc>
                <a:tc>
                  <a:txBody>
                    <a:bodyPr/>
                    <a:lstStyle/>
                    <a:p>
                      <a:pPr lvl="0" algn="l">
                        <a:buNone/>
                      </a:pPr>
                      <a:r>
                        <a:rPr lang="en-US" sz="1400" b="0" i="0" u="none" strike="noStrike" noProof="0" dirty="0">
                          <a:solidFill>
                            <a:srgbClr val="000000"/>
                          </a:solidFill>
                          <a:effectLst/>
                          <a:latin typeface="Arial"/>
                        </a:rPr>
                        <a:t>Check Your Understanding - </a:t>
                      </a:r>
                      <a:r>
                        <a:rPr lang="en-US" sz="1400" b="0" i="0" u="none" strike="noStrike" dirty="0">
                          <a:solidFill>
                            <a:srgbClr val="000000"/>
                          </a:solidFill>
                          <a:effectLst/>
                          <a:latin typeface="Arial"/>
                        </a:rPr>
                        <a:t>WLAN Threats</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2405848159"/>
                  </a:ext>
                </a:extLst>
              </a:tr>
              <a:tr h="370840">
                <a:tc>
                  <a:txBody>
                    <a:bodyPr/>
                    <a:lstStyle/>
                    <a:p>
                      <a:pPr algn="ctr" fontAlgn="t"/>
                      <a:r>
                        <a:rPr lang="en-US" sz="1400" b="0" i="0" u="none" strike="noStrike" dirty="0">
                          <a:solidFill>
                            <a:srgbClr val="000000"/>
                          </a:solidFill>
                          <a:effectLst/>
                          <a:latin typeface="Arial"/>
                        </a:rPr>
                        <a:t>5.3.1</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rPr>
                        <a:t>Video</a:t>
                      </a:r>
                    </a:p>
                  </a:txBody>
                  <a:tcPr marL="6350" marR="6350" marT="6350" marB="0" anchor="ctr"/>
                </a:tc>
                <a:tc>
                  <a:txBody>
                    <a:bodyPr/>
                    <a:lstStyle/>
                    <a:p>
                      <a:pPr algn="l" fontAlgn="t"/>
                      <a:r>
                        <a:rPr lang="en-US" sz="1400" b="0" i="0" u="none" strike="noStrike" dirty="0">
                          <a:solidFill>
                            <a:srgbClr val="000000"/>
                          </a:solidFill>
                          <a:effectLst/>
                          <a:latin typeface="Arial"/>
                        </a:rPr>
                        <a:t>Video – Secure WLANs</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2945999785"/>
                  </a:ext>
                </a:extLst>
              </a:tr>
              <a:tr h="370840">
                <a:tc>
                  <a:txBody>
                    <a:bodyPr/>
                    <a:lstStyle/>
                    <a:p>
                      <a:pPr algn="ctr" fontAlgn="t"/>
                      <a:r>
                        <a:rPr lang="en-US" sz="1400" b="0" i="0" u="none" strike="noStrike" dirty="0">
                          <a:solidFill>
                            <a:srgbClr val="000000"/>
                          </a:solidFill>
                          <a:effectLst/>
                          <a:latin typeface="Arial"/>
                        </a:rPr>
                        <a:t>5.3.9</a:t>
                      </a:r>
                    </a:p>
                  </a:txBody>
                  <a:tcPr marL="6350" marR="6350" marT="6350" marB="0" anchor="ctr"/>
                </a:tc>
                <a:tc>
                  <a:txBody>
                    <a:bodyPr/>
                    <a:lstStyle/>
                    <a:p>
                      <a:pPr marL="0" marR="0" lvl="0" indent="0" algn="l">
                        <a:lnSpc>
                          <a:spcPct val="100000"/>
                        </a:lnSpc>
                        <a:spcBef>
                          <a:spcPts val="0"/>
                        </a:spcBef>
                        <a:spcAft>
                          <a:spcPts val="0"/>
                        </a:spcAft>
                        <a:buNone/>
                      </a:pPr>
                      <a:r>
                        <a:rPr lang="en-US" sz="1400" b="0" i="0" u="none" strike="noStrike" noProof="0" dirty="0">
                          <a:solidFill>
                            <a:srgbClr val="000000"/>
                          </a:solidFill>
                          <a:effectLst/>
                          <a:latin typeface="Arial"/>
                        </a:rPr>
                        <a:t>Check Your Understanding</a:t>
                      </a:r>
                      <a:endParaRPr lang="en-US" sz="1400" b="0" i="0" u="none" strike="noStrike" dirty="0">
                        <a:solidFill>
                          <a:srgbClr val="000000"/>
                        </a:solidFill>
                        <a:effectLst/>
                        <a:latin typeface="Arial"/>
                      </a:endParaRPr>
                    </a:p>
                  </a:txBody>
                  <a:tcPr marL="6350" marR="6350" marT="6350" marB="0" anchor="ctr"/>
                </a:tc>
                <a:tc>
                  <a:txBody>
                    <a:bodyPr/>
                    <a:lstStyle/>
                    <a:p>
                      <a:pPr lvl="0" algn="l">
                        <a:buNone/>
                      </a:pPr>
                      <a:r>
                        <a:rPr lang="en-US" sz="1400" b="0" i="0" u="none" strike="noStrike" noProof="0" dirty="0">
                          <a:solidFill>
                            <a:srgbClr val="000000"/>
                          </a:solidFill>
                          <a:effectLst/>
                          <a:latin typeface="Arial"/>
                        </a:rPr>
                        <a:t>Check Your Understanding - </a:t>
                      </a:r>
                      <a:r>
                        <a:rPr lang="en-US" sz="1400" b="0" i="0" u="none" strike="noStrike" dirty="0">
                          <a:solidFill>
                            <a:srgbClr val="000000"/>
                          </a:solidFill>
                          <a:effectLst/>
                          <a:latin typeface="Arial"/>
                        </a:rPr>
                        <a:t>Secure WLANs</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1414221699"/>
                  </a:ext>
                </a:extLst>
              </a:tr>
              <a:tr h="370840">
                <a:tc>
                  <a:txBody>
                    <a:bodyPr/>
                    <a:lstStyle/>
                    <a:p>
                      <a:pPr algn="ctr" fontAlgn="t"/>
                      <a:r>
                        <a:rPr lang="en-US" sz="1400" b="0" i="0" u="none" strike="noStrike" dirty="0">
                          <a:solidFill>
                            <a:srgbClr val="000000"/>
                          </a:solidFill>
                          <a:effectLst/>
                          <a:latin typeface="Arial"/>
                        </a:rPr>
                        <a:t>5.3.10</a:t>
                      </a: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rPr>
                        <a:t>PT Activity</a:t>
                      </a:r>
                    </a:p>
                  </a:txBody>
                  <a:tcPr marL="6350" marR="6350" marT="6350" marB="0" anchor="ctr"/>
                </a:tc>
                <a:tc>
                  <a:txBody>
                    <a:bodyPr/>
                    <a:lstStyle/>
                    <a:p>
                      <a:pPr algn="l" fontAlgn="t"/>
                      <a:r>
                        <a:rPr lang="en-US" sz="1400" b="0" i="0" u="none" strike="noStrike" dirty="0">
                          <a:solidFill>
                            <a:srgbClr val="000000"/>
                          </a:solidFill>
                          <a:effectLst/>
                          <a:latin typeface="Arial"/>
                        </a:rPr>
                        <a:t>Packet Tracer – Configure Basic Wireless Security</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2899878649"/>
                  </a:ext>
                </a:extLst>
              </a:tr>
              <a:tr h="370840">
                <a:tc>
                  <a:txBody>
                    <a:bodyPr/>
                    <a:lstStyle/>
                    <a:p>
                      <a:pPr algn="ctr" fontAlgn="t"/>
                      <a:r>
                        <a:rPr lang="en-US" sz="1400" b="0" i="0" u="none" strike="noStrike" dirty="0">
                          <a:solidFill>
                            <a:srgbClr val="000000"/>
                          </a:solidFill>
                          <a:effectLst/>
                          <a:latin typeface="Arial"/>
                        </a:rPr>
                        <a:t>5.3.11</a:t>
                      </a:r>
                    </a:p>
                  </a:txBody>
                  <a:tcPr marL="6350" marR="6350" marT="6350" marB="0" anchor="ctr"/>
                </a:tc>
                <a:tc>
                  <a:txBody>
                    <a:bodyPr/>
                    <a:lstStyle/>
                    <a:p>
                      <a:pPr marL="0" marR="0" lvl="0" indent="0" algn="l" defTabSz="914400">
                        <a:lnSpc>
                          <a:spcPct val="100000"/>
                        </a:lnSpc>
                        <a:spcBef>
                          <a:spcPts val="0"/>
                        </a:spcBef>
                        <a:spcAft>
                          <a:spcPts val="0"/>
                        </a:spcAft>
                        <a:buNone/>
                        <a:tabLst/>
                        <a:defRPr/>
                      </a:pPr>
                      <a:r>
                        <a:rPr lang="en-US" sz="1400" b="0" i="0" u="none" strike="noStrike" dirty="0">
                          <a:solidFill>
                            <a:srgbClr val="000000"/>
                          </a:solidFill>
                          <a:effectLst/>
                          <a:latin typeface="Arial"/>
                        </a:rPr>
                        <a:t>PT Activity</a:t>
                      </a:r>
                    </a:p>
                  </a:txBody>
                  <a:tcPr marL="6350" marR="6350" marT="6350" marB="0" anchor="ctr"/>
                </a:tc>
                <a:tc>
                  <a:txBody>
                    <a:bodyPr/>
                    <a:lstStyle/>
                    <a:p>
                      <a:pPr algn="l" fontAlgn="t"/>
                      <a:r>
                        <a:rPr lang="en-US" sz="1400" b="0" i="0" u="none" strike="noStrike" dirty="0">
                          <a:solidFill>
                            <a:srgbClr val="000000"/>
                          </a:solidFill>
                          <a:effectLst/>
                          <a:latin typeface="Arial"/>
                        </a:rPr>
                        <a:t>Packet Tracer – Troubleshoot a Wireless Connection</a:t>
                      </a:r>
                    </a:p>
                  </a:txBody>
                  <a:tcPr marL="6350" marR="6350" marT="6350" marB="0" anchor="ctr"/>
                </a:tc>
                <a:tc>
                  <a:txBody>
                    <a:bodyPr/>
                    <a:lstStyle/>
                    <a:p>
                      <a:pPr algn="ctr"/>
                      <a:r>
                        <a:rPr lang="en-US" sz="1400" dirty="0">
                          <a:latin typeface="Arial"/>
                          <a:cs typeface="Arial"/>
                        </a:rPr>
                        <a:t>Recommended</a:t>
                      </a:r>
                    </a:p>
                  </a:txBody>
                  <a:tcPr anchor="ctr"/>
                </a:tc>
                <a:extLst>
                  <a:ext uri="{0D108BD9-81ED-4DB2-BD59-A6C34878D82A}">
                    <a16:rowId xmlns:a16="http://schemas.microsoft.com/office/drawing/2014/main" val="375115130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C0DCEA0-5ACF-FA1E-B191-1D7E8BC30501}"/>
              </a:ext>
            </a:extLst>
          </p:cNvPr>
          <p:cNvSpPr txBox="1"/>
          <p:nvPr/>
        </p:nvSpPr>
        <p:spPr>
          <a:xfrm>
            <a:off x="1944591" y="4839407"/>
            <a:ext cx="3722914" cy="307777"/>
          </a:xfrm>
          <a:prstGeom prst="rect">
            <a:avLst/>
          </a:prstGeom>
          <a:noFill/>
        </p:spPr>
        <p:txBody>
          <a:bodyPr wrap="square" rtlCol="0">
            <a:spAutoFit/>
          </a:bodyPr>
          <a:lstStyle/>
          <a:p>
            <a:r>
              <a:rPr lang="en-US" sz="1400" dirty="0">
                <a:solidFill>
                  <a:srgbClr val="FF0000"/>
                </a:solidFill>
                <a:latin typeface="Arial" panose="020B0604020202020204" pitchFamily="34" charset="0"/>
                <a:cs typeface="Arial" panose="020B0604020202020204" pitchFamily="34" charset="0"/>
              </a:rPr>
              <a:t>Activity Wizard Password: PT_csp11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Module 5: Best Practices</a:t>
            </a:r>
            <a:endParaRPr lang="en-US" sz="1600" dirty="0"/>
          </a:p>
        </p:txBody>
      </p:sp>
      <p:sp>
        <p:nvSpPr>
          <p:cNvPr id="3" name="Text 1"/>
          <p:cNvSpPr/>
          <p:nvPr/>
        </p:nvSpPr>
        <p:spPr>
          <a:xfrm>
            <a:off x="0" y="457200"/>
            <a:ext cx="8229600" cy="4033687"/>
          </a:xfrm>
          <a:prstGeom prst="rect">
            <a:avLst/>
          </a:prstGeom>
          <a:noFill/>
          <a:ln/>
        </p:spPr>
        <p:txBody>
          <a:bodyPr wrap="square" lIns="91440" tIns="45720" rIns="91440" bIns="45720" rtlCol="0" anchor="t"/>
          <a:lstStyle/>
          <a:p>
            <a:pPr algn="l" rtl="0" fontAlgn="base"/>
            <a:r>
              <a:rPr lang="en-US" sz="1400" b="0" i="0" u="none" strike="noStrike" dirty="0">
                <a:solidFill>
                  <a:srgbClr val="000000"/>
                </a:solidFill>
                <a:effectLst/>
                <a:latin typeface="Arial"/>
                <a:cs typeface="Arial"/>
              </a:rPr>
              <a:t>Prior to teaching Module </a:t>
            </a:r>
            <a:r>
              <a:rPr lang="en-US" sz="1400" dirty="0">
                <a:solidFill>
                  <a:srgbClr val="000000"/>
                </a:solidFill>
                <a:latin typeface="Arial"/>
                <a:cs typeface="Arial"/>
              </a:rPr>
              <a:t>5</a:t>
            </a:r>
            <a:r>
              <a:rPr lang="en-US" sz="1400" b="0" i="0" u="none" strike="noStrike" dirty="0">
                <a:solidFill>
                  <a:srgbClr val="000000"/>
                </a:solidFill>
                <a:effectLst/>
                <a:latin typeface="Arial"/>
                <a:cs typeface="Arial"/>
              </a:rPr>
              <a:t>, the instructor should:</a:t>
            </a:r>
            <a:r>
              <a:rPr lang="en-US" sz="1400" b="0" i="0" dirty="0">
                <a:solidFill>
                  <a:srgbClr val="000000"/>
                </a:solidFill>
                <a:effectLst/>
                <a:latin typeface="Arial"/>
                <a:cs typeface="Arial"/>
              </a:rPr>
              <a:t>​</a:t>
            </a:r>
          </a:p>
          <a:p>
            <a:pPr algn="l" rtl="0" fontAlgn="base"/>
            <a:endParaRPr lang="en-US" sz="1400" b="0" i="0" dirty="0">
              <a:solidFill>
                <a:srgbClr val="000000"/>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US" sz="1400" b="0" i="0" u="none" strike="noStrike" dirty="0">
                <a:solidFill>
                  <a:srgbClr val="000000"/>
                </a:solidFill>
                <a:effectLst/>
                <a:latin typeface="Arial" panose="020B0604020202020204" pitchFamily="34" charset="0"/>
                <a:cs typeface="Arial" panose="020B0604020202020204" pitchFamily="34" charset="0"/>
              </a:rPr>
              <a:t>Review the activities and assessments for this module.</a:t>
            </a:r>
            <a:r>
              <a:rPr lang="en-US" sz="1400" b="0" i="0" dirty="0">
                <a:solidFill>
                  <a:srgbClr val="000000"/>
                </a:solidFill>
                <a:effectLst/>
                <a:latin typeface="Arial" panose="020B0604020202020204" pitchFamily="34" charset="0"/>
                <a:cs typeface="Arial" panose="020B0604020202020204" pitchFamily="34" charset="0"/>
              </a:rPr>
              <a:t>​</a:t>
            </a:r>
          </a:p>
          <a:p>
            <a:pPr marL="285750" indent="-285750" algn="l" rtl="0" fontAlgn="base">
              <a:buFont typeface="Arial" panose="020B0604020202020204" pitchFamily="34" charset="0"/>
              <a:buChar char="•"/>
            </a:pPr>
            <a:r>
              <a:rPr lang="en-US" sz="1400" b="0" i="0" u="none" strike="noStrike" dirty="0">
                <a:solidFill>
                  <a:srgbClr val="000000"/>
                </a:solidFill>
                <a:effectLst/>
                <a:latin typeface="Arial"/>
                <a:cs typeface="Arial"/>
              </a:rPr>
              <a:t>Try to include as many questions as possible to keep students engaged during classroom presentation.</a:t>
            </a:r>
            <a:r>
              <a:rPr lang="en-US" sz="1400" b="0" i="0" dirty="0">
                <a:solidFill>
                  <a:srgbClr val="000000"/>
                </a:solidFill>
                <a:effectLst/>
                <a:latin typeface="Arial"/>
                <a:cs typeface="Arial"/>
              </a:rPr>
              <a:t>​</a:t>
            </a:r>
          </a:p>
          <a:p>
            <a:pPr algn="l" rtl="0" fontAlgn="base"/>
            <a:r>
              <a:rPr lang="en-US" sz="1400" b="0" i="0" dirty="0">
                <a:solidFill>
                  <a:srgbClr val="000000"/>
                </a:solidFill>
                <a:effectLst/>
                <a:latin typeface="Arial" panose="020B0604020202020204" pitchFamily="34" charset="0"/>
                <a:cs typeface="Arial" panose="020B0604020202020204" pitchFamily="34" charset="0"/>
              </a:rPr>
              <a:t>​</a:t>
            </a:r>
          </a:p>
          <a:p>
            <a:pPr algn="l" rtl="0" fontAlgn="base"/>
            <a:r>
              <a:rPr lang="en-US" sz="1400" b="0" i="0" u="none" strike="noStrike" dirty="0">
                <a:solidFill>
                  <a:srgbClr val="000000"/>
                </a:solidFill>
                <a:effectLst/>
                <a:latin typeface="Arial" panose="020B0604020202020204" pitchFamily="34" charset="0"/>
                <a:cs typeface="Arial" panose="020B0604020202020204" pitchFamily="34" charset="0"/>
              </a:rPr>
              <a:t>Topic 5.1</a:t>
            </a:r>
            <a:r>
              <a:rPr lang="en-US" sz="1400" b="0" i="0" dirty="0">
                <a:solidFill>
                  <a:srgbClr val="000000"/>
                </a:solidFill>
                <a:effectLst/>
                <a:latin typeface="Arial" panose="020B0604020202020204" pitchFamily="34" charset="0"/>
                <a:cs typeface="Arial" panose="020B0604020202020204" pitchFamily="34" charset="0"/>
              </a:rPr>
              <a:t>​</a:t>
            </a:r>
          </a:p>
          <a:p>
            <a:pPr algn="l" rtl="0" fontAlgn="base"/>
            <a:endParaRPr lang="en-US" sz="1400" b="0" i="0" dirty="0">
              <a:solidFill>
                <a:srgbClr val="000000"/>
              </a:solidFill>
              <a:effectLst/>
              <a:latin typeface="Arial" panose="020B0604020202020204" pitchFamily="34" charset="0"/>
              <a:cs typeface="Arial" panose="020B0604020202020204" pitchFamily="34" charset="0"/>
            </a:endParaRPr>
          </a:p>
          <a:p>
            <a:pPr marL="285750" indent="-285750" fontAlgn="base">
              <a:buFont typeface="Arial"/>
              <a:buChar char="•"/>
            </a:pPr>
            <a:r>
              <a:rPr lang="en-US" sz="1400" b="0" i="0" u="none" strike="noStrike" dirty="0">
                <a:solidFill>
                  <a:srgbClr val="000000"/>
                </a:solidFill>
                <a:effectLst/>
                <a:latin typeface="Arial"/>
                <a:cs typeface="Arial"/>
              </a:rPr>
              <a:t>Ask the </a:t>
            </a:r>
            <a:r>
              <a:rPr lang="en-US" sz="1400" dirty="0">
                <a:solidFill>
                  <a:srgbClr val="000000"/>
                </a:solidFill>
                <a:latin typeface="Arial"/>
                <a:cs typeface="Arial"/>
              </a:rPr>
              <a:t>class to watch the 5.1.1 Video about WLAN operation.</a:t>
            </a:r>
          </a:p>
          <a:p>
            <a:pPr marL="285750" indent="-285750">
              <a:buFont typeface="Arial"/>
              <a:buChar char="•"/>
            </a:pPr>
            <a:r>
              <a:rPr lang="en-US" sz="1400" dirty="0">
                <a:solidFill>
                  <a:srgbClr val="000000"/>
                </a:solidFill>
                <a:latin typeface="Arial"/>
                <a:cs typeface="Arial"/>
              </a:rPr>
              <a:t>Explain the differences between Wired LANs and Wireless LANs.</a:t>
            </a:r>
          </a:p>
          <a:p>
            <a:pPr marL="285750" indent="-285750">
              <a:buFont typeface="Arial"/>
              <a:buChar char="•"/>
            </a:pPr>
            <a:r>
              <a:rPr lang="en-US" sz="1400" dirty="0">
                <a:solidFill>
                  <a:srgbClr val="000000"/>
                </a:solidFill>
                <a:latin typeface="Arial"/>
                <a:cs typeface="Arial"/>
              </a:rPr>
              <a:t>Describe the CSMA/CA method and point the differences with the CSMA/CD method.</a:t>
            </a:r>
          </a:p>
          <a:p>
            <a:pPr marL="285750" indent="-285750">
              <a:buFont typeface="Arial"/>
              <a:buChar char="•"/>
            </a:pPr>
            <a:r>
              <a:rPr lang="en-US" sz="1400" dirty="0">
                <a:solidFill>
                  <a:srgbClr val="000000"/>
                </a:solidFill>
                <a:latin typeface="Arial"/>
                <a:cs typeface="Arial"/>
              </a:rPr>
              <a:t>Explain how wireless clients associate with an AP or wireless router.</a:t>
            </a:r>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endParaRPr lang="en-US" sz="1400" dirty="0">
              <a:solidFill>
                <a:srgbClr val="000000"/>
              </a:solidFill>
              <a:latin typeface="Arial" panose="020B0604020202020204" pitchFamily="34" charset="0"/>
              <a:cs typeface="Arial" panose="020B0604020202020204" pitchFamily="34" charset="0"/>
            </a:endParaRPr>
          </a:p>
          <a:p>
            <a:r>
              <a:rPr lang="en-US" sz="1400" dirty="0">
                <a:solidFill>
                  <a:srgbClr val="000000"/>
                </a:solidFill>
                <a:latin typeface="Arial"/>
                <a:cs typeface="Arial"/>
              </a:rPr>
              <a:t>Topic 5.2</a:t>
            </a:r>
            <a:endParaRPr lang="en-US" sz="1400" dirty="0">
              <a:solidFill>
                <a:srgbClr val="000000"/>
              </a:solidFill>
              <a:latin typeface="Arial" panose="020B0604020202020204" pitchFamily="34" charset="0"/>
              <a:cs typeface="Arial" panose="020B0604020202020204" pitchFamily="34" charset="0"/>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Recommend the students to watch the 5.2.1 Video about WLAN threats.</a:t>
            </a:r>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sz="1400" dirty="0">
                <a:solidFill>
                  <a:srgbClr val="000000"/>
                </a:solidFill>
                <a:latin typeface="Arial"/>
                <a:cs typeface="Arial"/>
              </a:rPr>
              <a:t>Ask the students to give examples of threats to wireless networks.</a:t>
            </a:r>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sz="1400" dirty="0">
                <a:solidFill>
                  <a:srgbClr val="000000"/>
                </a:solidFill>
                <a:latin typeface="Arial"/>
                <a:cs typeface="Arial"/>
              </a:rPr>
              <a:t>Explain the types of wireless attacks and give examples in the real world.</a:t>
            </a:r>
          </a:p>
          <a:p>
            <a:endParaRPr lang="en-US" sz="1400" dirty="0">
              <a:solidFill>
                <a:srgbClr val="000000"/>
              </a:solidFill>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a:solidFill>
                  <a:srgbClr val="024C69"/>
                </a:solidFill>
                <a:latin typeface="Arial"/>
                <a:cs typeface="Arial"/>
              </a:rPr>
              <a:t>Module 5: Best Practices</a:t>
            </a:r>
            <a:r>
              <a:rPr lang="en-US">
                <a:latin typeface="Arial"/>
                <a:cs typeface="Arial"/>
              </a:rPr>
              <a:t> (Cont.)</a:t>
            </a:r>
            <a:endParaRPr lang="en-US" sz="1600"/>
          </a:p>
        </p:txBody>
      </p:sp>
      <p:sp>
        <p:nvSpPr>
          <p:cNvPr id="3" name="Text 1"/>
          <p:cNvSpPr/>
          <p:nvPr/>
        </p:nvSpPr>
        <p:spPr>
          <a:xfrm>
            <a:off x="0" y="457200"/>
            <a:ext cx="8229600" cy="1467329"/>
          </a:xfrm>
          <a:prstGeom prst="rect">
            <a:avLst/>
          </a:prstGeom>
          <a:noFill/>
          <a:ln/>
        </p:spPr>
        <p:txBody>
          <a:bodyPr wrap="square" lIns="91440" tIns="45720" rIns="91440" bIns="45720" rtlCol="0" anchor="t"/>
          <a:lstStyle/>
          <a:p>
            <a:pPr algn="l" rtl="0" fontAlgn="base"/>
            <a:r>
              <a:rPr lang="en-US" sz="1400" b="0" i="0" u="none" strike="noStrike" dirty="0">
                <a:solidFill>
                  <a:srgbClr val="000000"/>
                </a:solidFill>
                <a:effectLst/>
                <a:latin typeface="Arial"/>
                <a:cs typeface="Arial"/>
              </a:rPr>
              <a:t>Topic </a:t>
            </a:r>
            <a:r>
              <a:rPr lang="en-US" sz="1400" dirty="0">
                <a:solidFill>
                  <a:srgbClr val="000000"/>
                </a:solidFill>
                <a:latin typeface="Arial"/>
                <a:cs typeface="Arial"/>
              </a:rPr>
              <a:t>5.3</a:t>
            </a:r>
            <a:endParaRPr lang="pt-BR" dirty="0">
              <a:latin typeface="Arial"/>
              <a:cs typeface="Arial"/>
            </a:endParaRPr>
          </a:p>
          <a:p>
            <a:pPr algn="l" rtl="0" fontAlgn="base"/>
            <a:endParaRPr lang="en-US" sz="1400" b="0" i="0" dirty="0">
              <a:solidFill>
                <a:srgbClr val="000000"/>
              </a:solidFill>
              <a:effectLst/>
              <a:latin typeface="Arial" panose="020B0604020202020204" pitchFamily="34" charset="0"/>
              <a:cs typeface="Arial" panose="020B0604020202020204" pitchFamily="34" charset="0"/>
            </a:endParaRPr>
          </a:p>
          <a:p>
            <a:pPr marL="285750" indent="-285750" fontAlgn="base">
              <a:buFont typeface="Arial"/>
              <a:buChar char="•"/>
            </a:pPr>
            <a:r>
              <a:rPr lang="en-US" sz="1400" b="0" i="0" u="none" strike="noStrike" dirty="0">
                <a:solidFill>
                  <a:srgbClr val="000000"/>
                </a:solidFill>
                <a:effectLst/>
                <a:latin typeface="Arial"/>
                <a:cs typeface="Arial"/>
              </a:rPr>
              <a:t>Ask the </a:t>
            </a:r>
            <a:r>
              <a:rPr lang="en-US" sz="1400" dirty="0">
                <a:solidFill>
                  <a:srgbClr val="000000"/>
                </a:solidFill>
                <a:latin typeface="Arial"/>
                <a:cs typeface="Arial"/>
              </a:rPr>
              <a:t>class to watch the 5.3.1 Video about WLANs security.</a:t>
            </a:r>
          </a:p>
          <a:p>
            <a:pPr marL="285750" indent="-285750">
              <a:buFont typeface="Arial"/>
              <a:buChar char="•"/>
            </a:pPr>
            <a:r>
              <a:rPr lang="en-US" sz="1400" dirty="0">
                <a:solidFill>
                  <a:srgbClr val="000000"/>
                </a:solidFill>
                <a:latin typeface="Arial"/>
                <a:cs typeface="Arial"/>
              </a:rPr>
              <a:t>Explain each technique to secure WLANs: SSID cloaking, MAC address filtering, authentication methods, and encryption methods.</a:t>
            </a:r>
            <a:endParaRPr lang="en-US" sz="1400" dirty="0">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sz="1400" dirty="0">
                <a:solidFill>
                  <a:srgbClr val="000000"/>
                </a:solidFill>
                <a:latin typeface="Arial"/>
                <a:cs typeface="Arial"/>
              </a:rPr>
              <a:t>Introduce the AAA method for secure Enterprise WLANs using RADIUS server.</a:t>
            </a:r>
            <a:endParaRPr lang="en-US" sz="1400" dirty="0">
              <a:solidFill>
                <a:srgbClr val="000000"/>
              </a:solidFill>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cs typeface="Arial" panose="020B0604020202020204" pitchFamily="34" charset="0"/>
            </a:endParaRPr>
          </a:p>
          <a:p>
            <a:endParaRPr lang="en-US" sz="1400" dirty="0">
              <a:solidFill>
                <a:srgbClr val="000000"/>
              </a:solidFill>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1177381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334358"/>
          </a:xfrm>
          <a:prstGeom prst="rect">
            <a:avLst/>
          </a:prstGeom>
          <a:noFill/>
          <a:ln/>
        </p:spPr>
        <p:txBody>
          <a:bodyPr wrap="square" rtlCol="0" anchor="ctr"/>
          <a:lstStyle/>
          <a:p>
            <a:pPr marL="0" indent="0">
              <a:buNone/>
            </a:pPr>
            <a:r>
              <a:rPr lang="en-US" sz="4200" dirty="0">
                <a:solidFill>
                  <a:srgbClr val="AFE8FB"/>
                </a:solidFill>
                <a:latin typeface="Arial" pitchFamily="34" charset="0"/>
                <a:ea typeface="Arial" pitchFamily="34" charset="-122"/>
                <a:cs typeface="Arial" pitchFamily="34" charset="-120"/>
              </a:rPr>
              <a:t>Module 5: Wireless Network Communication</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Module Objectives</a:t>
            </a:r>
            <a:endParaRPr lang="en-US" sz="2200" dirty="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5833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3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Module Title:</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lang="pt-BR" sz="1400" dirty="0">
                <a:solidFill>
                  <a:prstClr val="black"/>
                </a:solidFill>
                <a:latin typeface="Arial" panose="020B0604020202020204" pitchFamily="34" charset="0"/>
                <a:cs typeface="Arial" panose="020B0604020202020204" pitchFamily="34" charset="0"/>
              </a:rPr>
              <a:t>Wireless Network Communication</a:t>
            </a:r>
            <a:endParaRPr lang="en-US" sz="1400" dirty="0">
              <a:solidFill>
                <a:prstClr val="black"/>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ct val="3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Module Objective:</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lang="pt-BR" sz="1400" dirty="0">
                <a:solidFill>
                  <a:prstClr val="black"/>
                </a:solidFill>
                <a:latin typeface="Arial" panose="020B0604020202020204" pitchFamily="34" charset="0"/>
                <a:cs typeface="Arial" panose="020B0604020202020204" pitchFamily="34" charset="0"/>
              </a:rPr>
              <a:t>Troubleshoot a wireless network.</a:t>
            </a:r>
            <a:endParaRPr lang="en-US" sz="1400" dirty="0">
              <a:solidFill>
                <a:prstClr val="black"/>
              </a:solidFill>
              <a:latin typeface="Arial" panose="020B0604020202020204" pitchFamily="34" charset="0"/>
              <a:cs typeface="Arial" panose="020B0604020202020204" pitchFamily="34" charset="0"/>
            </a:endParaRP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1061401516"/>
              </p:ext>
            </p:extLst>
          </p:nvPr>
        </p:nvGraphicFramePr>
        <p:xfrm>
          <a:off x="332072" y="1295963"/>
          <a:ext cx="8354728" cy="1483360"/>
        </p:xfrm>
        <a:graphic>
          <a:graphicData uri="http://schemas.openxmlformats.org/drawingml/2006/table">
            <a:tbl>
              <a:tblPr firstRow="1" bandRow="1">
                <a:tableStyleId>{5C22544A-7EE6-4342-B048-85BDC9FD1C3A}</a:tableStyleId>
              </a:tblPr>
              <a:tblGrid>
                <a:gridCol w="2437968">
                  <a:extLst>
                    <a:ext uri="{9D8B030D-6E8A-4147-A177-3AD203B41FA5}">
                      <a16:colId xmlns:a16="http://schemas.microsoft.com/office/drawing/2014/main" val="1540795028"/>
                    </a:ext>
                  </a:extLst>
                </a:gridCol>
                <a:gridCol w="5916760">
                  <a:extLst>
                    <a:ext uri="{9D8B030D-6E8A-4147-A177-3AD203B41FA5}">
                      <a16:colId xmlns:a16="http://schemas.microsoft.com/office/drawing/2014/main" val="2968452238"/>
                    </a:ext>
                  </a:extLst>
                </a:gridCol>
              </a:tblGrid>
              <a:tr h="370840">
                <a:tc>
                  <a:txBody>
                    <a:bodyPr/>
                    <a:lstStyle/>
                    <a:p>
                      <a:pPr algn="l"/>
                      <a:r>
                        <a:rPr lang="en-US" sz="1400" dirty="0">
                          <a:latin typeface="Arial" panose="020B0604020202020204" pitchFamily="34" charset="0"/>
                          <a:cs typeface="Arial" panose="020B0604020202020204" pitchFamily="34" charset="0"/>
                        </a:rPr>
                        <a:t>Topic Title</a:t>
                      </a:r>
                    </a:p>
                  </a:txBody>
                  <a:tcPr/>
                </a:tc>
                <a:tc>
                  <a:txBody>
                    <a:bodyPr/>
                    <a:lstStyle/>
                    <a:p>
                      <a:pPr algn="l"/>
                      <a:r>
                        <a:rPr lang="en-US" sz="1400" dirty="0">
                          <a:latin typeface="Arial" panose="020B0604020202020204" pitchFamily="34" charset="0"/>
                          <a:cs typeface="Arial" panose="020B0604020202020204" pitchFamily="34" charset="0"/>
                        </a:rPr>
                        <a:t>Topic Objective</a:t>
                      </a:r>
                    </a:p>
                  </a:txBody>
                  <a:tcPr/>
                </a:tc>
                <a:extLst>
                  <a:ext uri="{0D108BD9-81ED-4DB2-BD59-A6C34878D82A}">
                    <a16:rowId xmlns:a16="http://schemas.microsoft.com/office/drawing/2014/main" val="317262977"/>
                  </a:ext>
                </a:extLst>
              </a:tr>
              <a:tr h="370840">
                <a:tc>
                  <a:txBody>
                    <a:bodyPr/>
                    <a:lstStyle/>
                    <a:p>
                      <a:r>
                        <a:rPr lang="en-US" sz="1400" b="1" dirty="0">
                          <a:latin typeface="Arial" panose="020B0604020202020204" pitchFamily="34" charset="0"/>
                          <a:cs typeface="Arial" panose="020B0604020202020204" pitchFamily="34" charset="0"/>
                        </a:rPr>
                        <a:t>Wireless Communications</a:t>
                      </a:r>
                      <a:endParaRPr lang="en-US" sz="1400" dirty="0">
                        <a:latin typeface="Arial" panose="020B0604020202020204" pitchFamily="34" charset="0"/>
                        <a:cs typeface="Arial" panose="020B0604020202020204" pitchFamily="34" charset="0"/>
                      </a:endParaRPr>
                    </a:p>
                  </a:txBody>
                  <a:tcPr anchor="ctr"/>
                </a:tc>
                <a:tc>
                  <a:txBody>
                    <a:bodyPr/>
                    <a:lstStyle/>
                    <a:p>
                      <a:r>
                        <a:rPr lang="en-US" sz="1400" dirty="0">
                          <a:latin typeface="Arial" panose="020B0604020202020204" pitchFamily="34" charset="0"/>
                          <a:cs typeface="Arial" panose="020B0604020202020204" pitchFamily="34" charset="0"/>
                        </a:rPr>
                        <a:t>Explain how wireless devices enable network communication.</a:t>
                      </a:r>
                    </a:p>
                  </a:txBody>
                  <a:tcPr anchor="ctr"/>
                </a:tc>
                <a:extLst>
                  <a:ext uri="{0D108BD9-81ED-4DB2-BD59-A6C34878D82A}">
                    <a16:rowId xmlns:a16="http://schemas.microsoft.com/office/drawing/2014/main" val="2377890904"/>
                  </a:ext>
                </a:extLst>
              </a:tr>
              <a:tr h="370840">
                <a:tc>
                  <a:txBody>
                    <a:bodyPr/>
                    <a:lstStyle/>
                    <a:p>
                      <a:r>
                        <a:rPr lang="en-US" sz="1400" b="1" dirty="0">
                          <a:latin typeface="Arial" panose="020B0604020202020204" pitchFamily="34" charset="0"/>
                          <a:cs typeface="Arial" panose="020B0604020202020204" pitchFamily="34" charset="0"/>
                        </a:rPr>
                        <a:t>WLAN Threats</a:t>
                      </a:r>
                      <a:endParaRPr lang="en-US" sz="1400" dirty="0">
                        <a:latin typeface="Arial" panose="020B0604020202020204" pitchFamily="34" charset="0"/>
                        <a:cs typeface="Arial" panose="020B0604020202020204" pitchFamily="34" charset="0"/>
                      </a:endParaRPr>
                    </a:p>
                  </a:txBody>
                  <a:tcPr anchor="ctr"/>
                </a:tc>
                <a:tc>
                  <a:txBody>
                    <a:bodyPr/>
                    <a:lstStyle/>
                    <a:p>
                      <a:r>
                        <a:rPr lang="en-US" sz="1400" dirty="0">
                          <a:latin typeface="Arial" panose="020B0604020202020204" pitchFamily="34" charset="0"/>
                          <a:cs typeface="Arial" panose="020B0604020202020204" pitchFamily="34" charset="0"/>
                        </a:rPr>
                        <a:t>Describe threats to WLANs.</a:t>
                      </a:r>
                    </a:p>
                  </a:txBody>
                  <a:tcPr anchor="ctr"/>
                </a:tc>
                <a:extLst>
                  <a:ext uri="{0D108BD9-81ED-4DB2-BD59-A6C34878D82A}">
                    <a16:rowId xmlns:a16="http://schemas.microsoft.com/office/drawing/2014/main" val="2281025351"/>
                  </a:ext>
                </a:extLst>
              </a:tr>
              <a:tr h="370840">
                <a:tc>
                  <a:txBody>
                    <a:bodyPr/>
                    <a:lstStyle/>
                    <a:p>
                      <a:r>
                        <a:rPr lang="en-US" sz="1400" b="1" dirty="0">
                          <a:latin typeface="Arial" panose="020B0604020202020204" pitchFamily="34" charset="0"/>
                          <a:cs typeface="Arial" panose="020B0604020202020204" pitchFamily="34" charset="0"/>
                        </a:rPr>
                        <a:t>Secure WLANs</a:t>
                      </a:r>
                      <a:endParaRPr lang="en-US" sz="1400" dirty="0">
                        <a:latin typeface="Arial" panose="020B0604020202020204" pitchFamily="34" charset="0"/>
                        <a:cs typeface="Arial" panose="020B0604020202020204" pitchFamily="34" charset="0"/>
                      </a:endParaRPr>
                    </a:p>
                  </a:txBody>
                  <a:tcPr anchor="ctr"/>
                </a:tc>
                <a:tc>
                  <a:txBody>
                    <a:bodyPr/>
                    <a:lstStyle/>
                    <a:p>
                      <a:r>
                        <a:rPr lang="en-US" sz="1400" dirty="0">
                          <a:latin typeface="Arial" panose="020B0604020202020204" pitchFamily="34" charset="0"/>
                          <a:cs typeface="Arial" panose="020B0604020202020204" pitchFamily="34" charset="0"/>
                        </a:rPr>
                        <a:t>Troubleshoot a wireless connection.</a:t>
                      </a:r>
                    </a:p>
                  </a:txBody>
                  <a:tcPr anchor="ctr"/>
                </a:tc>
                <a:extLst>
                  <a:ext uri="{0D108BD9-81ED-4DB2-BD59-A6C34878D82A}">
                    <a16:rowId xmlns:a16="http://schemas.microsoft.com/office/drawing/2014/main" val="22178499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5672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5.1 Wireless Communications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6400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Video - WLAN Operation</a:t>
            </a:r>
            <a:endParaRPr lang="en-US" sz="2200" dirty="0"/>
          </a:p>
        </p:txBody>
      </p:sp>
      <p:sp>
        <p:nvSpPr>
          <p:cNvPr id="5" name="Text 2"/>
          <p:cNvSpPr/>
          <p:nvPr/>
        </p:nvSpPr>
        <p:spPr>
          <a:xfrm>
            <a:off x="100399" y="933450"/>
            <a:ext cx="8229600" cy="295910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video will cover the following:</a:t>
            </a:r>
          </a:p>
          <a:p>
            <a:pPr>
              <a:lnSpc>
                <a:spcPts val="2000"/>
              </a:lnSpc>
            </a:pPr>
            <a:endParaRPr lang="en-US" sz="1400" dirty="0">
              <a:solidFill>
                <a:srgbClr val="000000"/>
              </a:solidFill>
              <a:latin typeface="Arial"/>
              <a:ea typeface="Arial" pitchFamily="34" charset="-122"/>
              <a:cs typeface="Arial"/>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Infrastructure Mode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Ad hoc mode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Tethering</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Basic Service Set (BSS)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Extended Service Set (ESS)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802.11 Frame Structure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Carrier Sense Multiple Access Collision Avoidance (CSMA/CA)</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Wireless Client and AP Association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Passive and Active Discovery Mode</a:t>
            </a:r>
            <a:endParaRPr lang="en-US" sz="14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37973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Wireless versus Wired LANs</a:t>
            </a:r>
            <a:endParaRPr lang="en-US" sz="2200" dirty="0"/>
          </a:p>
        </p:txBody>
      </p:sp>
      <p:sp>
        <p:nvSpPr>
          <p:cNvPr id="4" name="CaixaDeTexto 3">
            <a:extLst>
              <a:ext uri="{FF2B5EF4-FFF2-40B4-BE49-F238E27FC236}">
                <a16:creationId xmlns:a16="http://schemas.microsoft.com/office/drawing/2014/main" id="{B0AFC8F7-6786-28DA-4B29-648CC519E827}"/>
              </a:ext>
            </a:extLst>
          </p:cNvPr>
          <p:cNvSpPr txBox="1"/>
          <p:nvPr/>
        </p:nvSpPr>
        <p:spPr>
          <a:xfrm>
            <a:off x="18728" y="827171"/>
            <a:ext cx="7775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latin typeface="Arial"/>
                <a:cs typeface="Arial"/>
              </a:rPr>
              <a:t>The table summarizes the differences between wireless and wired LANs.</a:t>
            </a:r>
          </a:p>
        </p:txBody>
      </p:sp>
      <p:graphicFrame>
        <p:nvGraphicFramePr>
          <p:cNvPr id="11" name="Table 0"/>
          <p:cNvGraphicFramePr>
            <a:graphicFrameLocks noGrp="1"/>
          </p:cNvGraphicFramePr>
          <p:nvPr>
            <p:extLst>
              <p:ext uri="{D42A27DB-BD31-4B8C-83A1-F6EECF244321}">
                <p14:modId xmlns:p14="http://schemas.microsoft.com/office/powerpoint/2010/main" val="187731436"/>
              </p:ext>
            </p:extLst>
          </p:nvPr>
        </p:nvGraphicFramePr>
        <p:xfrm>
          <a:off x="91440" y="1371600"/>
          <a:ext cx="8961120" cy="204216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r>
                        <a:rPr lang="en-US" sz="1400" b="1" kern="1200" dirty="0">
                          <a:solidFill>
                            <a:schemeClr val="bg1"/>
                          </a:solidFill>
                          <a:latin typeface="Arial"/>
                          <a:cs typeface="Arial"/>
                        </a:rPr>
                        <a:t>Characteristic</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1" kern="1200" dirty="0">
                          <a:solidFill>
                            <a:schemeClr val="bg1"/>
                          </a:solidFill>
                          <a:latin typeface="Arial"/>
                          <a:cs typeface="Arial"/>
                        </a:rPr>
                        <a:t>802.11 Wireless LAN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1" kern="1200" dirty="0">
                          <a:solidFill>
                            <a:schemeClr val="bg1"/>
                          </a:solidFill>
                          <a:latin typeface="Arial"/>
                          <a:cs typeface="Arial"/>
                        </a:rPr>
                        <a:t>802.3 Wired Ethernet LANs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kern="1200" dirty="0">
                          <a:solidFill>
                            <a:srgbClr val="000000"/>
                          </a:solidFill>
                          <a:latin typeface="Arial" pitchFamily="34" charset="0"/>
                          <a:cs typeface="Arial" pitchFamily="34" charset="-120"/>
                        </a:rPr>
                        <a:t>Physical Layer</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radio frequency (RF)</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physical cables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kern="1200" dirty="0">
                          <a:solidFill>
                            <a:srgbClr val="000000"/>
                          </a:solidFill>
                          <a:latin typeface="Arial" pitchFamily="34" charset="0"/>
                          <a:cs typeface="Arial" pitchFamily="34" charset="-120"/>
                        </a:rPr>
                        <a:t>Media Access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collision avoidance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collision detection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400" kern="1200" dirty="0">
                          <a:solidFill>
                            <a:srgbClr val="000000"/>
                          </a:solidFill>
                          <a:latin typeface="Arial" pitchFamily="34" charset="0"/>
                          <a:cs typeface="Arial" pitchFamily="34" charset="-120"/>
                        </a:rPr>
                        <a:t>Availability</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anyone with a wireless NIC in range of an access point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physical cable connection required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kern="1200" dirty="0">
                          <a:solidFill>
                            <a:srgbClr val="000000"/>
                          </a:solidFill>
                          <a:latin typeface="Arial" pitchFamily="34" charset="0"/>
                          <a:cs typeface="Arial" pitchFamily="34" charset="-120"/>
                        </a:rPr>
                        <a:t>Signal Interference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yes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minimal</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400" kern="1200" dirty="0">
                          <a:solidFill>
                            <a:srgbClr val="000000"/>
                          </a:solidFill>
                          <a:latin typeface="Arial" pitchFamily="34" charset="0"/>
                          <a:cs typeface="Arial" pitchFamily="34" charset="-120"/>
                        </a:rPr>
                        <a:t>Regulation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different regulations by country</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kern="1200" dirty="0">
                          <a:solidFill>
                            <a:srgbClr val="000000"/>
                          </a:solidFill>
                          <a:latin typeface="Arial" pitchFamily="34" charset="0"/>
                          <a:cs typeface="Arial" pitchFamily="34" charset="-120"/>
                        </a:rPr>
                        <a:t>IEEE standard dictates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58012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802.11 Frame Structure</a:t>
            </a:r>
            <a:endParaRPr lang="en-US" sz="2200" dirty="0"/>
          </a:p>
        </p:txBody>
      </p:sp>
      <p:sp>
        <p:nvSpPr>
          <p:cNvPr id="5" name="Text 2"/>
          <p:cNvSpPr/>
          <p:nvPr/>
        </p:nvSpPr>
        <p:spPr>
          <a:xfrm>
            <a:off x="115845" y="852616"/>
            <a:ext cx="8229600" cy="3628485"/>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All Layer 2 frames consist of a header, payload, and Frame Check Sequence (FCS) section. The 802.11 frame format is like the Ethernet frame format, except that it contains more fields.</a:t>
            </a:r>
          </a:p>
          <a:p>
            <a:pPr>
              <a:lnSpc>
                <a:spcPts val="2000"/>
              </a:lnSpc>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Frame Control – It identifies the type of wireless frame and contains subfields for protocol version, frame type, address type, power management, and security settings.</a:t>
            </a:r>
          </a:p>
          <a:p>
            <a:pPr marL="285750" indent="-285750">
              <a:buFont typeface="Arial"/>
              <a:buChar char="•"/>
            </a:pPr>
            <a:r>
              <a:rPr lang="en-US" sz="1400" dirty="0">
                <a:solidFill>
                  <a:srgbClr val="000000"/>
                </a:solidFill>
                <a:latin typeface="Arial"/>
                <a:cs typeface="Arial"/>
              </a:rPr>
              <a:t>Duration - It is typically used to indicate the remaining duration needed to receive the next frame transmission.</a:t>
            </a:r>
          </a:p>
          <a:p>
            <a:pPr marL="285750" indent="-285750">
              <a:buFont typeface="Arial"/>
              <a:buChar char="•"/>
            </a:pPr>
            <a:r>
              <a:rPr lang="en-US" sz="1400" dirty="0">
                <a:solidFill>
                  <a:srgbClr val="000000"/>
                </a:solidFill>
                <a:latin typeface="Arial"/>
                <a:cs typeface="Arial"/>
              </a:rPr>
              <a:t>Address1 - It usually contains the MAC address of the receiving wireless device or AP.</a:t>
            </a:r>
          </a:p>
          <a:p>
            <a:pPr marL="285750" indent="-285750">
              <a:buFont typeface="Arial"/>
              <a:buChar char="•"/>
            </a:pPr>
            <a:r>
              <a:rPr lang="en-US" sz="1400" dirty="0">
                <a:solidFill>
                  <a:srgbClr val="000000"/>
                </a:solidFill>
                <a:latin typeface="Arial"/>
                <a:cs typeface="Arial"/>
              </a:rPr>
              <a:t>Address2 - It usually contains the MAC address of the transmitting wireless device or AP.</a:t>
            </a:r>
          </a:p>
          <a:p>
            <a:pPr marL="285750" indent="-285750">
              <a:buFont typeface="Arial"/>
              <a:buChar char="•"/>
            </a:pPr>
            <a:r>
              <a:rPr lang="en-US" sz="1400" dirty="0">
                <a:solidFill>
                  <a:srgbClr val="000000"/>
                </a:solidFill>
                <a:latin typeface="Arial"/>
                <a:cs typeface="Arial"/>
              </a:rPr>
              <a:t>Address3 – It sometimes contains the destination MAC address, such as the default gateway to which the AP is attached.</a:t>
            </a:r>
          </a:p>
          <a:p>
            <a:pPr marL="285750" indent="-285750">
              <a:buFont typeface="Arial"/>
              <a:buChar char="•"/>
            </a:pPr>
            <a:r>
              <a:rPr lang="en-US" sz="1400" dirty="0">
                <a:solidFill>
                  <a:srgbClr val="000000"/>
                </a:solidFill>
                <a:latin typeface="Arial"/>
                <a:cs typeface="Arial"/>
              </a:rPr>
              <a:t>Sequence Control - It contains information to control sequencing and fragmented frames.</a:t>
            </a:r>
          </a:p>
          <a:p>
            <a:pPr marL="285750" indent="-285750">
              <a:buFont typeface="Arial"/>
              <a:buChar char="•"/>
            </a:pPr>
            <a:r>
              <a:rPr lang="en-US" sz="1400" dirty="0">
                <a:solidFill>
                  <a:srgbClr val="000000"/>
                </a:solidFill>
                <a:latin typeface="Arial"/>
                <a:cs typeface="Arial"/>
              </a:rPr>
              <a:t>Address4 - It is usually missing because it is used only in ad hoc mode.</a:t>
            </a:r>
          </a:p>
          <a:p>
            <a:pPr marL="285750" indent="-285750">
              <a:buFont typeface="Arial"/>
              <a:buChar char="•"/>
            </a:pPr>
            <a:r>
              <a:rPr lang="en-US" sz="1400" dirty="0">
                <a:solidFill>
                  <a:srgbClr val="000000"/>
                </a:solidFill>
                <a:latin typeface="Arial"/>
                <a:cs typeface="Arial"/>
              </a:rPr>
              <a:t>Payload – It contains the data for transmission.</a:t>
            </a:r>
          </a:p>
          <a:p>
            <a:pPr marL="285750" indent="-285750">
              <a:buFont typeface="Arial"/>
              <a:buChar char="•"/>
            </a:pPr>
            <a:r>
              <a:rPr lang="en-US" sz="1400" dirty="0">
                <a:solidFill>
                  <a:srgbClr val="000000"/>
                </a:solidFill>
                <a:latin typeface="Arial"/>
                <a:cs typeface="Arial"/>
              </a:rPr>
              <a:t>FCS - It is used for Layer 2 error control.</a:t>
            </a:r>
          </a:p>
          <a:p>
            <a:pPr>
              <a:lnSpc>
                <a:spcPts val="2000"/>
              </a:lnSpc>
            </a:pPr>
            <a:endParaRPr lang="en-US" sz="1400" dirty="0">
              <a:solidFill>
                <a:srgbClr val="000000"/>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4622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CSMA/CA</a:t>
            </a:r>
            <a:endParaRPr lang="en-US" sz="2200" dirty="0"/>
          </a:p>
        </p:txBody>
      </p:sp>
      <p:sp>
        <p:nvSpPr>
          <p:cNvPr id="5" name="Text 2"/>
          <p:cNvSpPr/>
          <p:nvPr/>
        </p:nvSpPr>
        <p:spPr>
          <a:xfrm>
            <a:off x="115845" y="906677"/>
            <a:ext cx="8229600" cy="3617702"/>
          </a:xfrm>
          <a:prstGeom prst="rect">
            <a:avLst/>
          </a:prstGeom>
          <a:noFill/>
          <a:ln/>
        </p:spPr>
        <p:txBody>
          <a:bodyPr wrap="square" lIns="91440" tIns="45720" rIns="91440" bIns="45720" rtlCol="0" anchor="t"/>
          <a:lstStyle/>
          <a:p>
            <a:r>
              <a:rPr lang="en-US" sz="1400" dirty="0">
                <a:solidFill>
                  <a:srgbClr val="000000"/>
                </a:solidFill>
                <a:latin typeface="Arial"/>
                <a:cs typeface="Arial"/>
              </a:rPr>
              <a:t>WLANs are half-duplex, shared media configurations. This creates a problem because a wireless client cannot hear while it is sending, which makes it impossible to detect a collision.</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To resolve this problem, WLANs use CSMA/CA as the method to determine how and when to send data on the network. A wireless client does the following:</a:t>
            </a:r>
          </a:p>
          <a:p>
            <a:endParaRPr lang="en-US" sz="1400" dirty="0">
              <a:solidFill>
                <a:srgbClr val="000000"/>
              </a:solidFill>
              <a:latin typeface="Arial"/>
              <a:cs typeface="Arial"/>
            </a:endParaRPr>
          </a:p>
          <a:p>
            <a:pPr marL="342900" indent="-342900">
              <a:buFont typeface="+mj-lt"/>
              <a:buAutoNum type="arabicPeriod"/>
            </a:pPr>
            <a:r>
              <a:rPr lang="en-US" sz="1400" dirty="0">
                <a:solidFill>
                  <a:srgbClr val="000000"/>
                </a:solidFill>
                <a:latin typeface="Arial"/>
                <a:cs typeface="Arial"/>
              </a:rPr>
              <a:t>Listens to the channel (carrier) to see if it senses no other traffic on the channel (idle). </a:t>
            </a:r>
          </a:p>
          <a:p>
            <a:pPr marL="342900" indent="-342900">
              <a:buFont typeface="+mj-lt"/>
              <a:buAutoNum type="arabicPeriod"/>
            </a:pPr>
            <a:r>
              <a:rPr lang="en-US" sz="1400" dirty="0">
                <a:solidFill>
                  <a:srgbClr val="000000"/>
                </a:solidFill>
                <a:latin typeface="Arial"/>
                <a:cs typeface="Arial"/>
              </a:rPr>
              <a:t>Sends a ready to send (RTS) message to the AP to request dedicated access to the network.</a:t>
            </a:r>
          </a:p>
          <a:p>
            <a:pPr marL="342900" indent="-342900">
              <a:buFont typeface="+mj-lt"/>
              <a:buAutoNum type="arabicPeriod"/>
            </a:pPr>
            <a:r>
              <a:rPr lang="en-US" sz="1400" dirty="0">
                <a:solidFill>
                  <a:srgbClr val="000000"/>
                </a:solidFill>
                <a:latin typeface="Arial"/>
                <a:cs typeface="Arial"/>
              </a:rPr>
              <a:t>Receives a clear to send (CTS) message from the AP granting access to send.</a:t>
            </a:r>
          </a:p>
          <a:p>
            <a:pPr marL="342900" indent="-342900">
              <a:buFont typeface="+mj-lt"/>
              <a:buAutoNum type="arabicPeriod"/>
            </a:pPr>
            <a:r>
              <a:rPr lang="en-US" sz="1400" dirty="0">
                <a:solidFill>
                  <a:srgbClr val="000000"/>
                </a:solidFill>
                <a:latin typeface="Arial"/>
                <a:cs typeface="Arial"/>
              </a:rPr>
              <a:t>If the wireless client does not receive a CTS message, it waits a random amount of time to restart  the process.</a:t>
            </a:r>
          </a:p>
          <a:p>
            <a:pPr marL="342900" indent="-342900">
              <a:buFont typeface="+mj-lt"/>
              <a:buAutoNum type="arabicPeriod"/>
            </a:pPr>
            <a:r>
              <a:rPr lang="en-US" sz="1400" dirty="0">
                <a:solidFill>
                  <a:srgbClr val="000000"/>
                </a:solidFill>
                <a:latin typeface="Arial"/>
                <a:cs typeface="Arial"/>
              </a:rPr>
              <a:t>After it receives the CTS, it transmits the data.</a:t>
            </a:r>
          </a:p>
          <a:p>
            <a:pPr marL="342900" indent="-342900">
              <a:buFont typeface="+mj-lt"/>
              <a:buAutoNum type="arabicPeriod"/>
            </a:pPr>
            <a:r>
              <a:rPr lang="en-US" sz="1400" dirty="0">
                <a:solidFill>
                  <a:srgbClr val="000000"/>
                </a:solidFill>
                <a:latin typeface="Arial"/>
                <a:cs typeface="Arial"/>
              </a:rPr>
              <a:t>All transmissions are acknowledged. If a wireless client does not receive an acknowledgment, it assumes a collision occurred and restarts the process.</a:t>
            </a:r>
          </a:p>
          <a:p>
            <a:pPr>
              <a:lnSpc>
                <a:spcPts val="2000"/>
              </a:lnSpc>
            </a:pPr>
            <a:endParaRPr lang="en-US" sz="1400" dirty="0">
              <a:solidFill>
                <a:srgbClr val="000000"/>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54777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Wireless Client and AP Association</a:t>
            </a:r>
            <a:endParaRPr lang="en-US" sz="2200" dirty="0"/>
          </a:p>
        </p:txBody>
      </p:sp>
      <p:sp>
        <p:nvSpPr>
          <p:cNvPr id="5" name="Text 2"/>
          <p:cNvSpPr/>
          <p:nvPr/>
        </p:nvSpPr>
        <p:spPr>
          <a:xfrm>
            <a:off x="162182" y="922123"/>
            <a:ext cx="8229600" cy="727854"/>
          </a:xfrm>
          <a:prstGeom prst="rect">
            <a:avLst/>
          </a:prstGeom>
          <a:noFill/>
          <a:ln/>
        </p:spPr>
        <p:txBody>
          <a:bodyPr wrap="square" lIns="91440" tIns="45720" rIns="91440" bIns="45720" rtlCol="0" anchor="t"/>
          <a:lstStyle/>
          <a:p>
            <a:r>
              <a:rPr lang="en-US" sz="1400" dirty="0">
                <a:solidFill>
                  <a:srgbClr val="000000"/>
                </a:solidFill>
                <a:latin typeface="Arial"/>
                <a:cs typeface="Arial"/>
              </a:rPr>
              <a:t>For wireless devices to communicate over a network, they must first associate with an AP or wireless router. An important part of the 802.11 process is discovering a WLAN and subsequently connecting to it. </a:t>
            </a:r>
            <a:endParaRPr lang="pt-BR" sz="1400" dirty="0">
              <a:solidFill>
                <a:srgbClr val="000000"/>
              </a:solidFill>
              <a:latin typeface="Arial"/>
              <a:cs typeface="Arial"/>
            </a:endParaRPr>
          </a:p>
          <a:p>
            <a:endParaRPr lang="en-US" sz="1400" dirty="0">
              <a:solidFill>
                <a:srgbClr val="000000"/>
              </a:solidFill>
              <a:latin typeface="Arial"/>
              <a:cs typeface="Arial"/>
            </a:endParaRPr>
          </a:p>
          <a:p>
            <a:pPr>
              <a:lnSpc>
                <a:spcPts val="2000"/>
              </a:lnSpc>
            </a:pPr>
            <a:endParaRPr lang="en-US" sz="1400" dirty="0">
              <a:latin typeface="Arial"/>
              <a:cs typeface="Arial"/>
            </a:endParaRPr>
          </a:p>
        </p:txBody>
      </p:sp>
      <p:sp>
        <p:nvSpPr>
          <p:cNvPr id="7" name="CaixaDeTexto 6">
            <a:extLst>
              <a:ext uri="{FF2B5EF4-FFF2-40B4-BE49-F238E27FC236}">
                <a16:creationId xmlns:a16="http://schemas.microsoft.com/office/drawing/2014/main" id="{655284AA-CA1E-0107-334A-AE5CFF9E3218}"/>
              </a:ext>
            </a:extLst>
          </p:cNvPr>
          <p:cNvSpPr txBox="1"/>
          <p:nvPr/>
        </p:nvSpPr>
        <p:spPr>
          <a:xfrm>
            <a:off x="160770" y="1770255"/>
            <a:ext cx="4259029"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latin typeface="Arial"/>
                <a:cs typeface="Arial"/>
              </a:rPr>
              <a:t>Wireless devices complete the following three stage process:</a:t>
            </a:r>
            <a:endParaRPr lang="pt-BR" sz="1400" dirty="0">
              <a:solidFill>
                <a:srgbClr val="000000"/>
              </a:solidFill>
              <a:latin typeface="Arial"/>
              <a:cs typeface="Arial"/>
            </a:endParaRPr>
          </a:p>
          <a:p>
            <a:endParaRPr lang="en-US" sz="1400" dirty="0">
              <a:solidFill>
                <a:srgbClr val="000000"/>
              </a:solidFill>
              <a:latin typeface="Arial"/>
              <a:cs typeface="Arial"/>
            </a:endParaRPr>
          </a:p>
          <a:p>
            <a:pPr marL="285750" indent="-285750">
              <a:buFont typeface="Arial,Sans-Serif"/>
              <a:buChar char="•"/>
            </a:pPr>
            <a:r>
              <a:rPr lang="en-US" sz="1400" dirty="0">
                <a:solidFill>
                  <a:srgbClr val="000000"/>
                </a:solidFill>
                <a:latin typeface="Arial"/>
                <a:cs typeface="Arial"/>
              </a:rPr>
              <a:t>Discover a wireless AP</a:t>
            </a:r>
          </a:p>
          <a:p>
            <a:pPr marL="285750" indent="-285750">
              <a:buFont typeface="Arial,Sans-Serif"/>
              <a:buChar char="•"/>
            </a:pPr>
            <a:r>
              <a:rPr lang="en-US" sz="1400" dirty="0">
                <a:solidFill>
                  <a:srgbClr val="000000"/>
                </a:solidFill>
                <a:latin typeface="Arial"/>
                <a:cs typeface="Arial"/>
              </a:rPr>
              <a:t>Authenticate with AP</a:t>
            </a:r>
          </a:p>
          <a:p>
            <a:pPr marL="285750" indent="-285750">
              <a:buFont typeface="Arial,Sans-Serif"/>
              <a:buChar char="•"/>
            </a:pPr>
            <a:r>
              <a:rPr lang="en-US" sz="1400" dirty="0">
                <a:solidFill>
                  <a:srgbClr val="000000"/>
                </a:solidFill>
                <a:latin typeface="Arial"/>
                <a:cs typeface="Arial"/>
              </a:rPr>
              <a:t>Associate with AP</a:t>
            </a:r>
          </a:p>
          <a:p>
            <a:pPr algn="l"/>
            <a:endParaRPr lang="pt-BR" sz="1400" dirty="0">
              <a:solidFill>
                <a:srgbClr val="000000"/>
              </a:solidFill>
              <a:latin typeface="Arial"/>
              <a:cs typeface="Arial"/>
            </a:endParaRPr>
          </a:p>
        </p:txBody>
      </p:sp>
      <p:pic>
        <p:nvPicPr>
          <p:cNvPr id="4" name="Imagem 5" descr="Diagrama&#10;&#10;Descrição gerada automaticamente">
            <a:extLst>
              <a:ext uri="{FF2B5EF4-FFF2-40B4-BE49-F238E27FC236}">
                <a16:creationId xmlns:a16="http://schemas.microsoft.com/office/drawing/2014/main" id="{BDA1EC10-8F53-9AAE-7EAA-CB8A6824FAAE}"/>
              </a:ext>
            </a:extLst>
          </p:cNvPr>
          <p:cNvPicPr>
            <a:picLocks noChangeAspect="1"/>
          </p:cNvPicPr>
          <p:nvPr/>
        </p:nvPicPr>
        <p:blipFill>
          <a:blip r:embed="rId3"/>
          <a:stretch>
            <a:fillRect/>
          </a:stretch>
        </p:blipFill>
        <p:spPr>
          <a:xfrm>
            <a:off x="4482268" y="1770657"/>
            <a:ext cx="4393001" cy="2259659"/>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547778"/>
          </a:xfrm>
          <a:prstGeom prst="rect">
            <a:avLst/>
          </a:prstGeom>
          <a:noFill/>
          <a:ln/>
        </p:spPr>
        <p:txBody>
          <a:bodyPr wrap="square" lIns="91440" tIns="45720" rIns="91440" bIns="45720" rtlCol="0" anchor="t"/>
          <a:lstStyle/>
          <a:p>
            <a:r>
              <a:rPr lang="en-US" sz="2200" dirty="0">
                <a:solidFill>
                  <a:srgbClr val="024C69"/>
                </a:solidFill>
                <a:latin typeface="Arial"/>
                <a:cs typeface="Arial"/>
              </a:rPr>
              <a:t>Wireless Client and AP Association</a:t>
            </a:r>
            <a:r>
              <a:rPr lang="en-US" dirty="0">
                <a:latin typeface="Arial"/>
                <a:cs typeface="Arial"/>
              </a:rPr>
              <a:t> (Cont.)</a:t>
            </a:r>
            <a:endParaRPr lang="en-US" sz="2200" dirty="0"/>
          </a:p>
        </p:txBody>
      </p:sp>
      <p:sp>
        <p:nvSpPr>
          <p:cNvPr id="5" name="Text 2"/>
          <p:cNvSpPr/>
          <p:nvPr/>
        </p:nvSpPr>
        <p:spPr>
          <a:xfrm>
            <a:off x="146736" y="906677"/>
            <a:ext cx="8229600" cy="3423608"/>
          </a:xfrm>
          <a:prstGeom prst="rect">
            <a:avLst/>
          </a:prstGeom>
          <a:noFill/>
          <a:ln/>
        </p:spPr>
        <p:txBody>
          <a:bodyPr wrap="square" lIns="91440" tIns="45720" rIns="91440" bIns="45720" rtlCol="0" anchor="t"/>
          <a:lstStyle/>
          <a:p>
            <a:r>
              <a:rPr lang="en-US" sz="1400" dirty="0">
                <a:solidFill>
                  <a:srgbClr val="000000"/>
                </a:solidFill>
                <a:latin typeface="Arial"/>
                <a:cs typeface="Arial"/>
              </a:rPr>
              <a:t>A wireless client and an AP must agree on specific parameters that must be configured on the AP and subsequently on the client to enable the negotiation of a successful association.</a:t>
            </a:r>
            <a:endParaRPr lang="pt-BR" sz="1400" dirty="0">
              <a:solidFill>
                <a:srgbClr val="000000"/>
              </a:solidFill>
              <a:latin typeface="Arial"/>
              <a:cs typeface="Arial"/>
            </a:endParaRPr>
          </a:p>
          <a:p>
            <a:endParaRPr lang="en-US" sz="1400" dirty="0">
              <a:solidFill>
                <a:srgbClr val="000000"/>
              </a:solidFill>
              <a:latin typeface="Arial"/>
              <a:cs typeface="Arial"/>
            </a:endParaRPr>
          </a:p>
          <a:p>
            <a:pPr marL="285750" indent="-285750">
              <a:buFont typeface="Arial,Sans-Serif"/>
              <a:buChar char="•"/>
            </a:pPr>
            <a:r>
              <a:rPr lang="en-US" sz="1400" dirty="0">
                <a:solidFill>
                  <a:srgbClr val="000000"/>
                </a:solidFill>
                <a:latin typeface="Arial"/>
                <a:cs typeface="Arial"/>
              </a:rPr>
              <a:t>SSID – It appears in the list of available wireless networks on a client.</a:t>
            </a:r>
          </a:p>
          <a:p>
            <a:pPr marL="285750" indent="-285750">
              <a:buFont typeface="Arial,Sans-Serif"/>
              <a:buChar char="•"/>
            </a:pPr>
            <a:r>
              <a:rPr lang="en-US" sz="1400" dirty="0">
                <a:solidFill>
                  <a:srgbClr val="000000"/>
                </a:solidFill>
                <a:latin typeface="Arial"/>
                <a:cs typeface="Arial"/>
              </a:rPr>
              <a:t>Password - It is required from the wireless client to authenticate to the AP.</a:t>
            </a:r>
          </a:p>
          <a:p>
            <a:pPr marL="285750" indent="-285750">
              <a:buFont typeface="Arial,Sans-Serif"/>
              <a:buChar char="•"/>
            </a:pPr>
            <a:r>
              <a:rPr lang="en-US" sz="1400" dirty="0">
                <a:solidFill>
                  <a:srgbClr val="000000"/>
                </a:solidFill>
                <a:latin typeface="Arial"/>
                <a:cs typeface="Arial"/>
              </a:rPr>
              <a:t>Network mode - It refers to the 802.11a/b/g/n/ac/ad WLAN standards. </a:t>
            </a:r>
          </a:p>
          <a:p>
            <a:pPr marL="285750" indent="-285750">
              <a:buFont typeface="Arial,Sans-Serif"/>
              <a:buChar char="•"/>
            </a:pPr>
            <a:r>
              <a:rPr lang="en-US" sz="1400" dirty="0">
                <a:solidFill>
                  <a:srgbClr val="000000"/>
                </a:solidFill>
                <a:latin typeface="Arial"/>
                <a:cs typeface="Arial"/>
              </a:rPr>
              <a:t>Security mode – It refers to the security parameter settings, such as WEP, WPA, or WPA2. </a:t>
            </a:r>
          </a:p>
          <a:p>
            <a:pPr marL="285750" indent="-285750">
              <a:buFont typeface="Arial,Sans-Serif"/>
              <a:buChar char="•"/>
            </a:pPr>
            <a:r>
              <a:rPr lang="en-US" sz="1400" dirty="0">
                <a:solidFill>
                  <a:srgbClr val="000000"/>
                </a:solidFill>
                <a:latin typeface="Arial"/>
                <a:cs typeface="Arial"/>
              </a:rPr>
              <a:t>Channel settings – It refers to the frequency bands used to transmit wireless data. </a:t>
            </a:r>
          </a:p>
          <a:p>
            <a:endParaRPr lang="en-US" sz="1400" dirty="0">
              <a:solidFill>
                <a:srgbClr val="000000"/>
              </a:solidFill>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2901809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46151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Passive and Active Discover Mode</a:t>
            </a:r>
            <a:endParaRPr lang="en-US" sz="2200" dirty="0"/>
          </a:p>
        </p:txBody>
      </p:sp>
      <p:sp>
        <p:nvSpPr>
          <p:cNvPr id="5" name="Text 2"/>
          <p:cNvSpPr/>
          <p:nvPr/>
        </p:nvSpPr>
        <p:spPr>
          <a:xfrm>
            <a:off x="84953" y="731089"/>
            <a:ext cx="8229600" cy="695505"/>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Wireless devices must discover and connect to an AP or wireless router. Wireless clients connect to the AP using a scanning (probing) process. This process can be passive or active.</a:t>
            </a:r>
          </a:p>
          <a:p>
            <a:pPr>
              <a:lnSpc>
                <a:spcPts val="2000"/>
              </a:lnSpc>
            </a:pPr>
            <a:endParaRPr lang="en-US" sz="1400" dirty="0">
              <a:solidFill>
                <a:srgbClr val="000000"/>
              </a:solidFill>
              <a:latin typeface="Arial"/>
              <a:cs typeface="Arial"/>
            </a:endParaRPr>
          </a:p>
        </p:txBody>
      </p:sp>
      <p:sp>
        <p:nvSpPr>
          <p:cNvPr id="4" name="CaixaDeTexto 3">
            <a:extLst>
              <a:ext uri="{FF2B5EF4-FFF2-40B4-BE49-F238E27FC236}">
                <a16:creationId xmlns:a16="http://schemas.microsoft.com/office/drawing/2014/main" id="{18F88595-2199-C01B-0BA9-3B2BF78C6316}"/>
              </a:ext>
            </a:extLst>
          </p:cNvPr>
          <p:cNvSpPr txBox="1"/>
          <p:nvPr/>
        </p:nvSpPr>
        <p:spPr>
          <a:xfrm>
            <a:off x="137935" y="1565358"/>
            <a:ext cx="581447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latin typeface="Arial"/>
                <a:cs typeface="Arial"/>
              </a:rPr>
              <a:t>Passive mode</a:t>
            </a:r>
            <a:endParaRPr lang="pt-BR"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The AP openly advertises its service by periodically sending broadcast beacon frames containing the SSID, supported standards, and security settings.</a:t>
            </a:r>
          </a:p>
        </p:txBody>
      </p:sp>
      <p:sp>
        <p:nvSpPr>
          <p:cNvPr id="6" name="CaixaDeTexto 5">
            <a:extLst>
              <a:ext uri="{FF2B5EF4-FFF2-40B4-BE49-F238E27FC236}">
                <a16:creationId xmlns:a16="http://schemas.microsoft.com/office/drawing/2014/main" id="{B69F6FE4-7DB0-45F3-9648-C043E49D86B0}"/>
              </a:ext>
            </a:extLst>
          </p:cNvPr>
          <p:cNvSpPr txBox="1"/>
          <p:nvPr/>
        </p:nvSpPr>
        <p:spPr>
          <a:xfrm>
            <a:off x="137934" y="2953162"/>
            <a:ext cx="568318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latin typeface="Arial"/>
                <a:cs typeface="Arial"/>
              </a:rPr>
              <a:t>Active mode</a:t>
            </a:r>
            <a:endParaRPr lang="pt-BR"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Wireless clients must know the name of the SSID and initiate the process by broadcasting a probe request frame on multiple channels. </a:t>
            </a:r>
          </a:p>
          <a:p>
            <a:pPr marL="285750" indent="-285750">
              <a:buFont typeface="Arial"/>
              <a:buChar char="•"/>
            </a:pPr>
            <a:r>
              <a:rPr lang="en-US" sz="1400" dirty="0">
                <a:solidFill>
                  <a:srgbClr val="000000"/>
                </a:solidFill>
                <a:latin typeface="Arial"/>
                <a:cs typeface="Arial"/>
              </a:rPr>
              <a:t>APs configured with the SSID will send a probe response that includes the SSID, supported standards, and security settings.</a:t>
            </a:r>
            <a:endParaRPr lang="en-US" dirty="0">
              <a:cs typeface="Calibri" panose="020F0502020204030204"/>
            </a:endParaRPr>
          </a:p>
        </p:txBody>
      </p:sp>
      <p:pic>
        <p:nvPicPr>
          <p:cNvPr id="7" name="Imagem 7">
            <a:extLst>
              <a:ext uri="{FF2B5EF4-FFF2-40B4-BE49-F238E27FC236}">
                <a16:creationId xmlns:a16="http://schemas.microsoft.com/office/drawing/2014/main" id="{11A51D74-9AA4-69E5-6975-AEF7DB545FF2}"/>
              </a:ext>
            </a:extLst>
          </p:cNvPr>
          <p:cNvPicPr>
            <a:picLocks noChangeAspect="1"/>
          </p:cNvPicPr>
          <p:nvPr/>
        </p:nvPicPr>
        <p:blipFill>
          <a:blip r:embed="rId3"/>
          <a:stretch>
            <a:fillRect/>
          </a:stretch>
        </p:blipFill>
        <p:spPr>
          <a:xfrm>
            <a:off x="5927245" y="1469007"/>
            <a:ext cx="2724150" cy="1752600"/>
          </a:xfrm>
          <a:prstGeom prst="rect">
            <a:avLst/>
          </a:prstGeom>
        </p:spPr>
      </p:pic>
      <p:pic>
        <p:nvPicPr>
          <p:cNvPr id="8" name="Imagem 8">
            <a:extLst>
              <a:ext uri="{FF2B5EF4-FFF2-40B4-BE49-F238E27FC236}">
                <a16:creationId xmlns:a16="http://schemas.microsoft.com/office/drawing/2014/main" id="{A77DD9D0-64FC-B5D6-1776-CD66958FF7F4}"/>
              </a:ext>
            </a:extLst>
          </p:cNvPr>
          <p:cNvPicPr>
            <a:picLocks noChangeAspect="1"/>
          </p:cNvPicPr>
          <p:nvPr/>
        </p:nvPicPr>
        <p:blipFill>
          <a:blip r:embed="rId4"/>
          <a:stretch>
            <a:fillRect/>
          </a:stretch>
        </p:blipFill>
        <p:spPr>
          <a:xfrm>
            <a:off x="5917721" y="3367428"/>
            <a:ext cx="2743200" cy="125536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Wireless Communications</a:t>
            </a:r>
            <a:endParaRPr lang="en-US" sz="1600" dirty="0"/>
          </a:p>
        </p:txBody>
      </p:sp>
      <p:sp>
        <p:nvSpPr>
          <p:cNvPr id="3" name="Text 0"/>
          <p:cNvSpPr>
            <a:spLocks noGrp="1"/>
          </p:cNvSpPr>
          <p:nvPr>
            <p:ph type="body" idx="100" hasCustomPrompt="1"/>
          </p:nvPr>
        </p:nvSpPr>
        <p:spPr>
          <a:xfrm>
            <a:off x="0" y="274320"/>
            <a:ext cx="9144000" cy="558561"/>
          </a:xfrm>
          <a:prstGeom prst="rect">
            <a:avLst/>
          </a:prstGeom>
          <a:noFill/>
          <a:ln/>
        </p:spPr>
        <p:txBody>
          <a:bodyPr wrap="square" lIns="91440" tIns="45720" rIns="91440" bIns="45720" rtlCol="0" anchor="t"/>
          <a:lstStyle/>
          <a:p>
            <a:r>
              <a:rPr lang="en-US" sz="2200" dirty="0">
                <a:solidFill>
                  <a:srgbClr val="024C69"/>
                </a:solidFill>
                <a:latin typeface="Arial"/>
                <a:cs typeface="Arial"/>
              </a:rPr>
              <a:t>Wireless Devices -</a:t>
            </a:r>
            <a:r>
              <a:rPr lang="en-US" dirty="0">
                <a:latin typeface="Arial"/>
                <a:cs typeface="Arial"/>
              </a:rPr>
              <a:t> </a:t>
            </a:r>
            <a:r>
              <a:rPr lang="en-US" sz="2200" dirty="0">
                <a:solidFill>
                  <a:srgbClr val="024C69"/>
                </a:solidFill>
                <a:latin typeface="Arial"/>
                <a:cs typeface="Arial"/>
              </a:rPr>
              <a:t>AP, LWAP, and WLC</a:t>
            </a:r>
            <a:endParaRPr lang="en-US" sz="2200" dirty="0">
              <a:latin typeface="Arial"/>
              <a:cs typeface="Arial"/>
            </a:endParaRPr>
          </a:p>
        </p:txBody>
      </p:sp>
      <p:sp>
        <p:nvSpPr>
          <p:cNvPr id="5" name="Text 2"/>
          <p:cNvSpPr/>
          <p:nvPr/>
        </p:nvSpPr>
        <p:spPr>
          <a:xfrm>
            <a:off x="84953" y="906677"/>
            <a:ext cx="6180827" cy="3499089"/>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cs typeface="Arial"/>
              </a:rPr>
              <a:t>Home and small business wireless routers integrate the functions of a router, switch, and access point into one device. </a:t>
            </a:r>
            <a:endParaRPr lang="en-US"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All the control and management functions of the APs on a network can be centralized into a Wireless LAN Controller (WLC). </a:t>
            </a:r>
            <a:endParaRPr lang="en-US"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When using a WLC, the APs no longer act autonomously, but instead act as lightweight APs (LWAPs). </a:t>
            </a:r>
            <a:endParaRPr lang="en-US"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LWAPs only forward data between the wireless LAN and the WLC. </a:t>
            </a: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Major benefit of centralizing the AP management functions in the WLC is simplified configuration and monitoring of numerous access points.</a:t>
            </a:r>
            <a:endParaRPr lang="en-US" sz="1400" dirty="0">
              <a:latin typeface="Arial"/>
              <a:cs typeface="Arial"/>
            </a:endParaRPr>
          </a:p>
          <a:p>
            <a:pPr>
              <a:lnSpc>
                <a:spcPts val="2000"/>
              </a:lnSpc>
            </a:pPr>
            <a:endParaRPr lang="en-US" sz="1400" dirty="0">
              <a:solidFill>
                <a:srgbClr val="000000"/>
              </a:solidFill>
              <a:latin typeface="Arial"/>
              <a:cs typeface="Arial"/>
            </a:endParaRPr>
          </a:p>
        </p:txBody>
      </p:sp>
      <p:pic>
        <p:nvPicPr>
          <p:cNvPr id="4" name="Imagem 5" descr="Interface gráfica do usuário, Texto&#10;&#10;Descrição gerada automaticamente">
            <a:extLst>
              <a:ext uri="{FF2B5EF4-FFF2-40B4-BE49-F238E27FC236}">
                <a16:creationId xmlns:a16="http://schemas.microsoft.com/office/drawing/2014/main" id="{AC328A41-BA14-FDAE-CAD9-24EAFABECB94}"/>
              </a:ext>
            </a:extLst>
          </p:cNvPr>
          <p:cNvPicPr>
            <a:picLocks noChangeAspect="1"/>
          </p:cNvPicPr>
          <p:nvPr/>
        </p:nvPicPr>
        <p:blipFill>
          <a:blip r:embed="rId3"/>
          <a:stretch>
            <a:fillRect/>
          </a:stretch>
        </p:blipFill>
        <p:spPr>
          <a:xfrm>
            <a:off x="6215127" y="1014964"/>
            <a:ext cx="2704586" cy="217399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5.2 WLAN Threats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WLAN Threats</a:t>
            </a:r>
            <a:endParaRPr lang="en-US" sz="1600" dirty="0"/>
          </a:p>
        </p:txBody>
      </p:sp>
      <p:sp>
        <p:nvSpPr>
          <p:cNvPr id="3" name="Text 0"/>
          <p:cNvSpPr>
            <a:spLocks noGrp="1"/>
          </p:cNvSpPr>
          <p:nvPr>
            <p:ph type="body" idx="100" hasCustomPrompt="1"/>
          </p:nvPr>
        </p:nvSpPr>
        <p:spPr>
          <a:xfrm>
            <a:off x="0" y="274320"/>
            <a:ext cx="9144000" cy="50464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Video - WLAN Threats</a:t>
            </a:r>
            <a:endParaRPr lang="en-US" sz="2200" dirty="0"/>
          </a:p>
        </p:txBody>
      </p:sp>
      <p:sp>
        <p:nvSpPr>
          <p:cNvPr id="5" name="Text 2"/>
          <p:cNvSpPr/>
          <p:nvPr/>
        </p:nvSpPr>
        <p:spPr>
          <a:xfrm>
            <a:off x="145297" y="914400"/>
            <a:ext cx="7648414" cy="2571750"/>
          </a:xfrm>
          <a:prstGeom prst="rect">
            <a:avLst/>
          </a:prstGeom>
          <a:noFill/>
          <a:ln/>
        </p:spPr>
        <p:txBody>
          <a:bodyPr wrap="square" lIns="91440" tIns="45720" rIns="91440" bIns="45720" rtlCol="0" anchor="t"/>
          <a:lstStyle/>
          <a:p>
            <a:r>
              <a:rPr lang="en-US" sz="1400" dirty="0">
                <a:solidFill>
                  <a:srgbClr val="000000"/>
                </a:solidFill>
                <a:latin typeface="Arial"/>
                <a:cs typeface="Arial"/>
              </a:rPr>
              <a:t>This video will cover the following:</a:t>
            </a:r>
            <a:endParaRPr lang="pt-BR" sz="1400" dirty="0">
              <a:solidFill>
                <a:srgbClr val="000000"/>
              </a:solidFill>
              <a:latin typeface="Arial"/>
              <a:cs typeface="Arial"/>
            </a:endParaRPr>
          </a:p>
          <a:p>
            <a:endParaRPr lang="en-US" sz="1400" dirty="0">
              <a:solidFill>
                <a:srgbClr val="000000"/>
              </a:solidFill>
              <a:latin typeface="Arial"/>
              <a:cs typeface="Arial"/>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Interception of Data</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Wireless Intruders</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Denial of Service (DoS) Attacks</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Rogue APs</a:t>
            </a:r>
          </a:p>
          <a:p>
            <a:pPr marL="285750" indent="-285750">
              <a:lnSpc>
                <a:spcPts val="2000"/>
              </a:lnSpc>
              <a:buFont typeface="Arial" panose="020B0604020202020204" pitchFamily="34" charset="0"/>
              <a:buChar char="•"/>
            </a:pPr>
            <a:endParaRPr lang="en-US" sz="1400" dirty="0">
              <a:solidFill>
                <a:srgbClr val="000000"/>
              </a:solidFill>
              <a:latin typeface="Arial" pitchFamily="34" charset="0"/>
              <a:cs typeface="Arial" pitchFamily="34" charset="-12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WLAN Threats</a:t>
            </a:r>
            <a:endParaRPr lang="en-US" sz="1600" dirty="0"/>
          </a:p>
        </p:txBody>
      </p:sp>
      <p:sp>
        <p:nvSpPr>
          <p:cNvPr id="3" name="Text 0"/>
          <p:cNvSpPr>
            <a:spLocks noGrp="1"/>
          </p:cNvSpPr>
          <p:nvPr>
            <p:ph type="body" idx="100" hasCustomPrompt="1"/>
          </p:nvPr>
        </p:nvSpPr>
        <p:spPr>
          <a:xfrm>
            <a:off x="0" y="274320"/>
            <a:ext cx="9144000" cy="62325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Wireless Security Overview</a:t>
            </a:r>
            <a:endParaRPr lang="en-US" sz="2200" dirty="0"/>
          </a:p>
        </p:txBody>
      </p:sp>
      <p:sp>
        <p:nvSpPr>
          <p:cNvPr id="5" name="Text 2"/>
          <p:cNvSpPr/>
          <p:nvPr/>
        </p:nvSpPr>
        <p:spPr>
          <a:xfrm>
            <a:off x="125924" y="903617"/>
            <a:ext cx="8229600" cy="3553004"/>
          </a:xfrm>
          <a:prstGeom prst="rect">
            <a:avLst/>
          </a:prstGeom>
          <a:noFill/>
          <a:ln/>
        </p:spPr>
        <p:txBody>
          <a:bodyPr wrap="square" lIns="91440" tIns="45720" rIns="91440" bIns="45720" rtlCol="0" anchor="t"/>
          <a:lstStyle/>
          <a:p>
            <a:r>
              <a:rPr lang="en-US" sz="1400" dirty="0">
                <a:solidFill>
                  <a:srgbClr val="000000"/>
                </a:solidFill>
                <a:latin typeface="Arial"/>
                <a:cs typeface="Arial"/>
              </a:rPr>
              <a:t>With a wireless NIC and knowledge of cracking techniques, an attacker may not have to physically enter the workplace to gain access to a WLAN.  </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Wireless networks are specifically susceptible to several threats, including:</a:t>
            </a:r>
            <a:endParaRPr lang="en-US" dirty="0">
              <a:cs typeface="Calibri"/>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Interception of data - Wireless data should be encrypted to prevent it from being read by eavesdroppers.</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Wireless intruders - Unauthorized users attempting to access network resources can be deterred through effective authentication techniques.</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Denial of Service (DoS) Attacks - Access to WLAN services can be compromised either accidentally or maliciously. </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Rogue APs - Unauthorized APs installed by a well-intentioned user or for malicious purposes can be detected using management software.</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WLAN Threats</a:t>
            </a:r>
            <a:endParaRPr lang="en-US" sz="1600" dirty="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DoS Attacks</a:t>
            </a:r>
            <a:endParaRPr lang="en-US" sz="2200" dirty="0"/>
          </a:p>
        </p:txBody>
      </p:sp>
      <p:sp>
        <p:nvSpPr>
          <p:cNvPr id="5" name="Text 2"/>
          <p:cNvSpPr/>
          <p:nvPr/>
        </p:nvSpPr>
        <p:spPr>
          <a:xfrm>
            <a:off x="97047" y="925183"/>
            <a:ext cx="8229600" cy="3304994"/>
          </a:xfrm>
          <a:prstGeom prst="rect">
            <a:avLst/>
          </a:prstGeom>
          <a:noFill/>
          <a:ln/>
        </p:spPr>
        <p:txBody>
          <a:bodyPr wrap="square" lIns="91440" tIns="45720" rIns="91440" bIns="45720" rtlCol="0" anchor="t"/>
          <a:lstStyle/>
          <a:p>
            <a:r>
              <a:rPr lang="en-US" sz="1400" dirty="0">
                <a:solidFill>
                  <a:srgbClr val="000000"/>
                </a:solidFill>
                <a:latin typeface="Arial"/>
                <a:cs typeface="Arial"/>
              </a:rPr>
              <a:t>Wireless DoS attacks can be the result of:</a:t>
            </a:r>
            <a:endParaRPr lang="pt-BR" sz="1400" dirty="0">
              <a:solidFill>
                <a:srgbClr val="000000"/>
              </a:solidFill>
              <a:latin typeface="Arial"/>
              <a:cs typeface="Arial"/>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Improperly configured devices - Configuration errors can disable the WLAN. </a:t>
            </a: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 malicious user intentionally interfering with the wireless communication - Their goal is to disable the wireless network completely or to the point where no legitimate device can access the medium.</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Accidental interference - WLANs are prone to interference from other wireless devices (microwave ovens, cordless phones, baby monitors). The 2.4 GHz band is more prone to interference than the 5 GHz band.</a:t>
            </a:r>
            <a:endParaRPr lang="en-US" sz="1400" dirty="0">
              <a:latin typeface="Arial"/>
              <a:cs typeface="Arial"/>
            </a:endParaRPr>
          </a:p>
          <a:p>
            <a:pPr marL="285750" indent="-285750">
              <a:buFont typeface="Arial"/>
              <a:buChar char="•"/>
            </a:pPr>
            <a:endParaRPr lang="en-US" sz="1400" dirty="0">
              <a:latin typeface="Arial"/>
              <a:cs typeface="Arial"/>
            </a:endParaRPr>
          </a:p>
          <a:p>
            <a:r>
              <a:rPr lang="en-US" sz="1400" dirty="0">
                <a:solidFill>
                  <a:srgbClr val="000000"/>
                </a:solidFill>
                <a:latin typeface="Arial"/>
                <a:cs typeface="Arial"/>
              </a:rPr>
              <a:t>To minimize the risk of a DoS attack due to improperly configured devices and malicious attacks, harden all devices, keep passwords secure, create backups, and ensure that all configuration changes are incorporated off-hours.</a:t>
            </a:r>
          </a:p>
          <a:p>
            <a:endParaRPr lang="en-US" sz="1400" dirty="0">
              <a:solidFill>
                <a:srgbClr val="000000"/>
              </a:solidFill>
              <a:latin typeface="Arial"/>
              <a:cs typeface="Arial"/>
            </a:endParaRPr>
          </a:p>
          <a:p>
            <a:pPr>
              <a:buFont typeface="Arial"/>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WLAN Threats</a:t>
            </a:r>
            <a:endParaRPr lang="en-US" sz="1600" dirty="0"/>
          </a:p>
        </p:txBody>
      </p:sp>
      <p:sp>
        <p:nvSpPr>
          <p:cNvPr id="3" name="Text 0"/>
          <p:cNvSpPr>
            <a:spLocks noGrp="1"/>
          </p:cNvSpPr>
          <p:nvPr>
            <p:ph type="body" idx="100" hasCustomPrompt="1"/>
          </p:nvPr>
        </p:nvSpPr>
        <p:spPr>
          <a:xfrm>
            <a:off x="0" y="274320"/>
            <a:ext cx="9144000" cy="56934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Rogue Access Points</a:t>
            </a:r>
            <a:endParaRPr lang="en-US" sz="2200" dirty="0"/>
          </a:p>
        </p:txBody>
      </p:sp>
      <p:sp>
        <p:nvSpPr>
          <p:cNvPr id="5" name="Text 2"/>
          <p:cNvSpPr/>
          <p:nvPr/>
        </p:nvSpPr>
        <p:spPr>
          <a:xfrm>
            <a:off x="145297" y="924086"/>
            <a:ext cx="8229600" cy="3520655"/>
          </a:xfrm>
          <a:prstGeom prst="rect">
            <a:avLst/>
          </a:prstGeom>
          <a:noFill/>
          <a:ln/>
        </p:spPr>
        <p:txBody>
          <a:bodyPr wrap="square" lIns="91440" tIns="45720" rIns="91440" bIns="45720" rtlCol="0" anchor="t"/>
          <a:lstStyle/>
          <a:p>
            <a:r>
              <a:rPr lang="en-US" sz="1400" dirty="0">
                <a:solidFill>
                  <a:srgbClr val="000000"/>
                </a:solidFill>
                <a:latin typeface="Arial"/>
                <a:cs typeface="Arial"/>
              </a:rPr>
              <a:t>A rogue AP is an AP or wireless router that has been connected to a corporate network without explicit authorization and against corporate policy. </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Anyone with access to the premises can install an inexpensive wireless router that can potentially allow access to a secure network resource.</a:t>
            </a:r>
            <a:endParaRPr lang="pt-BR" sz="140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The connected rogue AP can be used by an attacker to capture MAC addresses, capture data packets, gain access to network resources, or launch a man-in-the-middle attack.</a:t>
            </a:r>
          </a:p>
          <a:p>
            <a:endParaRPr lang="en-US" sz="1400" dirty="0">
              <a:solidFill>
                <a:srgbClr val="000000"/>
              </a:solidFill>
              <a:latin typeface="Arial"/>
              <a:cs typeface="Arial"/>
            </a:endParaRPr>
          </a:p>
          <a:p>
            <a:r>
              <a:rPr lang="en-US" sz="1400" dirty="0">
                <a:solidFill>
                  <a:srgbClr val="000000"/>
                </a:solidFill>
                <a:latin typeface="Arial"/>
                <a:cs typeface="Arial"/>
              </a:rPr>
              <a:t>A personal network hotspot could also be used as a rogue AP. </a:t>
            </a:r>
          </a:p>
          <a:p>
            <a:endParaRPr lang="en-US" sz="1400" dirty="0">
              <a:solidFill>
                <a:srgbClr val="000000"/>
              </a:solidFill>
              <a:latin typeface="Arial"/>
              <a:cs typeface="Arial"/>
            </a:endParaRPr>
          </a:p>
          <a:p>
            <a:r>
              <a:rPr lang="en-US" sz="1400" dirty="0">
                <a:solidFill>
                  <a:srgbClr val="000000"/>
                </a:solidFill>
                <a:latin typeface="Arial"/>
                <a:cs typeface="Arial"/>
              </a:rPr>
              <a:t>To prevent the installation of rogue APs, organizations must configure WLCs with rogue AP policies and use monitoring software to actively monitor the radio spectrum for unauthorized APs.</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WLAN Threats</a:t>
            </a:r>
            <a:endParaRPr lang="en-US" sz="1600" dirty="0"/>
          </a:p>
        </p:txBody>
      </p:sp>
      <p:sp>
        <p:nvSpPr>
          <p:cNvPr id="3" name="Text 0"/>
          <p:cNvSpPr>
            <a:spLocks noGrp="1"/>
          </p:cNvSpPr>
          <p:nvPr>
            <p:ph type="body" idx="100" hasCustomPrompt="1"/>
          </p:nvPr>
        </p:nvSpPr>
        <p:spPr>
          <a:xfrm>
            <a:off x="0" y="274320"/>
            <a:ext cx="9144000" cy="62325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Man-in-the-Middle Attack</a:t>
            </a:r>
            <a:endParaRPr lang="en-US" sz="2200" dirty="0"/>
          </a:p>
        </p:txBody>
      </p:sp>
      <p:sp>
        <p:nvSpPr>
          <p:cNvPr id="5" name="Text 2"/>
          <p:cNvSpPr/>
          <p:nvPr/>
        </p:nvSpPr>
        <p:spPr>
          <a:xfrm>
            <a:off x="100399" y="895894"/>
            <a:ext cx="6159261" cy="3660834"/>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000000"/>
                </a:solidFill>
                <a:latin typeface="Arial"/>
                <a:cs typeface="Arial"/>
              </a:rPr>
              <a:t>The hacker is positioned in between two legitimate entities to read or modify the data that passes between the two parties. </a:t>
            </a:r>
            <a:endParaRPr lang="pt-BR" sz="1400" dirty="0">
              <a:solidFill>
                <a:srgbClr val="000000"/>
              </a:solidFill>
              <a:latin typeface="Arial"/>
              <a:cs typeface="Arial"/>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"Evil twin AP" attack: an attacker introduces a rogue AP and configures it with the same SSID as a legitimate AP. </a:t>
            </a:r>
          </a:p>
          <a:p>
            <a:endParaRPr lang="en-US" sz="1400" dirty="0">
              <a:solidFill>
                <a:srgbClr val="000000"/>
              </a:solidFill>
              <a:latin typeface="Arial"/>
              <a:cs typeface="Arial"/>
            </a:endParaRPr>
          </a:p>
          <a:p>
            <a:pPr marL="285750" indent="-285750">
              <a:lnSpc>
                <a:spcPts val="2000"/>
              </a:lnSpc>
              <a:buFont typeface="Arial"/>
              <a:buChar char="•"/>
            </a:pPr>
            <a:r>
              <a:rPr lang="en-US" sz="1400" dirty="0">
                <a:solidFill>
                  <a:srgbClr val="000000"/>
                </a:solidFill>
                <a:latin typeface="Arial"/>
                <a:cs typeface="Arial"/>
              </a:rPr>
              <a:t>Wireless clients attempting to connect to a WLAN see two APs offering wireless access. Those near the rogue AP find the stronger signal and most likely associate with it. </a:t>
            </a:r>
          </a:p>
          <a:p>
            <a:pPr marL="285750" indent="-285750">
              <a:lnSpc>
                <a:spcPts val="2000"/>
              </a:lnSpc>
              <a:buFont typeface="Arial"/>
              <a:buChar char="•"/>
            </a:pPr>
            <a:endParaRPr lang="en-US" sz="1400" dirty="0">
              <a:solidFill>
                <a:srgbClr val="000000"/>
              </a:solidFill>
              <a:latin typeface="Arial"/>
              <a:cs typeface="Arial"/>
            </a:endParaRPr>
          </a:p>
          <a:p>
            <a:pPr marL="285750" indent="-285750">
              <a:lnSpc>
                <a:spcPts val="2000"/>
              </a:lnSpc>
              <a:buFont typeface="Arial"/>
              <a:buChar char="•"/>
            </a:pPr>
            <a:r>
              <a:rPr lang="en-US" sz="1400" dirty="0">
                <a:solidFill>
                  <a:srgbClr val="000000"/>
                </a:solidFill>
                <a:latin typeface="Arial"/>
                <a:cs typeface="Arial"/>
              </a:rPr>
              <a:t>User traffic is now sent to the rogue AP that captures the data and forwards it to the legitimate AP.</a:t>
            </a:r>
            <a:endParaRPr lang="en-US" dirty="0">
              <a:solidFill>
                <a:srgbClr val="000000"/>
              </a:solidFill>
              <a:latin typeface="Calibri" panose="020F0502020204030204"/>
              <a:cs typeface="Calibri"/>
            </a:endParaRPr>
          </a:p>
          <a:p>
            <a:pPr marL="285750" indent="-285750">
              <a:lnSpc>
                <a:spcPts val="2000"/>
              </a:lnSpc>
              <a:buFont typeface="Arial"/>
              <a:buChar char="•"/>
            </a:pPr>
            <a:endParaRPr lang="en-US" sz="1400" dirty="0">
              <a:solidFill>
                <a:srgbClr val="000000"/>
              </a:solidFill>
              <a:latin typeface="Arial"/>
              <a:cs typeface="Arial"/>
            </a:endParaRPr>
          </a:p>
          <a:p>
            <a:pPr marL="285750" indent="-285750">
              <a:lnSpc>
                <a:spcPts val="2000"/>
              </a:lnSpc>
              <a:buFont typeface="Arial"/>
              <a:buChar char="•"/>
            </a:pPr>
            <a:r>
              <a:rPr lang="en-US" sz="1400" dirty="0">
                <a:solidFill>
                  <a:srgbClr val="000000"/>
                </a:solidFill>
                <a:latin typeface="Arial"/>
                <a:cs typeface="Arial"/>
              </a:rPr>
              <a:t>Return traffic from the legitimate AP is sent to the rogue AP, captured, and forwarded to the unsuspecting user. </a:t>
            </a:r>
            <a:endParaRPr lang="en-US" sz="1400" dirty="0">
              <a:latin typeface="Arial"/>
              <a:cs typeface="Arial"/>
            </a:endParaRPr>
          </a:p>
        </p:txBody>
      </p:sp>
      <p:pic>
        <p:nvPicPr>
          <p:cNvPr id="4" name="Imagem 5" descr="Diagrama&#10;&#10;Descrição gerada automaticamente">
            <a:extLst>
              <a:ext uri="{FF2B5EF4-FFF2-40B4-BE49-F238E27FC236}">
                <a16:creationId xmlns:a16="http://schemas.microsoft.com/office/drawing/2014/main" id="{1B3F0E82-A053-30A3-68E6-0C1DDC275856}"/>
              </a:ext>
            </a:extLst>
          </p:cNvPr>
          <p:cNvPicPr>
            <a:picLocks noChangeAspect="1"/>
          </p:cNvPicPr>
          <p:nvPr/>
        </p:nvPicPr>
        <p:blipFill>
          <a:blip r:embed="rId3"/>
          <a:stretch>
            <a:fillRect/>
          </a:stretch>
        </p:blipFill>
        <p:spPr>
          <a:xfrm>
            <a:off x="6262777" y="1175995"/>
            <a:ext cx="2743200" cy="1734774"/>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5.3 Secure WLANs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515429"/>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Video - Secure WLANs</a:t>
            </a:r>
            <a:endParaRPr lang="en-US" sz="2200" dirty="0"/>
          </a:p>
        </p:txBody>
      </p:sp>
      <p:sp>
        <p:nvSpPr>
          <p:cNvPr id="5" name="Text 2"/>
          <p:cNvSpPr/>
          <p:nvPr/>
        </p:nvSpPr>
        <p:spPr>
          <a:xfrm>
            <a:off x="115845" y="922123"/>
            <a:ext cx="8229600" cy="2571750"/>
          </a:xfrm>
          <a:prstGeom prst="rect">
            <a:avLst/>
          </a:prstGeom>
          <a:noFill/>
          <a:ln/>
        </p:spPr>
        <p:txBody>
          <a:bodyPr wrap="square" lIns="91440" tIns="45720" rIns="91440" bIns="45720" rtlCol="0" anchor="t"/>
          <a:lstStyle/>
          <a:p>
            <a:r>
              <a:rPr lang="en-US" sz="1400" dirty="0">
                <a:solidFill>
                  <a:srgbClr val="000000"/>
                </a:solidFill>
                <a:latin typeface="Calibri" panose="020F0502020204030204"/>
                <a:cs typeface="Calibri" panose="020F0502020204030204"/>
              </a:rPr>
              <a:t>T</a:t>
            </a:r>
            <a:r>
              <a:rPr lang="en-US" sz="1400" dirty="0">
                <a:solidFill>
                  <a:srgbClr val="000000"/>
                </a:solidFill>
                <a:latin typeface="Arial"/>
                <a:cs typeface="Arial"/>
              </a:rPr>
              <a:t>his video will cover the following:</a:t>
            </a:r>
            <a:endParaRPr lang="pt-BR" sz="1400" dirty="0">
              <a:solidFill>
                <a:srgbClr val="000000"/>
              </a:solidFill>
              <a:latin typeface="Arial"/>
              <a:cs typeface="Arial"/>
            </a:endParaRPr>
          </a:p>
          <a:p>
            <a:pPr marL="285750" indent="-285750">
              <a:buFont typeface="Arial"/>
              <a:buChar char="•"/>
            </a:pPr>
            <a:endParaRPr lang="en-US" sz="1400" dirty="0">
              <a:solidFill>
                <a:srgbClr val="000000"/>
              </a:solidFill>
              <a:latin typeface="Arial"/>
              <a:cs typeface="Arial"/>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SSID Cloaking</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MAC Address Filtering</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Authentication and Encryption Systems (Open Authentication and Shared Key Authentication)</a:t>
            </a:r>
          </a:p>
          <a:p>
            <a:pPr marL="285750" indent="-285750">
              <a:lnSpc>
                <a:spcPts val="2000"/>
              </a:lnSpc>
              <a:buFont typeface="Arial" panose="020B0604020202020204" pitchFamily="34" charset="0"/>
              <a:buChar char="•"/>
            </a:pPr>
            <a:endParaRPr lang="en-US" sz="1400" dirty="0">
              <a:solidFill>
                <a:srgbClr val="000000"/>
              </a:solidFill>
              <a:latin typeface="Arial" pitchFamily="34" charset="0"/>
              <a:cs typeface="Arial" pitchFamily="34" charset="-120"/>
            </a:endParaRPr>
          </a:p>
          <a:p>
            <a:pPr marL="285750" indent="-285750">
              <a:lnSpc>
                <a:spcPts val="2000"/>
              </a:lnSpc>
              <a:buFont typeface="Arial" panose="020B0604020202020204" pitchFamily="34" charset="0"/>
              <a:buChar char="•"/>
            </a:pPr>
            <a:endParaRPr lang="en-US" sz="1400" dirty="0">
              <a:solidFill>
                <a:srgbClr val="000000"/>
              </a:solidFill>
              <a:latin typeface="Arial" pitchFamily="34" charset="0"/>
              <a:cs typeface="Arial" pitchFamily="34" charset="-12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63404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SSID Cloaking and MAC Address Filtering</a:t>
            </a:r>
            <a:endParaRPr lang="en-US" sz="2200" dirty="0"/>
          </a:p>
        </p:txBody>
      </p:sp>
      <p:sp>
        <p:nvSpPr>
          <p:cNvPr id="5" name="Text 2"/>
          <p:cNvSpPr/>
          <p:nvPr/>
        </p:nvSpPr>
        <p:spPr>
          <a:xfrm>
            <a:off x="123568" y="906677"/>
            <a:ext cx="8229600" cy="1827722"/>
          </a:xfrm>
          <a:prstGeom prst="rect">
            <a:avLst/>
          </a:prstGeom>
          <a:noFill/>
          <a:ln/>
        </p:spPr>
        <p:txBody>
          <a:bodyPr wrap="square" lIns="91440" tIns="45720" rIns="91440" bIns="45720" rtlCol="0" anchor="t"/>
          <a:lstStyle/>
          <a:p>
            <a:r>
              <a:rPr lang="en-US" sz="1400" dirty="0">
                <a:solidFill>
                  <a:srgbClr val="000000"/>
                </a:solidFill>
                <a:latin typeface="Arial"/>
                <a:cs typeface="Arial"/>
              </a:rPr>
              <a:t>To address the threats of keeping wireless intruders out and protecting data, two early security features were used and are still available on most routers and APs: SSID cloaking and MAC address filtering.</a:t>
            </a:r>
            <a:endParaRPr lang="pt-BR" dirty="0">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pitchFamily="34" charset="0"/>
                <a:cs typeface="Arial" pitchFamily="34" charset="-120"/>
              </a:rPr>
              <a:t>SSID Cloaking</a:t>
            </a: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APs and some wireless routers allow the SSID beacon frame to be disabled. </a:t>
            </a:r>
          </a:p>
          <a:p>
            <a:pPr marL="285750" indent="-285750">
              <a:buFont typeface="Arial"/>
              <a:buChar char="•"/>
            </a:pPr>
            <a:r>
              <a:rPr lang="en-US" sz="1400" dirty="0">
                <a:solidFill>
                  <a:srgbClr val="000000"/>
                </a:solidFill>
                <a:latin typeface="Arial"/>
                <a:cs typeface="Arial"/>
              </a:rPr>
              <a:t>Wireless clients must manually configure the SSID to connect to the network.</a:t>
            </a:r>
            <a:endParaRPr lang="en-US" dirty="0">
              <a:cs typeface="Calibri"/>
            </a:endParaRPr>
          </a:p>
          <a:p>
            <a:pPr>
              <a:lnSpc>
                <a:spcPts val="2000"/>
              </a:lnSpc>
            </a:pPr>
            <a:endParaRPr lang="en-US" sz="1400" dirty="0">
              <a:solidFill>
                <a:srgbClr val="000000"/>
              </a:solidFill>
              <a:latin typeface="Arial" pitchFamily="34" charset="0"/>
              <a:cs typeface="Arial" pitchFamily="34" charset="-120"/>
            </a:endParaRPr>
          </a:p>
        </p:txBody>
      </p:sp>
      <p:pic>
        <p:nvPicPr>
          <p:cNvPr id="6" name="Imagem 6">
            <a:extLst>
              <a:ext uri="{FF2B5EF4-FFF2-40B4-BE49-F238E27FC236}">
                <a16:creationId xmlns:a16="http://schemas.microsoft.com/office/drawing/2014/main" id="{0DF0136A-728E-0551-214D-CDF6CFDED3CB}"/>
              </a:ext>
            </a:extLst>
          </p:cNvPr>
          <p:cNvPicPr>
            <a:picLocks noChangeAspect="1"/>
          </p:cNvPicPr>
          <p:nvPr/>
        </p:nvPicPr>
        <p:blipFill>
          <a:blip r:embed="rId3"/>
          <a:stretch>
            <a:fillRect/>
          </a:stretch>
        </p:blipFill>
        <p:spPr>
          <a:xfrm>
            <a:off x="2682816" y="2845099"/>
            <a:ext cx="4101860" cy="1836347"/>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634042"/>
          </a:xfrm>
          <a:prstGeom prst="rect">
            <a:avLst/>
          </a:prstGeom>
          <a:noFill/>
          <a:ln/>
        </p:spPr>
        <p:txBody>
          <a:bodyPr wrap="square" lIns="91440" tIns="45720" rIns="91440" bIns="45720" rtlCol="0" anchor="t"/>
          <a:lstStyle/>
          <a:p>
            <a:r>
              <a:rPr lang="en-US" sz="2200">
                <a:solidFill>
                  <a:srgbClr val="024C69"/>
                </a:solidFill>
                <a:latin typeface="Arial"/>
                <a:cs typeface="Arial"/>
              </a:rPr>
              <a:t>SSID Cloaking and MAC Address Filtering</a:t>
            </a:r>
            <a:r>
              <a:rPr lang="en-US">
                <a:latin typeface="Arial"/>
                <a:cs typeface="Arial"/>
              </a:rPr>
              <a:t> (Cont.)</a:t>
            </a:r>
            <a:endParaRPr lang="en-US" sz="2200" dirty="0"/>
          </a:p>
        </p:txBody>
      </p:sp>
      <p:sp>
        <p:nvSpPr>
          <p:cNvPr id="5" name="Text 2"/>
          <p:cNvSpPr/>
          <p:nvPr/>
        </p:nvSpPr>
        <p:spPr>
          <a:xfrm>
            <a:off x="100399" y="945292"/>
            <a:ext cx="8229600" cy="1461099"/>
          </a:xfrm>
          <a:prstGeom prst="rect">
            <a:avLst/>
          </a:prstGeom>
          <a:noFill/>
          <a:ln/>
        </p:spPr>
        <p:txBody>
          <a:bodyPr wrap="square" lIns="91440" tIns="45720" rIns="91440" bIns="45720" rtlCol="0" anchor="t"/>
          <a:lstStyle/>
          <a:p>
            <a:r>
              <a:rPr lang="en-US" sz="1400" dirty="0">
                <a:solidFill>
                  <a:srgbClr val="000000"/>
                </a:solidFill>
                <a:latin typeface="Arial"/>
                <a:cs typeface="Arial"/>
              </a:rPr>
              <a:t>MAC Addresses Filtering</a:t>
            </a:r>
            <a:endParaRPr lang="pt-BR" dirty="0"/>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An administrator can manually permit or deny clients wireless access based on their physical MAC hardware address. </a:t>
            </a:r>
          </a:p>
          <a:p>
            <a:pPr marL="285750" indent="-285750">
              <a:buFont typeface="Arial"/>
              <a:buChar char="•"/>
            </a:pPr>
            <a:r>
              <a:rPr lang="en-US" sz="1400" dirty="0">
                <a:solidFill>
                  <a:srgbClr val="000000"/>
                </a:solidFill>
                <a:latin typeface="Arial"/>
                <a:cs typeface="Arial"/>
              </a:rPr>
              <a:t>In the figure, the router is configured to permit two MAC addresses. Devices with different MAC addresses will not be able to join the 2.4GHz WLAN.</a:t>
            </a:r>
            <a:endParaRPr lang="en-US"/>
          </a:p>
          <a:p>
            <a:endParaRPr lang="en-US" sz="1400" dirty="0">
              <a:latin typeface="Arial"/>
              <a:cs typeface="Arial"/>
            </a:endParaRPr>
          </a:p>
          <a:p>
            <a:pPr>
              <a:lnSpc>
                <a:spcPts val="2000"/>
              </a:lnSpc>
            </a:pPr>
            <a:endParaRPr lang="en-US" sz="1400" dirty="0">
              <a:solidFill>
                <a:srgbClr val="000000"/>
              </a:solidFill>
              <a:latin typeface="Arial" pitchFamily="34" charset="0"/>
              <a:cs typeface="Arial" pitchFamily="34" charset="-120"/>
            </a:endParaRPr>
          </a:p>
        </p:txBody>
      </p:sp>
      <p:pic>
        <p:nvPicPr>
          <p:cNvPr id="4" name="Imagem 6" descr="Interface gráfica do usuário&#10;&#10;Descrição gerada automaticamente">
            <a:extLst>
              <a:ext uri="{FF2B5EF4-FFF2-40B4-BE49-F238E27FC236}">
                <a16:creationId xmlns:a16="http://schemas.microsoft.com/office/drawing/2014/main" id="{4A9F3F66-1659-BD88-3A5F-DB926B815B16}"/>
              </a:ext>
            </a:extLst>
          </p:cNvPr>
          <p:cNvPicPr>
            <a:picLocks noChangeAspect="1"/>
          </p:cNvPicPr>
          <p:nvPr/>
        </p:nvPicPr>
        <p:blipFill>
          <a:blip r:embed="rId3"/>
          <a:stretch>
            <a:fillRect/>
          </a:stretch>
        </p:blipFill>
        <p:spPr>
          <a:xfrm>
            <a:off x="2725947" y="2449020"/>
            <a:ext cx="3702888" cy="2024658"/>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Tree>
    <p:extLst>
      <p:ext uri="{BB962C8B-B14F-4D97-AF65-F5344CB8AC3E}">
        <p14:creationId xmlns:p14="http://schemas.microsoft.com/office/powerpoint/2010/main" val="468257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802.11 Original Authentication Methods</a:t>
            </a:r>
            <a:endParaRPr lang="en-US" sz="2200" dirty="0"/>
          </a:p>
        </p:txBody>
      </p:sp>
      <p:sp>
        <p:nvSpPr>
          <p:cNvPr id="5" name="Text 2"/>
          <p:cNvSpPr/>
          <p:nvPr/>
        </p:nvSpPr>
        <p:spPr>
          <a:xfrm>
            <a:off x="108122" y="922123"/>
            <a:ext cx="5391494" cy="3429000"/>
          </a:xfrm>
          <a:prstGeom prst="rect">
            <a:avLst/>
          </a:prstGeom>
          <a:noFill/>
          <a:ln/>
        </p:spPr>
        <p:txBody>
          <a:bodyPr wrap="square" lIns="91440" tIns="45720" rIns="91440" bIns="45720" rtlCol="0" anchor="t"/>
          <a:lstStyle/>
          <a:p>
            <a:r>
              <a:rPr lang="en-US" sz="1400" dirty="0">
                <a:solidFill>
                  <a:srgbClr val="000000"/>
                </a:solidFill>
                <a:latin typeface="Arial"/>
                <a:cs typeface="Arial"/>
              </a:rPr>
              <a:t>SSIDs are easily discovered even if APs do not broadcast them, and MAC addresses can be spoofed. </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The best way to secure a wireless network is to use authentication and encryption systems.</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Two types of authentication were introduced with the original 802.11 standard:</a:t>
            </a:r>
            <a:endParaRPr lang="en-US" dirty="0"/>
          </a:p>
          <a:p>
            <a:pPr marL="285750" indent="-285750">
              <a:buFont typeface="Arial" panose="020B0604020202020204" pitchFamily="34" charset="0"/>
              <a:buChar char="•"/>
            </a:pPr>
            <a:r>
              <a:rPr lang="en-US" sz="1400" dirty="0">
                <a:solidFill>
                  <a:srgbClr val="000000"/>
                </a:solidFill>
                <a:latin typeface="Arial"/>
                <a:cs typeface="Arial"/>
              </a:rPr>
              <a:t>Open system authentication - Any wireless client can easily  connect and should only be used when security is of no concern. </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Shared key authentication - Provides mechanisms (WEP, WPA, WPA2, and WPA3) to authenticate and encrypt data between a wireless client and AP. </a:t>
            </a:r>
            <a:endParaRPr lang="en-US" sz="1400" dirty="0">
              <a:latin typeface="Arial"/>
              <a:cs typeface="Arial"/>
            </a:endParaRPr>
          </a:p>
        </p:txBody>
      </p:sp>
      <p:pic>
        <p:nvPicPr>
          <p:cNvPr id="4" name="Imagem 5" descr="Diagrama&#10;&#10;Descrição gerada automaticamente">
            <a:extLst>
              <a:ext uri="{FF2B5EF4-FFF2-40B4-BE49-F238E27FC236}">
                <a16:creationId xmlns:a16="http://schemas.microsoft.com/office/drawing/2014/main" id="{D1D1D1E2-50FC-5998-AEAD-5C03E154A036}"/>
              </a:ext>
            </a:extLst>
          </p:cNvPr>
          <p:cNvPicPr>
            <a:picLocks noChangeAspect="1"/>
          </p:cNvPicPr>
          <p:nvPr/>
        </p:nvPicPr>
        <p:blipFill>
          <a:blip r:embed="rId3"/>
          <a:stretch>
            <a:fillRect/>
          </a:stretch>
        </p:blipFill>
        <p:spPr>
          <a:xfrm>
            <a:off x="5518749" y="1439760"/>
            <a:ext cx="3519577" cy="1908143"/>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Shared Key Authentication Methods</a:t>
            </a:r>
            <a:endParaRPr lang="en-US" sz="2200" dirty="0"/>
          </a:p>
        </p:txBody>
      </p:sp>
      <p:sp>
        <p:nvSpPr>
          <p:cNvPr id="4" name="CaixaDeTexto 3">
            <a:extLst>
              <a:ext uri="{FF2B5EF4-FFF2-40B4-BE49-F238E27FC236}">
                <a16:creationId xmlns:a16="http://schemas.microsoft.com/office/drawing/2014/main" id="{FEF06D0F-3F6A-15CC-D577-7665B7010868}"/>
              </a:ext>
            </a:extLst>
          </p:cNvPr>
          <p:cNvSpPr txBox="1"/>
          <p:nvPr/>
        </p:nvSpPr>
        <p:spPr>
          <a:xfrm>
            <a:off x="11308" y="717728"/>
            <a:ext cx="875370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latin typeface="Arial"/>
                <a:cs typeface="Arial"/>
              </a:rPr>
              <a:t>There are four shared key authentication techniques available. Until the availability of WPA3 devices becomes ubiquitous, wireless networks should use the WPA2 standard.</a:t>
            </a:r>
          </a:p>
        </p:txBody>
      </p:sp>
      <p:graphicFrame>
        <p:nvGraphicFramePr>
          <p:cNvPr id="30" name="Table 0"/>
          <p:cNvGraphicFramePr>
            <a:graphicFrameLocks noGrp="1"/>
          </p:cNvGraphicFramePr>
          <p:nvPr>
            <p:extLst>
              <p:ext uri="{D42A27DB-BD31-4B8C-83A1-F6EECF244321}">
                <p14:modId xmlns:p14="http://schemas.microsoft.com/office/powerpoint/2010/main" val="3579833950"/>
              </p:ext>
            </p:extLst>
          </p:nvPr>
        </p:nvGraphicFramePr>
        <p:xfrm>
          <a:off x="91440" y="1339251"/>
          <a:ext cx="8961119" cy="3017520"/>
        </p:xfrm>
        <a:graphic>
          <a:graphicData uri="http://schemas.openxmlformats.org/drawingml/2006/table">
            <a:tbl>
              <a:tblPr/>
              <a:tblGrid>
                <a:gridCol w="2670810">
                  <a:extLst>
                    <a:ext uri="{9D8B030D-6E8A-4147-A177-3AD203B41FA5}">
                      <a16:colId xmlns:a16="http://schemas.microsoft.com/office/drawing/2014/main" val="20000"/>
                    </a:ext>
                  </a:extLst>
                </a:gridCol>
                <a:gridCol w="6290309">
                  <a:extLst>
                    <a:ext uri="{9D8B030D-6E8A-4147-A177-3AD203B41FA5}">
                      <a16:colId xmlns:a16="http://schemas.microsoft.com/office/drawing/2014/main" val="20001"/>
                    </a:ext>
                  </a:extLst>
                </a:gridCol>
              </a:tblGrid>
              <a:tr h="0">
                <a:tc>
                  <a:txBody>
                    <a:bodyPr/>
                    <a:lstStyle/>
                    <a:p>
                      <a:r>
                        <a:rPr lang="en-US" sz="1200" b="1" kern="1200" dirty="0">
                          <a:solidFill>
                            <a:schemeClr val="bg1"/>
                          </a:solidFill>
                          <a:latin typeface="Arial"/>
                          <a:ea typeface="+mn-ea"/>
                          <a:cs typeface="Arial"/>
                        </a:rPr>
                        <a:t>Authentication Method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kern="1200" dirty="0">
                          <a:solidFill>
                            <a:schemeClr val="bg1"/>
                          </a:solidFill>
                          <a:latin typeface="Arial"/>
                          <a:ea typeface="+mn-ea"/>
                          <a:cs typeface="Arial"/>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dirty="0">
                          <a:solidFill>
                            <a:srgbClr val="000000"/>
                          </a:solidFill>
                          <a:latin typeface="Arial"/>
                          <a:ea typeface="+mn-ea"/>
                          <a:cs typeface="Arial"/>
                        </a:rPr>
                        <a:t>Wired Equivalent Privacy (WEP)</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rgbClr val="000000"/>
                          </a:solidFill>
                          <a:latin typeface="Arial"/>
                          <a:ea typeface="+mn-ea"/>
                          <a:cs typeface="Arial"/>
                        </a:rPr>
                        <a:t>The original 802.11 specification designed to secure the data using the Rivest Cipher 4 (RC4) encryption method with a static key. However, the key never changes when exchanging packets. This makes it easy to hack. WEP is no longer recommended and should never be used.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dirty="0">
                          <a:solidFill>
                            <a:srgbClr val="000000"/>
                          </a:solidFill>
                          <a:latin typeface="Arial"/>
                          <a:ea typeface="+mn-ea"/>
                          <a:cs typeface="Arial"/>
                        </a:rPr>
                        <a:t>Wi-Fi Protected Access (WPA)</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rgbClr val="000000"/>
                          </a:solidFill>
                          <a:latin typeface="Arial"/>
                          <a:ea typeface="+mn-ea"/>
                          <a:cs typeface="Arial"/>
                        </a:rPr>
                        <a:t>A Wi-Fi Alliance standard that uses WEP but secures the data with the much stronger Temporal Key Integrity Protocol (TKIP) encryption algorithm. TKIP changes the key for each packet, making it much more difficult to hack.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dirty="0">
                          <a:solidFill>
                            <a:srgbClr val="000000"/>
                          </a:solidFill>
                          <a:latin typeface="Arial"/>
                          <a:ea typeface="+mn-ea"/>
                          <a:cs typeface="Arial"/>
                        </a:rPr>
                        <a:t>WPA2</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rgbClr val="000000"/>
                          </a:solidFill>
                          <a:latin typeface="Arial"/>
                          <a:ea typeface="+mn-ea"/>
                          <a:cs typeface="Arial"/>
                        </a:rPr>
                        <a:t>WPA2 is the current industry standard for securing wireless networks. It uses the Advanced Encryption Standard (AES) for encryption. AES is currently considered the strongest encryption protocol.</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dirty="0">
                          <a:solidFill>
                            <a:srgbClr val="000000"/>
                          </a:solidFill>
                          <a:latin typeface="Arial"/>
                          <a:ea typeface="+mn-ea"/>
                          <a:cs typeface="Arial"/>
                        </a:rPr>
                        <a:t>WPA3</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rgbClr val="000000"/>
                          </a:solidFill>
                          <a:latin typeface="Arial"/>
                          <a:ea typeface="+mn-ea"/>
                          <a:cs typeface="Arial"/>
                        </a:rPr>
                        <a:t>The next generation of Wi-Fi security, WPA3-enabled devices use the latest security methods, disallow outdated legacy protocols, and require the use of Protected Management Frames (PMF). However, devices with WPA3 are not yet readily available.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1"/>
            <a:ext cx="9144000" cy="443946"/>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Authenticating a Home User</a:t>
            </a:r>
            <a:endParaRPr lang="en-US" sz="2200" dirty="0"/>
          </a:p>
        </p:txBody>
      </p:sp>
      <p:sp>
        <p:nvSpPr>
          <p:cNvPr id="5" name="Text 2"/>
          <p:cNvSpPr/>
          <p:nvPr/>
        </p:nvSpPr>
        <p:spPr>
          <a:xfrm>
            <a:off x="84953" y="718266"/>
            <a:ext cx="5291664" cy="3905781"/>
          </a:xfrm>
          <a:prstGeom prst="rect">
            <a:avLst/>
          </a:prstGeom>
          <a:noFill/>
          <a:ln/>
        </p:spPr>
        <p:txBody>
          <a:bodyPr wrap="square" lIns="91440" tIns="45720" rIns="91440" bIns="45720" rtlCol="0" anchor="t"/>
          <a:lstStyle/>
          <a:p>
            <a:r>
              <a:rPr lang="en-US" sz="1400" dirty="0">
                <a:solidFill>
                  <a:srgbClr val="000000"/>
                </a:solidFill>
                <a:latin typeface="Arial"/>
                <a:cs typeface="Arial"/>
              </a:rPr>
              <a:t>Home routers typically have two choices for authentication: WPA and WPA2 (stronger). Two WPA2 authentication methods are:</a:t>
            </a:r>
            <a:endParaRPr lang="pt-BR" sz="1400" dirty="0">
              <a:solidFill>
                <a:srgbClr val="000000"/>
              </a:solidFill>
              <a:latin typeface="Arial"/>
              <a:cs typeface="Arial"/>
            </a:endParaRPr>
          </a:p>
          <a:p>
            <a:endParaRPr lang="en-US" sz="1400" dirty="0">
              <a:solidFill>
                <a:srgbClr val="000000"/>
              </a:solidFill>
              <a:latin typeface="Arial"/>
              <a:cs typeface="Arial"/>
            </a:endParaRPr>
          </a:p>
          <a:p>
            <a:r>
              <a:rPr lang="en-US" sz="1400" dirty="0">
                <a:solidFill>
                  <a:srgbClr val="000000"/>
                </a:solidFill>
                <a:latin typeface="Arial"/>
                <a:cs typeface="Arial"/>
              </a:rPr>
              <a:t>Personal </a:t>
            </a:r>
          </a:p>
          <a:p>
            <a:pPr marL="285750" indent="-285750">
              <a:buFont typeface="Arial"/>
              <a:buChar char="•"/>
            </a:pPr>
            <a:r>
              <a:rPr lang="en-US" sz="1400" dirty="0">
                <a:solidFill>
                  <a:srgbClr val="000000"/>
                </a:solidFill>
                <a:latin typeface="Arial"/>
                <a:cs typeface="Arial"/>
              </a:rPr>
              <a:t>Intended for home or small office networks, users authenticate using a pre-shared key (PSK).</a:t>
            </a:r>
            <a:endParaRPr lang="en-US" dirty="0">
              <a:solidFill>
                <a:srgbClr val="000000"/>
              </a:solidFill>
              <a:latin typeface="Calibri" panose="020F0502020204030204"/>
              <a:cs typeface="Calibri" panose="020F0502020204030204"/>
            </a:endParaRPr>
          </a:p>
          <a:p>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Wireless clients authenticate with the wireless router using a pre-shared password. </a:t>
            </a:r>
            <a:endParaRPr lang="en-US" sz="1400" dirty="0">
              <a:latin typeface="Arial"/>
              <a:cs typeface="Arial"/>
            </a:endParaRPr>
          </a:p>
          <a:p>
            <a:pPr marL="285750" indent="-285750">
              <a:buFont typeface="Arial"/>
              <a:buChar char="•"/>
            </a:pPr>
            <a:endParaRPr lang="en-US" sz="1400" dirty="0">
              <a:solidFill>
                <a:srgbClr val="000000"/>
              </a:solidFill>
              <a:latin typeface="Arial"/>
              <a:cs typeface="Arial"/>
            </a:endParaRPr>
          </a:p>
          <a:p>
            <a:r>
              <a:rPr lang="en-US" sz="1400" dirty="0">
                <a:solidFill>
                  <a:srgbClr val="000000"/>
                </a:solidFill>
                <a:latin typeface="Arial"/>
                <a:cs typeface="Arial"/>
              </a:rPr>
              <a:t>Enterprise</a:t>
            </a:r>
          </a:p>
          <a:p>
            <a:pPr marL="285750" indent="-285750">
              <a:buFont typeface="Arial"/>
              <a:buChar char="•"/>
            </a:pPr>
            <a:r>
              <a:rPr lang="en-US" sz="1400" dirty="0">
                <a:solidFill>
                  <a:srgbClr val="000000"/>
                </a:solidFill>
                <a:latin typeface="Arial"/>
                <a:cs typeface="Arial"/>
              </a:rPr>
              <a:t>Intended for enterprise networks but requires a Remote Authentication Dial-In User Service (</a:t>
            </a:r>
            <a:r>
              <a:rPr lang="en-US" sz="1400" dirty="0">
                <a:latin typeface="Arial"/>
                <a:ea typeface="+mn-lt"/>
                <a:cs typeface="Arial"/>
              </a:rPr>
              <a:t>RADIUS</a:t>
            </a:r>
            <a:r>
              <a:rPr lang="en-US" sz="1400" dirty="0">
                <a:solidFill>
                  <a:srgbClr val="000000"/>
                </a:solidFill>
                <a:latin typeface="Arial"/>
                <a:cs typeface="Arial"/>
              </a:rPr>
              <a:t>) authentication server. </a:t>
            </a:r>
            <a:endParaRPr lang="en-US" dirty="0">
              <a:solidFill>
                <a:srgbClr val="000000"/>
              </a:solidFill>
              <a:latin typeface="Calibri" panose="020F0502020204030204"/>
              <a:cs typeface="Calibri" panose="020F0502020204030204"/>
            </a:endParaRP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The device must be authenticated by the RADIUS server and then users must authenticate using 802.1X standard Extensible Authentication Protocol (EAP).</a:t>
            </a:r>
            <a:endParaRPr lang="en-US">
              <a:cs typeface="Calibri" panose="020F0502020204030204"/>
            </a:endParaRPr>
          </a:p>
          <a:p>
            <a:pPr marL="285750" indent="-285750">
              <a:buFont typeface="Arial"/>
              <a:buChar char="•"/>
            </a:pPr>
            <a:endParaRPr lang="en-US" sz="1400" dirty="0">
              <a:solidFill>
                <a:srgbClr val="000000"/>
              </a:solidFill>
              <a:latin typeface="Arial"/>
              <a:cs typeface="Arial"/>
            </a:endParaRPr>
          </a:p>
        </p:txBody>
      </p:sp>
      <p:pic>
        <p:nvPicPr>
          <p:cNvPr id="4" name="Imagem 5" descr="Interface gráfica do usuário, Aplicativo&#10;&#10;Descrição gerada automaticamente">
            <a:extLst>
              <a:ext uri="{FF2B5EF4-FFF2-40B4-BE49-F238E27FC236}">
                <a16:creationId xmlns:a16="http://schemas.microsoft.com/office/drawing/2014/main" id="{E141556D-81B0-C131-48E3-53FA4319EF15}"/>
              </a:ext>
            </a:extLst>
          </p:cNvPr>
          <p:cNvPicPr>
            <a:picLocks noChangeAspect="1"/>
          </p:cNvPicPr>
          <p:nvPr/>
        </p:nvPicPr>
        <p:blipFill>
          <a:blip r:embed="rId3"/>
          <a:stretch>
            <a:fillRect/>
          </a:stretch>
        </p:blipFill>
        <p:spPr>
          <a:xfrm>
            <a:off x="5518749" y="1287395"/>
            <a:ext cx="3573492" cy="2051126"/>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63404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Encryption Methods</a:t>
            </a:r>
            <a:endParaRPr lang="en-US" sz="2200" dirty="0"/>
          </a:p>
        </p:txBody>
      </p:sp>
      <p:sp>
        <p:nvSpPr>
          <p:cNvPr id="5" name="Text 2"/>
          <p:cNvSpPr/>
          <p:nvPr/>
        </p:nvSpPr>
        <p:spPr>
          <a:xfrm>
            <a:off x="77230" y="937569"/>
            <a:ext cx="5435050" cy="4232333"/>
          </a:xfrm>
          <a:prstGeom prst="rect">
            <a:avLst/>
          </a:prstGeom>
          <a:noFill/>
          <a:ln/>
        </p:spPr>
        <p:txBody>
          <a:bodyPr wrap="square" lIns="91440" tIns="45720" rIns="91440" bIns="45720" rtlCol="0" anchor="t"/>
          <a:lstStyle/>
          <a:p>
            <a:r>
              <a:rPr lang="en-US" sz="1400" dirty="0">
                <a:solidFill>
                  <a:srgbClr val="000000"/>
                </a:solidFill>
                <a:latin typeface="Arial"/>
                <a:cs typeface="Arial"/>
              </a:rPr>
              <a:t>The WPA and WPA2 standards use the following encryption protocols:</a:t>
            </a:r>
          </a:p>
          <a:p>
            <a:endParaRPr lang="en-US" sz="1400" dirty="0">
              <a:solidFill>
                <a:srgbClr val="000000"/>
              </a:solidFill>
              <a:latin typeface="Arial"/>
              <a:cs typeface="Arial"/>
            </a:endParaRPr>
          </a:p>
          <a:p>
            <a:r>
              <a:rPr lang="en-US" sz="1400" dirty="0">
                <a:solidFill>
                  <a:srgbClr val="000000"/>
                </a:solidFill>
                <a:latin typeface="Arial"/>
                <a:cs typeface="Arial"/>
              </a:rPr>
              <a:t>Temporal Key Integrity Protocol (TKIP)</a:t>
            </a:r>
          </a:p>
          <a:p>
            <a:pPr marL="285750" indent="-285750">
              <a:buFont typeface="Arial"/>
              <a:buChar char="•"/>
            </a:pPr>
            <a:r>
              <a:rPr lang="en-US" sz="1400" dirty="0">
                <a:solidFill>
                  <a:srgbClr val="000000"/>
                </a:solidFill>
                <a:latin typeface="Arial"/>
                <a:cs typeface="Arial"/>
              </a:rPr>
              <a:t>It is used by WPA and provides support for legacy WLAN equipment by addressing the original flaws associated with WEP encryption.</a:t>
            </a:r>
          </a:p>
          <a:p>
            <a:endParaRPr lang="en-US" sz="1400" dirty="0">
              <a:latin typeface="Arial"/>
              <a:cs typeface="Arial"/>
            </a:endParaRPr>
          </a:p>
          <a:p>
            <a:r>
              <a:rPr lang="en-US" sz="1400" dirty="0">
                <a:solidFill>
                  <a:srgbClr val="000000"/>
                </a:solidFill>
                <a:latin typeface="Arial"/>
                <a:cs typeface="Arial"/>
              </a:rPr>
              <a:t>Advanced Encryption Standard (AES)</a:t>
            </a:r>
          </a:p>
          <a:p>
            <a:pPr marL="285750" indent="-285750">
              <a:buFont typeface="Arial"/>
              <a:buChar char="•"/>
            </a:pPr>
            <a:r>
              <a:rPr lang="en-US" sz="1400" dirty="0">
                <a:solidFill>
                  <a:srgbClr val="000000"/>
                </a:solidFill>
                <a:latin typeface="Arial"/>
                <a:cs typeface="Arial"/>
              </a:rPr>
              <a:t>It is used by WPA2 and the preferred method because it is a far stronger method of encryption.</a:t>
            </a:r>
          </a:p>
          <a:p>
            <a:pPr marL="285750" indent="-285750">
              <a:buFont typeface="Arial"/>
              <a:buChar char="•"/>
            </a:pPr>
            <a:endParaRPr lang="en-US" sz="1400" dirty="0">
              <a:solidFill>
                <a:srgbClr val="000000"/>
              </a:solidFill>
              <a:latin typeface="Arial"/>
              <a:cs typeface="Arial"/>
            </a:endParaRPr>
          </a:p>
          <a:p>
            <a:pPr marL="285750" indent="-285750">
              <a:buFont typeface="Arial"/>
              <a:buChar char="•"/>
            </a:pPr>
            <a:r>
              <a:rPr lang="en-US" sz="1400" dirty="0">
                <a:solidFill>
                  <a:srgbClr val="000000"/>
                </a:solidFill>
                <a:latin typeface="Arial"/>
                <a:cs typeface="Arial"/>
              </a:rPr>
              <a:t>It uses Counter Cipher Mode with Block Chaining Message Authentication Code Protocol (CCMP) that allows destination hosts to recognize if the encrypted and non-encrypted bits have been altered.</a:t>
            </a:r>
            <a:endParaRPr lang="en-US" sz="1400">
              <a:solidFill>
                <a:srgbClr val="000000"/>
              </a:solidFill>
              <a:latin typeface="Arial"/>
              <a:cs typeface="Arial"/>
            </a:endParaRPr>
          </a:p>
          <a:p>
            <a:pPr>
              <a:lnSpc>
                <a:spcPts val="2000"/>
              </a:lnSpc>
            </a:pPr>
            <a:endParaRPr lang="en-US" sz="1400" dirty="0">
              <a:latin typeface="Arial"/>
              <a:cs typeface="Arial"/>
            </a:endParaRPr>
          </a:p>
        </p:txBody>
      </p:sp>
      <p:pic>
        <p:nvPicPr>
          <p:cNvPr id="4" name="Imagem 5" descr="Interface gráfica do usuário, Aplicativo&#10;&#10;Descrição gerada automaticamente">
            <a:extLst>
              <a:ext uri="{FF2B5EF4-FFF2-40B4-BE49-F238E27FC236}">
                <a16:creationId xmlns:a16="http://schemas.microsoft.com/office/drawing/2014/main" id="{D23A18A8-F9BA-3D82-5908-ADC31A9C8E2B}"/>
              </a:ext>
            </a:extLst>
          </p:cNvPr>
          <p:cNvPicPr>
            <a:picLocks noChangeAspect="1"/>
          </p:cNvPicPr>
          <p:nvPr/>
        </p:nvPicPr>
        <p:blipFill>
          <a:blip r:embed="rId3"/>
          <a:stretch>
            <a:fillRect/>
          </a:stretch>
        </p:blipFill>
        <p:spPr>
          <a:xfrm>
            <a:off x="5594231" y="1348304"/>
            <a:ext cx="3508793" cy="2026354"/>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48308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Authentication in the Enterprise</a:t>
            </a:r>
            <a:endParaRPr lang="en-US" sz="2200" dirty="0"/>
          </a:p>
        </p:txBody>
      </p:sp>
      <p:sp>
        <p:nvSpPr>
          <p:cNvPr id="5" name="Text 2"/>
          <p:cNvSpPr/>
          <p:nvPr/>
        </p:nvSpPr>
        <p:spPr>
          <a:xfrm>
            <a:off x="84953" y="922123"/>
            <a:ext cx="5512279" cy="3613150"/>
          </a:xfrm>
          <a:prstGeom prst="rect">
            <a:avLst/>
          </a:prstGeom>
          <a:noFill/>
          <a:ln/>
        </p:spPr>
        <p:txBody>
          <a:bodyPr wrap="square" lIns="91440" tIns="45720" rIns="91440" bIns="45720" rtlCol="0" anchor="t"/>
          <a:lstStyle/>
          <a:p>
            <a:r>
              <a:rPr lang="en-US" sz="1400" dirty="0">
                <a:latin typeface="Arial"/>
                <a:cs typeface="Arial"/>
              </a:rPr>
              <a:t>In networks that have stricter security requirements, an additional authentication or login is required to grant wireless clients such access. </a:t>
            </a:r>
            <a:endParaRPr lang="pt-BR" sz="1400" dirty="0">
              <a:latin typeface="Arial"/>
              <a:cs typeface="Arial"/>
            </a:endParaRPr>
          </a:p>
          <a:p>
            <a:endParaRPr lang="en-US" sz="1400" dirty="0">
              <a:latin typeface="Arial"/>
              <a:cs typeface="Arial"/>
            </a:endParaRPr>
          </a:p>
          <a:p>
            <a:r>
              <a:rPr lang="en-US" sz="1400" dirty="0">
                <a:latin typeface="Arial"/>
                <a:cs typeface="Arial"/>
              </a:rPr>
              <a:t>The Enterprise security mode choice requires an Authentication, Authorization, and Accounting (AAA) RADIUS server.</a:t>
            </a:r>
            <a:endParaRPr lang="pt-BR" sz="1400" dirty="0">
              <a:latin typeface="Arial"/>
              <a:cs typeface="Arial"/>
            </a:endParaRPr>
          </a:p>
          <a:p>
            <a:endParaRPr lang="en-US" sz="1400" dirty="0">
              <a:latin typeface="Arial"/>
              <a:cs typeface="Arial"/>
            </a:endParaRPr>
          </a:p>
          <a:p>
            <a:pPr marL="285750" indent="-285750">
              <a:buFont typeface="Arial" panose="020B0604020202020204" pitchFamily="34" charset="0"/>
              <a:buChar char="•"/>
            </a:pPr>
            <a:r>
              <a:rPr lang="en-US" sz="1400" dirty="0">
                <a:latin typeface="Arial"/>
                <a:cs typeface="Arial"/>
              </a:rPr>
              <a:t>RADIUS Server IP address: The reachable address of the RADIUS server.</a:t>
            </a:r>
          </a:p>
          <a:p>
            <a:pPr indent="-285750">
              <a:buFont typeface="Arial"/>
              <a:buChar char="•"/>
            </a:pPr>
            <a:endParaRPr lang="en-US" sz="1400" dirty="0">
              <a:latin typeface="Arial"/>
              <a:cs typeface="Arial"/>
            </a:endParaRPr>
          </a:p>
          <a:p>
            <a:pPr marL="285750" indent="-285750">
              <a:buFont typeface="Arial" panose="020B0604020202020204" pitchFamily="34" charset="0"/>
              <a:buChar char="•"/>
            </a:pPr>
            <a:r>
              <a:rPr lang="en-US" sz="1400" dirty="0">
                <a:latin typeface="Arial"/>
                <a:cs typeface="Arial"/>
              </a:rPr>
              <a:t>UDP port numbers: Officially assigned UDP ports 1812 for RADIUS Authentication, and 1813 for RADIUS Accounting, but can also operate using UDP ports 1645 and 1646.</a:t>
            </a:r>
          </a:p>
          <a:p>
            <a:endParaRPr lang="en-US" sz="1400" dirty="0">
              <a:latin typeface="Arial"/>
              <a:cs typeface="Arial"/>
            </a:endParaRPr>
          </a:p>
          <a:p>
            <a:pPr marL="285750" indent="-285750">
              <a:buFont typeface="Arial" panose="020B0604020202020204" pitchFamily="34" charset="0"/>
              <a:buChar char="•"/>
            </a:pPr>
            <a:r>
              <a:rPr lang="en-US" sz="1400" dirty="0">
                <a:latin typeface="Arial"/>
                <a:cs typeface="Arial"/>
              </a:rPr>
              <a:t>Shared key - Used to authenticate the AP with the RADIUS server.</a:t>
            </a:r>
          </a:p>
          <a:p>
            <a:pPr>
              <a:lnSpc>
                <a:spcPts val="2000"/>
              </a:lnSpc>
            </a:pPr>
            <a:endParaRPr lang="en-US" sz="1400" dirty="0">
              <a:latin typeface="Arial"/>
              <a:cs typeface="Arial"/>
            </a:endParaRPr>
          </a:p>
        </p:txBody>
      </p:sp>
      <p:pic>
        <p:nvPicPr>
          <p:cNvPr id="4" name="Imagem 5" descr="Interface gráfica do usuário&#10;&#10;Descrição gerada automaticamente">
            <a:extLst>
              <a:ext uri="{FF2B5EF4-FFF2-40B4-BE49-F238E27FC236}">
                <a16:creationId xmlns:a16="http://schemas.microsoft.com/office/drawing/2014/main" id="{2FF5D471-4757-BAD0-CA99-3657965261BC}"/>
              </a:ext>
            </a:extLst>
          </p:cNvPr>
          <p:cNvPicPr>
            <a:picLocks noChangeAspect="1"/>
          </p:cNvPicPr>
          <p:nvPr/>
        </p:nvPicPr>
        <p:blipFill>
          <a:blip r:embed="rId3"/>
          <a:stretch>
            <a:fillRect/>
          </a:stretch>
        </p:blipFill>
        <p:spPr>
          <a:xfrm>
            <a:off x="5615797" y="1286078"/>
            <a:ext cx="3444096" cy="2032191"/>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58012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WPA3</a:t>
            </a:r>
            <a:endParaRPr lang="en-US" sz="2200" dirty="0"/>
          </a:p>
        </p:txBody>
      </p:sp>
      <p:sp>
        <p:nvSpPr>
          <p:cNvPr id="5" name="Text 2"/>
          <p:cNvSpPr/>
          <p:nvPr/>
        </p:nvSpPr>
        <p:spPr>
          <a:xfrm>
            <a:off x="69507" y="922123"/>
            <a:ext cx="8229600" cy="2571750"/>
          </a:xfrm>
          <a:prstGeom prst="rect">
            <a:avLst/>
          </a:prstGeom>
          <a:noFill/>
          <a:ln/>
        </p:spPr>
        <p:txBody>
          <a:bodyPr wrap="square" lIns="91440" tIns="45720" rIns="91440" bIns="45720" rtlCol="0" anchor="t"/>
          <a:lstStyle/>
          <a:p>
            <a:r>
              <a:rPr lang="en-US" sz="1400" dirty="0">
                <a:latin typeface="Arial"/>
                <a:cs typeface="Arial"/>
              </a:rPr>
              <a:t>At the time of this writing, devices that support WPA3 authentication were not readily available. However, WPA2 is no longer considered secure.</a:t>
            </a:r>
            <a:endParaRPr lang="pt-BR" sz="1400" dirty="0">
              <a:latin typeface="Arial"/>
              <a:cs typeface="Arial"/>
            </a:endParaRPr>
          </a:p>
          <a:p>
            <a:endParaRPr lang="en-US" sz="1400" dirty="0">
              <a:latin typeface="Arial"/>
              <a:cs typeface="Arial"/>
            </a:endParaRPr>
          </a:p>
          <a:p>
            <a:r>
              <a:rPr lang="en-US" sz="1400" dirty="0">
                <a:latin typeface="Arial"/>
                <a:cs typeface="Arial"/>
              </a:rPr>
              <a:t>WPA3, if available, is the recommended 802.11 authentication method. </a:t>
            </a:r>
            <a:endParaRPr lang="pt-BR" sz="1400" dirty="0">
              <a:latin typeface="Arial"/>
              <a:cs typeface="Arial"/>
            </a:endParaRPr>
          </a:p>
          <a:p>
            <a:endParaRPr lang="en-US" sz="1400" dirty="0">
              <a:latin typeface="Arial"/>
              <a:cs typeface="Arial"/>
            </a:endParaRPr>
          </a:p>
          <a:p>
            <a:r>
              <a:rPr lang="en-US" sz="1400" dirty="0">
                <a:latin typeface="Arial"/>
                <a:cs typeface="Arial"/>
              </a:rPr>
              <a:t>WPA3 includes four features:</a:t>
            </a:r>
            <a:endParaRPr lang="pt-BR" sz="1400" dirty="0">
              <a:latin typeface="Arial"/>
              <a:cs typeface="Arial"/>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WPA3-Personal</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WPA3-Enterprise</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Open Networks</a:t>
            </a: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Internet of Things (IoT) Onboarding</a:t>
            </a:r>
          </a:p>
          <a:p>
            <a:pPr>
              <a:lnSpc>
                <a:spcPts val="2000"/>
              </a:lnSpc>
            </a:pPr>
            <a:endParaRPr lang="en-US" sz="1400" dirty="0">
              <a:solidFill>
                <a:srgbClr val="000000"/>
              </a:solidFill>
              <a:latin typeface="Arial" pitchFamily="34" charset="0"/>
              <a:cs typeface="Arial" pitchFamily="34" charset="-12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64482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Packet Tracer - Configure Basic Wireless Security</a:t>
            </a:r>
            <a:endParaRPr lang="en-US" sz="2200" dirty="0"/>
          </a:p>
        </p:txBody>
      </p:sp>
      <p:sp>
        <p:nvSpPr>
          <p:cNvPr id="5" name="Text 2"/>
          <p:cNvSpPr/>
          <p:nvPr/>
        </p:nvSpPr>
        <p:spPr>
          <a:xfrm>
            <a:off x="100399" y="914400"/>
            <a:ext cx="7580871"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In this </a:t>
            </a:r>
            <a:r>
              <a:rPr lang="en-US" sz="1400" dirty="0">
                <a:latin typeface="Arial"/>
                <a:cs typeface="Arial"/>
              </a:rPr>
              <a:t>Packet</a:t>
            </a:r>
            <a:r>
              <a:rPr lang="en-US" sz="1400" dirty="0">
                <a:solidFill>
                  <a:srgbClr val="000000"/>
                </a:solidFill>
                <a:latin typeface="Arial"/>
                <a:cs typeface="Arial"/>
              </a:rPr>
              <a:t> Tracer, you will do the following:</a:t>
            </a:r>
          </a:p>
          <a:p>
            <a:pPr>
              <a:lnSpc>
                <a:spcPts val="2000"/>
              </a:lnSpc>
            </a:pPr>
            <a:endParaRPr lang="en-US" sz="1400" dirty="0">
              <a:latin typeface="Arial"/>
              <a:cs typeface="Arial"/>
            </a:endParaRPr>
          </a:p>
          <a:p>
            <a:pPr>
              <a:lnSpc>
                <a:spcPts val="2000"/>
              </a:lnSpc>
            </a:pPr>
            <a:r>
              <a:rPr lang="en-US" sz="1400" dirty="0">
                <a:latin typeface="Arial"/>
                <a:cs typeface="Arial"/>
              </a:rPr>
              <a:t>Configure Basic Wireless Security using WPA2 Personal.</a:t>
            </a:r>
          </a:p>
          <a:p>
            <a:pPr marL="285750" indent="-285750">
              <a:buFont typeface="Arial"/>
              <a:buChar char="•"/>
            </a:pPr>
            <a:r>
              <a:rPr lang="en-US" sz="1400" dirty="0">
                <a:latin typeface="Arial"/>
                <a:cs typeface="Arial"/>
              </a:rPr>
              <a:t>Verify connectivity.</a:t>
            </a:r>
          </a:p>
          <a:p>
            <a:pPr marL="285750" indent="-285750">
              <a:buFont typeface="Arial"/>
              <a:buChar char="•"/>
            </a:pPr>
            <a:r>
              <a:rPr lang="en-US" sz="1400" dirty="0">
                <a:latin typeface="Arial"/>
                <a:cs typeface="Arial"/>
              </a:rPr>
              <a:t>Configure basic wireless security.</a:t>
            </a:r>
          </a:p>
          <a:p>
            <a:pPr marL="285750" indent="-285750">
              <a:buFont typeface="Arial"/>
              <a:buChar char="•"/>
            </a:pPr>
            <a:r>
              <a:rPr lang="en-US" sz="1400" dirty="0">
                <a:latin typeface="Arial"/>
                <a:cs typeface="Arial"/>
              </a:rPr>
              <a:t>Update the wireless settings on Laptop.</a:t>
            </a:r>
          </a:p>
          <a:p>
            <a:pPr marL="285750" indent="-285750">
              <a:buFont typeface="Arial"/>
              <a:buChar char="•"/>
            </a:pPr>
            <a:r>
              <a:rPr lang="en-US" sz="1400" dirty="0">
                <a:latin typeface="Arial"/>
                <a:cs typeface="Arial"/>
              </a:rPr>
              <a:t>Verify connectivity.</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Secure WLANs</a:t>
            </a:r>
            <a:endParaRPr lang="en-US" sz="1600" dirty="0"/>
          </a:p>
        </p:txBody>
      </p:sp>
      <p:sp>
        <p:nvSpPr>
          <p:cNvPr id="3" name="Text 0"/>
          <p:cNvSpPr>
            <a:spLocks noGrp="1"/>
          </p:cNvSpPr>
          <p:nvPr>
            <p:ph type="body" idx="100" hasCustomPrompt="1"/>
          </p:nvPr>
        </p:nvSpPr>
        <p:spPr>
          <a:xfrm>
            <a:off x="0" y="274320"/>
            <a:ext cx="9144000" cy="63404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Packet Tracer - Troubleshoot a Wireless Connection</a:t>
            </a:r>
            <a:endParaRPr lang="en-US" sz="2200" dirty="0"/>
          </a:p>
        </p:txBody>
      </p:sp>
      <p:sp>
        <p:nvSpPr>
          <p:cNvPr id="5" name="Text 2"/>
          <p:cNvSpPr/>
          <p:nvPr/>
        </p:nvSpPr>
        <p:spPr>
          <a:xfrm>
            <a:off x="84953" y="906677"/>
            <a:ext cx="8229600" cy="2571750"/>
          </a:xfrm>
          <a:prstGeom prst="rect">
            <a:avLst/>
          </a:prstGeom>
          <a:noFill/>
          <a:ln/>
        </p:spPr>
        <p:txBody>
          <a:bodyPr wrap="square" lIns="91440" tIns="45720" rIns="91440" bIns="45720" rtlCol="0" anchor="t"/>
          <a:lstStyle/>
          <a:p>
            <a:pPr>
              <a:lnSpc>
                <a:spcPts val="2000"/>
              </a:lnSpc>
            </a:pPr>
            <a:r>
              <a:rPr lang="en-US" sz="1400" dirty="0">
                <a:solidFill>
                  <a:srgbClr val="000000"/>
                </a:solidFill>
                <a:latin typeface="Arial"/>
                <a:cs typeface="Arial"/>
              </a:rPr>
              <a:t>In this </a:t>
            </a:r>
            <a:r>
              <a:rPr lang="en-US" sz="1400" dirty="0">
                <a:latin typeface="Arial"/>
                <a:cs typeface="Arial"/>
              </a:rPr>
              <a:t>Packet</a:t>
            </a:r>
            <a:r>
              <a:rPr lang="en-US" sz="1400" dirty="0">
                <a:solidFill>
                  <a:srgbClr val="000000"/>
                </a:solidFill>
                <a:latin typeface="Arial"/>
                <a:cs typeface="Arial"/>
              </a:rPr>
              <a:t> Tracer, you will do the following:</a:t>
            </a:r>
          </a:p>
          <a:p>
            <a:pPr>
              <a:lnSpc>
                <a:spcPts val="2000"/>
              </a:lnSpc>
            </a:pPr>
            <a:endParaRPr lang="en-US" sz="1400" dirty="0">
              <a:solidFill>
                <a:srgbClr val="000000"/>
              </a:solidFill>
              <a:latin typeface="Arial"/>
              <a:cs typeface="Arial"/>
            </a:endParaRPr>
          </a:p>
          <a:p>
            <a:pPr marL="285750" indent="-285750">
              <a:lnSpc>
                <a:spcPts val="2000"/>
              </a:lnSpc>
              <a:buFont typeface="Arial"/>
              <a:buChar char="•"/>
            </a:pPr>
            <a:r>
              <a:rPr lang="en-US" sz="1400" dirty="0">
                <a:solidFill>
                  <a:srgbClr val="000000"/>
                </a:solidFill>
                <a:latin typeface="Arial"/>
                <a:cs typeface="Arial"/>
              </a:rPr>
              <a:t>Troubleshoot a wireless connection.</a:t>
            </a:r>
          </a:p>
          <a:p>
            <a:pPr marL="285750" indent="-285750">
              <a:buFont typeface="Arial"/>
              <a:buChar char="•"/>
            </a:pPr>
            <a:r>
              <a:rPr lang="en-US" sz="1400" dirty="0">
                <a:solidFill>
                  <a:srgbClr val="000000"/>
                </a:solidFill>
                <a:latin typeface="Arial"/>
                <a:cs typeface="Arial"/>
              </a:rPr>
              <a:t>Identify faults in a wireless network.</a:t>
            </a:r>
          </a:p>
          <a:p>
            <a:pPr marL="285750" indent="-285750">
              <a:lnSpc>
                <a:spcPts val="2000"/>
              </a:lnSpc>
              <a:buFont typeface="Arial"/>
              <a:buChar char="•"/>
            </a:pPr>
            <a:r>
              <a:rPr lang="en-US" sz="1400" dirty="0">
                <a:solidFill>
                  <a:srgbClr val="000000"/>
                </a:solidFill>
                <a:latin typeface="Arial"/>
                <a:cs typeface="Arial"/>
              </a:rPr>
              <a:t>Correct misconfigured devices in a wireless network.</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433146"/>
          </a:xfrm>
          <a:prstGeom prst="rect">
            <a:avLst/>
          </a:prstGeom>
          <a:noFill/>
          <a:ln/>
        </p:spPr>
        <p:txBody>
          <a:bodyPr wrap="square" lIns="91440" tIns="45720" rIns="91440" bIns="45720" rtlCol="0" anchor="t"/>
          <a:lstStyle/>
          <a:p>
            <a:r>
              <a:rPr lang="en-US" sz="4600" dirty="0">
                <a:solidFill>
                  <a:srgbClr val="B1E8FA"/>
                </a:solidFill>
                <a:latin typeface="Arial"/>
                <a:cs typeface="Arial"/>
              </a:rPr>
              <a:t>5.4 </a:t>
            </a:r>
            <a:r>
              <a:rPr lang="en-US" dirty="0">
                <a:latin typeface="Arial"/>
                <a:cs typeface="Arial"/>
              </a:rPr>
              <a:t>Wireless Network Communication Summary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dirty="0">
                <a:latin typeface="Arial"/>
                <a:cs typeface="Arial"/>
              </a:rPr>
              <a:t>Wireless Network Communication Summary</a:t>
            </a:r>
          </a:p>
          <a:p>
            <a:pPr marL="0" indent="0">
              <a:buNone/>
            </a:pPr>
            <a:endParaRPr lang="en-US" sz="1600" dirty="0"/>
          </a:p>
        </p:txBody>
      </p:sp>
      <p:sp>
        <p:nvSpPr>
          <p:cNvPr id="7" name="Espaço Reservado para Texto 6">
            <a:extLst>
              <a:ext uri="{FF2B5EF4-FFF2-40B4-BE49-F238E27FC236}">
                <a16:creationId xmlns:a16="http://schemas.microsoft.com/office/drawing/2014/main" id="{002510E6-9B1E-3CC7-2134-38A30A3898E6}"/>
              </a:ext>
            </a:extLst>
          </p:cNvPr>
          <p:cNvSpPr>
            <a:spLocks noGrp="1"/>
          </p:cNvSpPr>
          <p:nvPr>
            <p:ph type="body" idx="100"/>
          </p:nvPr>
        </p:nvSpPr>
        <p:spPr>
          <a:xfrm>
            <a:off x="0" y="274320"/>
            <a:ext cx="9144000" cy="655608"/>
          </a:xfrm>
        </p:spPr>
        <p:txBody>
          <a:bodyPr wrap="square" lIns="91440" tIns="45720" rIns="91440" bIns="45720" rtlCol="0" anchor="t"/>
          <a:lstStyle/>
          <a:p>
            <a:r>
              <a:rPr lang="en-US" dirty="0"/>
              <a:t>What Did I Learn in this Module?</a:t>
            </a:r>
            <a:endParaRPr lang="pt-BR" dirty="0"/>
          </a:p>
        </p:txBody>
      </p:sp>
      <p:sp>
        <p:nvSpPr>
          <p:cNvPr id="4" name="CaixaDeTexto 3">
            <a:extLst>
              <a:ext uri="{FF2B5EF4-FFF2-40B4-BE49-F238E27FC236}">
                <a16:creationId xmlns:a16="http://schemas.microsoft.com/office/drawing/2014/main" id="{E57D004C-7DD7-503B-9FD0-1660B30ABEF5}"/>
              </a:ext>
            </a:extLst>
          </p:cNvPr>
          <p:cNvSpPr txBox="1"/>
          <p:nvPr/>
        </p:nvSpPr>
        <p:spPr>
          <a:xfrm>
            <a:off x="67234" y="912751"/>
            <a:ext cx="8159890" cy="36597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2000"/>
              </a:lnSpc>
              <a:buFont typeface="Arial" panose="020B0604020202020204" pitchFamily="34" charset="0"/>
              <a:buChar char="•"/>
            </a:pPr>
            <a:r>
              <a:rPr lang="en-US" sz="1400" dirty="0">
                <a:latin typeface="Arial"/>
                <a:cs typeface="Arial"/>
              </a:rPr>
              <a:t>Wireless networking devices connect to an AP or wireless router using the 802.11 frame format that is like the Ethernet frame format but with additional fields. </a:t>
            </a:r>
            <a:endParaRPr lang="pt-BR" dirty="0">
              <a:cs typeface="Calibri" panose="020F0502020204030204"/>
            </a:endParaRPr>
          </a:p>
          <a:p>
            <a:pPr marL="285750" indent="-285750">
              <a:lnSpc>
                <a:spcPts val="2000"/>
              </a:lnSpc>
              <a:buFont typeface="Arial" panose="020B0604020202020204" pitchFamily="34" charset="0"/>
              <a:buChar char="•"/>
            </a:pPr>
            <a:r>
              <a:rPr lang="en-US" sz="1400" dirty="0">
                <a:latin typeface="Arial"/>
                <a:cs typeface="Arial"/>
              </a:rPr>
              <a:t>WLAN devices use the CSMA/CA method to determine how and when to send data on the network. </a:t>
            </a:r>
            <a:endParaRPr lang="en-US" dirty="0">
              <a:latin typeface="Calibri" panose="020F0502020204030204"/>
              <a:cs typeface="Calibri" panose="020F0502020204030204"/>
            </a:endParaRPr>
          </a:p>
          <a:p>
            <a:pPr marL="285750" indent="-285750">
              <a:lnSpc>
                <a:spcPts val="2000"/>
              </a:lnSpc>
              <a:buFont typeface="Arial" panose="020B0604020202020204" pitchFamily="34" charset="0"/>
              <a:buChar char="•"/>
            </a:pPr>
            <a:r>
              <a:rPr lang="en-US" sz="1400" dirty="0">
                <a:latin typeface="Arial"/>
                <a:cs typeface="Arial"/>
              </a:rPr>
              <a:t>APs can be configured autonomously (individually) or by using a WLC to simplify the configuration and monitoring of numerous access points.</a:t>
            </a:r>
            <a:endParaRPr lang="en-US" dirty="0">
              <a:cs typeface="Calibri"/>
            </a:endParaRPr>
          </a:p>
          <a:p>
            <a:pPr marL="285750" indent="-285750">
              <a:lnSpc>
                <a:spcPts val="2000"/>
              </a:lnSpc>
              <a:buFont typeface="Arial" panose="020B0604020202020204" pitchFamily="34" charset="0"/>
              <a:buChar char="•"/>
            </a:pPr>
            <a:r>
              <a:rPr lang="en-US" sz="1400" dirty="0">
                <a:latin typeface="Arial"/>
                <a:cs typeface="Arial"/>
              </a:rPr>
              <a:t>Wireless networks are susceptible to threats, including data interception, wireless intruders, DoS attacks, and rogue APs. </a:t>
            </a:r>
            <a:endParaRPr lang="en-US" dirty="0">
              <a:latin typeface="Calibri" panose="020F0502020204030204"/>
              <a:cs typeface="Calibri" panose="020F0502020204030204"/>
            </a:endParaRPr>
          </a:p>
          <a:p>
            <a:pPr marL="285750" indent="-285750">
              <a:lnSpc>
                <a:spcPts val="2000"/>
              </a:lnSpc>
              <a:buFont typeface="Arial" panose="020B0604020202020204" pitchFamily="34" charset="0"/>
              <a:buChar char="•"/>
            </a:pPr>
            <a:r>
              <a:rPr lang="en-US" sz="1400" dirty="0">
                <a:latin typeface="Arial"/>
                <a:cs typeface="Arial"/>
              </a:rPr>
              <a:t>A rogue AP is an AP or wireless router that has been connected to a corporate network without explicit authorization. </a:t>
            </a:r>
            <a:endParaRPr lang="en-US" dirty="0">
              <a:latin typeface="Calibri" panose="020F0502020204030204"/>
              <a:cs typeface="Calibri" panose="020F0502020204030204"/>
            </a:endParaRPr>
          </a:p>
          <a:p>
            <a:pPr marL="285750" indent="-285750">
              <a:lnSpc>
                <a:spcPts val="2000"/>
              </a:lnSpc>
              <a:buFont typeface="Arial" panose="020B0604020202020204" pitchFamily="34" charset="0"/>
              <a:buChar char="•"/>
            </a:pPr>
            <a:r>
              <a:rPr lang="en-US" sz="1400" dirty="0">
                <a:latin typeface="Arial"/>
                <a:cs typeface="Arial"/>
              </a:rPr>
              <a:t>In an </a:t>
            </a:r>
            <a:r>
              <a:rPr lang="en-US" sz="1400" dirty="0" err="1">
                <a:latin typeface="Arial"/>
                <a:cs typeface="Arial"/>
              </a:rPr>
              <a:t>MiTM</a:t>
            </a:r>
            <a:r>
              <a:rPr lang="en-US" sz="1400" dirty="0">
                <a:latin typeface="Arial"/>
                <a:cs typeface="Arial"/>
              </a:rPr>
              <a:t> attack, the threat actor is positioned between two legitimate entities to read or modify the data that passes between the two parties. </a:t>
            </a:r>
            <a:endParaRPr lang="en-US" dirty="0">
              <a:cs typeface="Calibri" panose="020F0502020204030204"/>
            </a:endParaRPr>
          </a:p>
          <a:p>
            <a:pPr marL="285750" indent="-285750">
              <a:lnSpc>
                <a:spcPts val="2000"/>
              </a:lnSpc>
              <a:buFont typeface="Arial" panose="020B0604020202020204" pitchFamily="34" charset="0"/>
              <a:buChar char="•"/>
            </a:pPr>
            <a:r>
              <a:rPr lang="en-US" sz="1400" dirty="0">
                <a:latin typeface="Arial"/>
                <a:cs typeface="Arial"/>
              </a:rPr>
              <a:t>There are four shared key authentication techniques available: WEP, WPA, WPA2, and WPA3. </a:t>
            </a:r>
            <a:endParaRPr lang="en-US" dirty="0">
              <a:latin typeface="Calibri"/>
              <a:cs typeface="Calibri"/>
            </a:endParaRPr>
          </a:p>
          <a:p>
            <a:pPr marL="285750" indent="-285750">
              <a:lnSpc>
                <a:spcPts val="2000"/>
              </a:lnSpc>
              <a:buFont typeface="Arial" panose="020B0604020202020204" pitchFamily="34" charset="0"/>
              <a:buChar char="•"/>
            </a:pPr>
            <a:r>
              <a:rPr lang="en-US" sz="1400" dirty="0">
                <a:latin typeface="Arial"/>
                <a:cs typeface="Arial"/>
              </a:rPr>
              <a:t>Home routers typically have two choices for authentication: WPA and WPA2 (stronger).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3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Module 5</a:t>
            </a:r>
            <a:endParaRPr lang="en-US" dirty="0">
              <a:latin typeface="Arial"/>
              <a:cs typeface="Arial"/>
            </a:endParaRPr>
          </a:p>
          <a:p>
            <a:pPr marL="0" indent="0">
              <a:buNone/>
            </a:pPr>
            <a:endParaRPr lang="en-US" sz="1600" dirty="0"/>
          </a:p>
        </p:txBody>
      </p:sp>
      <p:sp>
        <p:nvSpPr>
          <p:cNvPr id="3" name="Text 0"/>
          <p:cNvSpPr>
            <a:spLocks noGrp="1"/>
          </p:cNvSpPr>
          <p:nvPr>
            <p:ph type="body" idx="100" hasCustomPrompt="1"/>
          </p:nvPr>
        </p:nvSpPr>
        <p:spPr>
          <a:xfrm>
            <a:off x="0" y="274320"/>
            <a:ext cx="9144000" cy="644825"/>
          </a:xfrm>
          <a:prstGeom prst="rect">
            <a:avLst/>
          </a:prstGeom>
          <a:noFill/>
          <a:ln/>
        </p:spPr>
        <p:txBody>
          <a:bodyPr wrap="square" lIns="91440" tIns="45720" rIns="91440" bIns="45720" rtlCol="0" anchor="t"/>
          <a:lstStyle/>
          <a:p>
            <a:r>
              <a:rPr lang="en-US" dirty="0">
                <a:latin typeface="Arial"/>
                <a:cs typeface="Arial"/>
              </a:rPr>
              <a:t>Terms and Commands</a:t>
            </a:r>
            <a:endParaRPr lang="en-US" dirty="0"/>
          </a:p>
        </p:txBody>
      </p:sp>
      <p:sp>
        <p:nvSpPr>
          <p:cNvPr id="5" name="Text 2"/>
          <p:cNvSpPr/>
          <p:nvPr/>
        </p:nvSpPr>
        <p:spPr>
          <a:xfrm>
            <a:off x="0" y="925183"/>
            <a:ext cx="8229600" cy="3499089"/>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latin typeface="Arial"/>
                <a:cs typeface="Arial"/>
              </a:rPr>
              <a:t>Carrier Sense Multiple Access with Collision Avoidance (CSMA/CA)</a:t>
            </a:r>
            <a:endParaRPr lang="pt-BR"/>
          </a:p>
          <a:p>
            <a:pPr marL="285750" indent="-285750">
              <a:lnSpc>
                <a:spcPts val="2000"/>
              </a:lnSpc>
              <a:buFont typeface="Arial"/>
              <a:buChar char="•"/>
            </a:pPr>
            <a:r>
              <a:rPr lang="en-US" sz="1400" dirty="0">
                <a:latin typeface="Arial"/>
                <a:cs typeface="Arial"/>
              </a:rPr>
              <a:t>Lightweight AP (LWAP)</a:t>
            </a:r>
          </a:p>
          <a:p>
            <a:pPr marL="285750" indent="-285750">
              <a:lnSpc>
                <a:spcPts val="2000"/>
              </a:lnSpc>
              <a:buFont typeface="Arial"/>
              <a:buChar char="•"/>
            </a:pPr>
            <a:r>
              <a:rPr lang="en-US" sz="1400" dirty="0">
                <a:latin typeface="Arial"/>
                <a:cs typeface="Arial"/>
              </a:rPr>
              <a:t>Wireless LAN Controller (WLC)</a:t>
            </a:r>
          </a:p>
          <a:p>
            <a:pPr marL="285750" indent="-285750">
              <a:lnSpc>
                <a:spcPts val="2000"/>
              </a:lnSpc>
              <a:buFont typeface="Arial"/>
              <a:buChar char="•"/>
            </a:pPr>
            <a:r>
              <a:rPr lang="en-US" sz="1400" dirty="0">
                <a:latin typeface="Arial"/>
                <a:cs typeface="Arial"/>
              </a:rPr>
              <a:t>Wireless Access Point (WAP)</a:t>
            </a:r>
          </a:p>
          <a:p>
            <a:pPr marL="285750" indent="-285750">
              <a:lnSpc>
                <a:spcPts val="2000"/>
              </a:lnSpc>
              <a:buFont typeface="Arial"/>
              <a:buChar char="•"/>
            </a:pPr>
            <a:r>
              <a:rPr lang="en-US" sz="1400" dirty="0">
                <a:latin typeface="Arial"/>
                <a:cs typeface="Arial"/>
              </a:rPr>
              <a:t>rogue AP</a:t>
            </a:r>
          </a:p>
          <a:p>
            <a:pPr marL="285750" indent="-285750">
              <a:lnSpc>
                <a:spcPts val="2000"/>
              </a:lnSpc>
              <a:buFont typeface="Arial"/>
              <a:buChar char="•"/>
            </a:pPr>
            <a:r>
              <a:rPr lang="en-US" sz="1400" dirty="0">
                <a:latin typeface="Arial"/>
                <a:cs typeface="Arial"/>
              </a:rPr>
              <a:t>evil twin AP</a:t>
            </a:r>
          </a:p>
          <a:p>
            <a:pPr marL="285750" indent="-285750">
              <a:lnSpc>
                <a:spcPts val="2000"/>
              </a:lnSpc>
              <a:buFont typeface="Arial"/>
              <a:buChar char="•"/>
            </a:pPr>
            <a:r>
              <a:rPr lang="en-US" sz="1400" dirty="0">
                <a:latin typeface="Arial"/>
                <a:cs typeface="Arial"/>
              </a:rPr>
              <a:t>SSID cloaking</a:t>
            </a:r>
          </a:p>
          <a:p>
            <a:pPr marL="285750" indent="-285750">
              <a:lnSpc>
                <a:spcPts val="2000"/>
              </a:lnSpc>
              <a:buFont typeface="Arial"/>
              <a:buChar char="•"/>
            </a:pPr>
            <a:r>
              <a:rPr lang="en-US" sz="1400" dirty="0">
                <a:latin typeface="Arial"/>
                <a:cs typeface="Arial"/>
              </a:rPr>
              <a:t>MAC Address Filtering</a:t>
            </a:r>
          </a:p>
          <a:p>
            <a:pPr marL="285750" indent="-285750">
              <a:lnSpc>
                <a:spcPts val="2000"/>
              </a:lnSpc>
              <a:buFont typeface="Arial"/>
              <a:buChar char="•"/>
            </a:pPr>
            <a:r>
              <a:rPr lang="en-US" sz="1400" dirty="0">
                <a:latin typeface="Arial"/>
                <a:cs typeface="Arial"/>
              </a:rPr>
              <a:t>Shared Key Authentication</a:t>
            </a:r>
          </a:p>
          <a:p>
            <a:pPr marL="285750" indent="-285750">
              <a:lnSpc>
                <a:spcPts val="2000"/>
              </a:lnSpc>
              <a:buFont typeface="Arial"/>
              <a:buChar char="•"/>
            </a:pPr>
            <a:r>
              <a:rPr lang="en-US" sz="1400" dirty="0">
                <a:latin typeface="Arial"/>
                <a:cs typeface="Arial"/>
              </a:rPr>
              <a:t>Extensible Authentication Protocol (EAP)</a:t>
            </a:r>
          </a:p>
          <a:p>
            <a:pPr marL="285750" indent="-285750">
              <a:lnSpc>
                <a:spcPts val="2000"/>
              </a:lnSpc>
              <a:buFont typeface="Arial"/>
              <a:buChar char="•"/>
            </a:pPr>
            <a:r>
              <a:rPr lang="en-US" sz="1400" dirty="0">
                <a:latin typeface="Arial"/>
                <a:cs typeface="Arial"/>
              </a:rPr>
              <a:t>Remote Authentication Dial-in User Service (RADIUS)</a:t>
            </a:r>
          </a:p>
          <a:p>
            <a:pPr marL="285750" indent="-285750">
              <a:lnSpc>
                <a:spcPts val="2000"/>
              </a:lnSpc>
              <a:buFont typeface="Arial"/>
              <a:buChar char="•"/>
            </a:pPr>
            <a:r>
              <a:rPr lang="en-US" sz="1400" dirty="0">
                <a:latin typeface="Arial"/>
                <a:cs typeface="Arial"/>
              </a:rPr>
              <a:t>Temporal Key Integrity Protocol (TKIP)</a:t>
            </a:r>
          </a:p>
          <a:p>
            <a:pPr marL="285750" indent="-285750">
              <a:lnSpc>
                <a:spcPts val="2000"/>
              </a:lnSpc>
              <a:buFont typeface="Arial"/>
              <a:buChar char="•"/>
            </a:pPr>
            <a:r>
              <a:rPr lang="en-US" sz="1400" dirty="0">
                <a:latin typeface="Arial"/>
                <a:cs typeface="Arial"/>
              </a:rPr>
              <a:t>Advanced Encryption Standard (AES)</a:t>
            </a: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Props1.xml><?xml version="1.0" encoding="utf-8"?>
<ds:datastoreItem xmlns:ds="http://schemas.openxmlformats.org/officeDocument/2006/customXml" ds:itemID="{C8464DBB-833A-42BB-8E47-B39D51A7DDB0}"/>
</file>

<file path=customXml/itemProps2.xml><?xml version="1.0" encoding="utf-8"?>
<ds:datastoreItem xmlns:ds="http://schemas.openxmlformats.org/officeDocument/2006/customXml" ds:itemID="{852219E9-D539-4E44-A756-43226872AC38}">
  <ds:schemaRefs>
    <ds:schemaRef ds:uri="http://schemas.microsoft.com/sharepoint/v3/contenttype/forms"/>
  </ds:schemaRefs>
</ds:datastoreItem>
</file>

<file path=customXml/itemProps3.xml><?xml version="1.0" encoding="utf-8"?>
<ds:datastoreItem xmlns:ds="http://schemas.openxmlformats.org/officeDocument/2006/customXml" ds:itemID="{07763FA9-5302-4B04-8B27-812B7BB0B9FA}">
  <ds:schemaRefs>
    <ds:schemaRef ds:uri="http://purl.org/dc/elements/1.1/"/>
    <ds:schemaRef ds:uri="http://purl.org/dc/dcmitype/"/>
    <ds:schemaRef ds:uri="http://purl.org/dc/terms/"/>
    <ds:schemaRef ds:uri="http://schemas.microsoft.com/office/2006/documentManagement/types"/>
    <ds:schemaRef ds:uri="http://schemas.microsoft.com/office/2006/metadata/properties"/>
    <ds:schemaRef ds:uri="http://schemas.microsoft.com/office/infopath/2007/PartnerControls"/>
    <ds:schemaRef ds:uri="810553ce-449d-4340-bb0a-414d416a9b51"/>
    <ds:schemaRef ds:uri="http://www.w3.org/XML/1998/namespace"/>
    <ds:schemaRef ds:uri="http://schemas.openxmlformats.org/package/2006/metadata/core-properties"/>
    <ds:schemaRef ds:uri="20a0b39e-fcd0-423b-9f17-9d26d967be51"/>
  </ds:schemaRefs>
</ds:datastoreItem>
</file>

<file path=docProps/app.xml><?xml version="1.0" encoding="utf-8"?>
<Properties xmlns="http://schemas.openxmlformats.org/officeDocument/2006/extended-properties" xmlns:vt="http://schemas.openxmlformats.org/officeDocument/2006/docPropsVTypes">
  <TotalTime>199</TotalTime>
  <Words>4037</Words>
  <Application>Microsoft Office PowerPoint</Application>
  <PresentationFormat>On-screen Show (16:9)</PresentationFormat>
  <Paragraphs>532</Paragraphs>
  <Slides>40</Slides>
  <Notes>40</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Arial,Sans-Serif</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Anna Bolen -X (abolen - UNICON INC at Cisco)</cp:lastModifiedBy>
  <cp:revision>885</cp:revision>
  <dcterms:created xsi:type="dcterms:W3CDTF">2022-10-03T22:07:09Z</dcterms:created>
  <dcterms:modified xsi:type="dcterms:W3CDTF">2023-03-30T15:59:46Z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2104100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